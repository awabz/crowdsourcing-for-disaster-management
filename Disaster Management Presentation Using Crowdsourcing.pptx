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4" r:id="rId1"/>
  </p:sldMasterIdLst>
  <p:notesMasterIdLst>
    <p:notesMasterId r:id="rId14"/>
  </p:notesMasterIdLst>
  <p:sldIdLst>
    <p:sldId id="256" r:id="rId2"/>
    <p:sldId id="258" r:id="rId3"/>
    <p:sldId id="260" r:id="rId4"/>
    <p:sldId id="259" r:id="rId5"/>
    <p:sldId id="262" r:id="rId6"/>
    <p:sldId id="264" r:id="rId7"/>
    <p:sldId id="266" r:id="rId8"/>
    <p:sldId id="267" r:id="rId9"/>
    <p:sldId id="265" r:id="rId10"/>
    <p:sldId id="268" r:id="rId11"/>
    <p:sldId id="312" r:id="rId12"/>
    <p:sldId id="313" r:id="rId13"/>
  </p:sldIdLst>
  <p:sldSz cx="9144000" cy="5143500" type="screen16x9"/>
  <p:notesSz cx="6858000" cy="9144000"/>
  <p:embeddedFontLst>
    <p:embeddedFont>
      <p:font typeface="Anaheim" panose="020B0604020202020204" charset="0"/>
      <p:regular r:id="rId15"/>
      <p:bold r:id="rId16"/>
    </p:embeddedFont>
    <p:embeddedFont>
      <p:font typeface="Anton" pitchFamily="2" charset="0"/>
      <p:regular r:id="rId17"/>
    </p:embeddedFont>
    <p:embeddedFont>
      <p:font typeface="Barlow" panose="00000500000000000000" pitchFamily="2" charset="0"/>
      <p:regular r:id="rId18"/>
      <p:bold r:id="rId19"/>
      <p:italic r:id="rId20"/>
      <p:boldItalic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89B5698-136A-49B3-B26B-2D1A2DFB4D3A}">
  <a:tblStyle styleId="{889B5698-136A-49B3-B26B-2D1A2DFB4D3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831" autoAdjust="0"/>
    <p:restoredTop sz="96104" autoAdjust="0"/>
  </p:normalViewPr>
  <p:slideViewPr>
    <p:cSldViewPr snapToGrid="0">
      <p:cViewPr varScale="1">
        <p:scale>
          <a:sx n="144" d="100"/>
          <a:sy n="144" d="100"/>
        </p:scale>
        <p:origin x="642"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8" name="Google Shape;378;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3"/>
        <p:cNvGrpSpPr/>
        <p:nvPr/>
      </p:nvGrpSpPr>
      <p:grpSpPr>
        <a:xfrm>
          <a:off x="0" y="0"/>
          <a:ext cx="0" cy="0"/>
          <a:chOff x="0" y="0"/>
          <a:chExt cx="0" cy="0"/>
        </a:xfrm>
      </p:grpSpPr>
      <p:sp>
        <p:nvSpPr>
          <p:cNvPr id="574" name="Google Shape;574;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5" name="Google Shape;575;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1"/>
        <p:cNvGrpSpPr/>
        <p:nvPr/>
      </p:nvGrpSpPr>
      <p:grpSpPr>
        <a:xfrm>
          <a:off x="0" y="0"/>
          <a:ext cx="0" cy="0"/>
          <a:chOff x="0" y="0"/>
          <a:chExt cx="0" cy="0"/>
        </a:xfrm>
      </p:grpSpPr>
      <p:sp>
        <p:nvSpPr>
          <p:cNvPr id="672" name="Google Shape;672;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3" name="Google Shape;673;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The inspiration of our idea came from the recent LA fires where on January, the traditional 911 system was overloaded due to a large number of distress calls, leaving callers waiting for help, with no clear idea of what to do. Emergency responders were stretched thin, and many people got injured due to these delays.</a:t>
            </a:r>
          </a:p>
          <a:p>
            <a:pPr marL="0" lvl="0" indent="0" algn="l" rtl="0">
              <a:spcBef>
                <a:spcPts val="0"/>
              </a:spcBef>
              <a:spcAft>
                <a:spcPts val="0"/>
              </a:spcAft>
              <a:buNone/>
            </a:pPr>
            <a:r>
              <a:rPr lang="en-US" dirty="0"/>
              <a:t>We noticed how these delays made a deadly situation even worse, and realized that a better and more flexible system was necessary.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Our Problem Statement concerns the fact that most current emergency systems rely on centralized reports, which can get overwhelmed very fast. Additionally, when no help is available, most people simply wouldn’t know what to do next in a deadly situation. This is what has mainly inspired us to come up with this app.</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Our goal is the safety of the people. We aim to develop an app that saves as much lives as possible during deadly situations, including situations where help from higher authorities is not possible or guaranteed. Dealing with the disaster itself, such as extinguishing the fires, will be left for higher authorities. This is beyond the scope of this application.</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0"/>
        <p:cNvGrpSpPr/>
        <p:nvPr/>
      </p:nvGrpSpPr>
      <p:grpSpPr>
        <a:xfrm>
          <a:off x="0" y="0"/>
          <a:ext cx="0" cy="0"/>
          <a:chOff x="0" y="0"/>
          <a:chExt cx="0" cy="0"/>
        </a:xfrm>
      </p:grpSpPr>
      <p:sp>
        <p:nvSpPr>
          <p:cNvPr id="591" name="Google Shape;591;g54dda1946d_6_2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2" name="Google Shape;592;g54dda1946d_6_2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latin typeface="+mn-lt"/>
              </a:rPr>
              <a:t>Introduction to the concept of Crowdsourcing:</a:t>
            </a:r>
            <a:endParaRPr lang="en-US" b="0" i="1" dirty="0">
              <a:solidFill>
                <a:srgbClr val="F8FAFF"/>
              </a:solidFill>
              <a:effectLst/>
              <a:latin typeface="+mn-lt"/>
            </a:endParaRPr>
          </a:p>
          <a:p>
            <a:pPr marL="0" lvl="0" indent="0" algn="l" rtl="0">
              <a:spcBef>
                <a:spcPts val="0"/>
              </a:spcBef>
              <a:spcAft>
                <a:spcPts val="0"/>
              </a:spcAft>
              <a:buNone/>
            </a:pPr>
            <a:r>
              <a:rPr lang="en-US" b="0" i="1" dirty="0">
                <a:solidFill>
                  <a:srgbClr val="F8FAFF"/>
                </a:solidFill>
                <a:effectLst/>
                <a:latin typeface="+mn-lt"/>
              </a:rPr>
              <a:t>Crowdsourcing is the process of tapping into the collective knowledge, skills, and resources of a large group of people—often the public—to solve problems faster and more efficiently. Instead of relying on a single authority, it distributes tasks across many individuals, turning everyday observers into valuable contributors. Think of it like a digital neighborhood watch: when everyone shares what they see, the bigger picture becomes clearer.</a:t>
            </a:r>
          </a:p>
          <a:p>
            <a:pPr marL="0" lvl="0" indent="0" algn="l" rtl="0">
              <a:spcBef>
                <a:spcPts val="0"/>
              </a:spcBef>
              <a:spcAft>
                <a:spcPts val="0"/>
              </a:spcAft>
              <a:buNone/>
            </a:pPr>
            <a:endParaRPr lang="en-US" dirty="0">
              <a:latin typeface="+mn-lt"/>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latin typeface="+mn-lt"/>
              </a:rPr>
              <a:t>How Past Literature Has Leveraged Crowdsourcing for Disaster Management:</a:t>
            </a:r>
            <a:br>
              <a:rPr lang="en-US" dirty="0">
                <a:latin typeface="+mn-lt"/>
              </a:rPr>
            </a:br>
            <a:r>
              <a:rPr lang="en-US" b="0" i="1" dirty="0">
                <a:solidFill>
                  <a:srgbClr val="F8FAFF"/>
                </a:solidFill>
                <a:effectLst/>
                <a:latin typeface="+mn-lt"/>
              </a:rPr>
              <a:t>Disaster response and crowdsourcing are no strangers. Past research has shown how everyday people can become first responders with their smartphones. </a:t>
            </a:r>
            <a:endParaRPr lang="en-US" b="0" i="0" dirty="0">
              <a:solidFill>
                <a:srgbClr val="F8FAFF"/>
              </a:solidFill>
              <a:effectLst/>
              <a:latin typeface="+mn-lt"/>
            </a:endParaRPr>
          </a:p>
          <a:p>
            <a:pPr marL="0" lvl="0" indent="0" algn="l" rtl="0">
              <a:spcBef>
                <a:spcPts val="0"/>
              </a:spcBef>
              <a:spcAft>
                <a:spcPts val="0"/>
              </a:spcAft>
              <a:buNone/>
            </a:pPr>
            <a:r>
              <a:rPr lang="en-US" b="0" i="1" dirty="0">
                <a:solidFill>
                  <a:srgbClr val="F8FAFF"/>
                </a:solidFill>
                <a:effectLst/>
                <a:latin typeface="+mn-lt"/>
              </a:rPr>
              <a:t>The model is simple but powerful: someone spots a hazard (e.g., a flooded road), reports it via an app, and others nearby—or authorities—get instant alerts to avoid the area. This turns victims into active responders, filling gaps when traditional systems are overwhelmed.</a:t>
            </a:r>
            <a:br>
              <a:rPr lang="en-US" dirty="0">
                <a:latin typeface="+mn-lt"/>
              </a:rPr>
            </a:br>
            <a:br>
              <a:rPr lang="en-US" b="0" i="0" dirty="0">
                <a:solidFill>
                  <a:srgbClr val="F8FAFF"/>
                </a:solidFill>
                <a:effectLst/>
                <a:latin typeface="+mn-lt"/>
              </a:rPr>
            </a:br>
            <a:r>
              <a:rPr lang="en-US" b="0" i="0" dirty="0">
                <a:solidFill>
                  <a:srgbClr val="F8FAFF"/>
                </a:solidFill>
                <a:effectLst/>
                <a:latin typeface="+mn-lt"/>
              </a:rPr>
              <a:t>No Clear Mentioning of Data Collection Method:</a:t>
            </a:r>
          </a:p>
          <a:p>
            <a:pPr marL="0" lvl="0" indent="0" algn="l" rtl="0">
              <a:spcBef>
                <a:spcPts val="0"/>
              </a:spcBef>
              <a:spcAft>
                <a:spcPts val="0"/>
              </a:spcAft>
              <a:buNone/>
            </a:pPr>
            <a:r>
              <a:rPr lang="en-US" b="0" i="0" dirty="0">
                <a:solidFill>
                  <a:srgbClr val="F8FAFF"/>
                </a:solidFill>
                <a:effectLst/>
                <a:latin typeface="+mn-lt"/>
              </a:rPr>
              <a:t>Past Research has always suggested the collection of data from volunteers, as this is the literal essence of crowdsourcing. However, most publications do not explicitly mention a reliable and efficient way of actually collecting this data from the volunteers. </a:t>
            </a:r>
          </a:p>
          <a:p>
            <a:pPr marL="0" lvl="0" indent="0" algn="l" rtl="0">
              <a:spcBef>
                <a:spcPts val="0"/>
              </a:spcBef>
              <a:spcAft>
                <a:spcPts val="0"/>
              </a:spcAft>
              <a:buNone/>
            </a:pPr>
            <a:endParaRPr lang="en-US" b="0" i="0" dirty="0">
              <a:solidFill>
                <a:srgbClr val="F8FAFF"/>
              </a:solidFill>
              <a:effectLst/>
              <a:latin typeface="+mn-lt"/>
            </a:endParaRPr>
          </a:p>
          <a:p>
            <a:pPr marL="0" lvl="0" indent="0" algn="l" rtl="0">
              <a:spcBef>
                <a:spcPts val="0"/>
              </a:spcBef>
              <a:spcAft>
                <a:spcPts val="0"/>
              </a:spcAft>
              <a:buNone/>
            </a:pPr>
            <a:r>
              <a:rPr lang="en-US" b="0" i="0" dirty="0">
                <a:solidFill>
                  <a:srgbClr val="F8FAFF"/>
                </a:solidFill>
                <a:effectLst/>
                <a:latin typeface="+mn-lt"/>
              </a:rPr>
              <a:t>Many Ethical Issues Concerning Misinformation:</a:t>
            </a:r>
          </a:p>
          <a:p>
            <a:pPr marL="0" lvl="0" indent="0" algn="l" rtl="0">
              <a:spcBef>
                <a:spcPts val="0"/>
              </a:spcBef>
              <a:spcAft>
                <a:spcPts val="0"/>
              </a:spcAft>
              <a:buNone/>
            </a:pPr>
            <a:r>
              <a:rPr lang="en-US" b="0" i="0" dirty="0">
                <a:solidFill>
                  <a:srgbClr val="F8FAFF"/>
                </a:solidFill>
                <a:effectLst/>
                <a:latin typeface="+mn-lt"/>
              </a:rPr>
              <a:t>As most publications do acknowledge that misinformation can be a big problem, but they don’t really address it, and at most instances just request for further research regarding that problem.</a:t>
            </a:r>
          </a:p>
          <a:p>
            <a:pPr marL="0" lvl="0" indent="0" algn="l" rtl="0">
              <a:spcBef>
                <a:spcPts val="0"/>
              </a:spcBef>
              <a:spcAft>
                <a:spcPts val="0"/>
              </a:spcAft>
              <a:buNone/>
            </a:pPr>
            <a:endParaRPr lang="en-US" b="0" i="0" dirty="0">
              <a:solidFill>
                <a:srgbClr val="F8FAFF"/>
              </a:solidFill>
              <a:effectLst/>
              <a:latin typeface="+mn-lt"/>
            </a:endParaRPr>
          </a:p>
          <a:p>
            <a:pPr marL="0" lvl="0" indent="0" algn="l" rtl="0">
              <a:spcBef>
                <a:spcPts val="0"/>
              </a:spcBef>
              <a:spcAft>
                <a:spcPts val="0"/>
              </a:spcAft>
              <a:buNone/>
            </a:pPr>
            <a:r>
              <a:rPr lang="en-US" b="0" i="0" dirty="0">
                <a:solidFill>
                  <a:srgbClr val="F8FAFF"/>
                </a:solidFill>
                <a:effectLst/>
                <a:latin typeface="+mn-lt"/>
              </a:rPr>
              <a:t>No Clear Volunteer Motivation Techniques:</a:t>
            </a:r>
          </a:p>
          <a:p>
            <a:pPr marL="0" lvl="0" indent="0" algn="l" rtl="0">
              <a:spcBef>
                <a:spcPts val="0"/>
              </a:spcBef>
              <a:spcAft>
                <a:spcPts val="0"/>
              </a:spcAft>
              <a:buNone/>
            </a:pPr>
            <a:r>
              <a:rPr lang="en-US" b="0" i="0" dirty="0">
                <a:solidFill>
                  <a:srgbClr val="F8FAFF"/>
                </a:solidFill>
                <a:effectLst/>
                <a:latin typeface="+mn-lt"/>
              </a:rPr>
              <a:t>This is easily the biggest problem when it comes to Crowdsourcing. If people are not willing to volunteer in the first place, then there is no data to use, if there is no data to use, then obviously the app cannot do anything. </a:t>
            </a:r>
          </a:p>
          <a:p>
            <a:pPr marL="0" lvl="0" indent="0" algn="l" rtl="0">
              <a:spcBef>
                <a:spcPts val="0"/>
              </a:spcBef>
              <a:spcAft>
                <a:spcPts val="0"/>
              </a:spcAft>
              <a:buNone/>
            </a:pPr>
            <a:endParaRPr lang="en-US" b="0" i="0" dirty="0">
              <a:solidFill>
                <a:srgbClr val="F8FAFF"/>
              </a:solidFill>
              <a:effectLst/>
              <a:latin typeface="+mn-lt"/>
            </a:endParaRPr>
          </a:p>
          <a:p>
            <a:pPr marL="0" lvl="0" indent="0" algn="l" rtl="0">
              <a:spcBef>
                <a:spcPts val="0"/>
              </a:spcBef>
              <a:spcAft>
                <a:spcPts val="0"/>
              </a:spcAft>
              <a:buNone/>
            </a:pPr>
            <a:r>
              <a:rPr lang="en-US" b="0" i="0" dirty="0">
                <a:solidFill>
                  <a:srgbClr val="F8FAFF"/>
                </a:solidFill>
                <a:effectLst/>
                <a:latin typeface="+mn-lt"/>
              </a:rPr>
              <a:t>Outdated Techniques:</a:t>
            </a:r>
          </a:p>
          <a:p>
            <a:pPr marL="0" lvl="0" indent="0" algn="l" rtl="0">
              <a:spcBef>
                <a:spcPts val="0"/>
              </a:spcBef>
              <a:spcAft>
                <a:spcPts val="0"/>
              </a:spcAft>
              <a:buNone/>
            </a:pPr>
            <a:r>
              <a:rPr lang="en-US" b="0" i="0" dirty="0">
                <a:solidFill>
                  <a:srgbClr val="F8FAFF"/>
                </a:solidFill>
                <a:effectLst/>
                <a:latin typeface="+mn-lt"/>
              </a:rPr>
              <a:t>There Actually hasn’t been a good quality paper on crowdsourcing for disaster management in a while. Most mentioned technologies in past research already have higher quality alternatives.</a:t>
            </a:r>
          </a:p>
          <a:p>
            <a:pPr marL="0" lvl="0" indent="0" algn="l" rtl="0">
              <a:spcBef>
                <a:spcPts val="0"/>
              </a:spcBef>
              <a:spcAft>
                <a:spcPts val="0"/>
              </a:spcAft>
              <a:buNone/>
            </a:pPr>
            <a:endParaRPr lang="en-US" b="0" i="0" dirty="0">
              <a:solidFill>
                <a:srgbClr val="F8FAFF"/>
              </a:solidFill>
              <a:effectLst/>
              <a:latin typeface="+mn-lt"/>
            </a:endParaRPr>
          </a:p>
          <a:p>
            <a:pPr marL="0" lvl="0" indent="0" algn="l" rtl="0">
              <a:spcBef>
                <a:spcPts val="0"/>
              </a:spcBef>
              <a:spcAft>
                <a:spcPts val="0"/>
              </a:spcAft>
              <a:buNone/>
            </a:pPr>
            <a:r>
              <a:rPr lang="en-US" b="0" i="0" dirty="0">
                <a:solidFill>
                  <a:srgbClr val="F8FAFF"/>
                </a:solidFill>
                <a:effectLst/>
                <a:latin typeface="+mn-lt"/>
              </a:rPr>
              <a:t>In our research, we address each of these problems, provide our own unique solutions, and demonstrate alternative techniques that could be used when problems are faced.</a:t>
            </a:r>
            <a:endParaRPr dirty="0">
              <a:latin typeface="+mn-lt"/>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6"/>
        <p:cNvGrpSpPr/>
        <p:nvPr/>
      </p:nvGrpSpPr>
      <p:grpSpPr>
        <a:xfrm>
          <a:off x="0" y="0"/>
          <a:ext cx="0" cy="0"/>
          <a:chOff x="0" y="0"/>
          <a:chExt cx="0" cy="0"/>
        </a:xfrm>
      </p:grpSpPr>
      <p:sp>
        <p:nvSpPr>
          <p:cNvPr id="947" name="Google Shape;947;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8" name="Google Shape;948;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latin typeface="+mn-lt"/>
              </a:rPr>
              <a:t>Image-Based Data Submission:</a:t>
            </a:r>
          </a:p>
          <a:p>
            <a:pPr marL="0" lvl="0" indent="0" algn="l" rtl="0">
              <a:spcBef>
                <a:spcPts val="0"/>
              </a:spcBef>
              <a:spcAft>
                <a:spcPts val="0"/>
              </a:spcAft>
              <a:buNone/>
            </a:pPr>
            <a:r>
              <a:rPr lang="en-US" dirty="0">
                <a:latin typeface="+mn-lt"/>
              </a:rPr>
              <a:t>This is the main way in which we will collect data from the volunteers. Someone spots any sort of incident, they take a picture of it, and submit it through the app.</a:t>
            </a:r>
          </a:p>
          <a:p>
            <a:pPr marL="0" lvl="0" indent="0" algn="l" rtl="0">
              <a:spcBef>
                <a:spcPts val="0"/>
              </a:spcBef>
              <a:spcAft>
                <a:spcPts val="0"/>
              </a:spcAft>
              <a:buNone/>
            </a:pPr>
            <a:endParaRPr lang="en-US" dirty="0">
              <a:latin typeface="+mn-lt"/>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dirty="0">
                <a:latin typeface="+mn-lt"/>
              </a:rPr>
              <a:t>Combating Mis-information: App-Independent photo-Taking:</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dirty="0">
                <a:latin typeface="+mn-lt"/>
              </a:rPr>
              <a:t>The submitted images must be taken directly through the app. The app will have its own integrated camera system, and the user must directly use it to submit an image to report an incident. This restricts users from uploading any sorts of old photos, stock images, AI-generated images, which immediately eliminates around 80% of fake reports. If you’re not there, then you simply can’t report it.</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100" dirty="0">
              <a:latin typeface="+mn-lt"/>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dirty="0">
                <a:latin typeface="+mn-lt"/>
              </a:rPr>
              <a:t>Image Metadata Extraction:</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dirty="0">
                <a:latin typeface="+mn-lt"/>
              </a:rPr>
              <a:t>Every time you take a photo, there is additional data attached to that image, such as when it was taken, where it was taken, and which device took it. This is called Metadata, and it is how your phone is actually able to organize your images by location. So, when you take a photo through the app, this metadata will be extracted and fed to the app. Not only will it be useful to tell whether a report is fake or not, but the location attached to that image could also be used to flag later on.</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100" dirty="0">
              <a:latin typeface="+mn-lt"/>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dirty="0">
                <a:latin typeface="+mn-lt"/>
              </a:rPr>
              <a:t>Volunteer Hazard Verification:</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dirty="0">
                <a:latin typeface="+mn-lt"/>
              </a:rPr>
              <a:t>Initially, when someone uploads a report, only very nearby people will be notified, and will be asked to confirm whether this hazard is actually real or not. As more people verify that report, the trust score of the report continues increasing.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100" dirty="0">
              <a:latin typeface="+mn-lt"/>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dirty="0">
                <a:latin typeface="+mn-lt"/>
              </a:rPr>
              <a:t>Volunteer Trust Score System:</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dirty="0">
                <a:latin typeface="+mn-lt"/>
              </a:rPr>
              <a:t>Every Volunteer may have a trust rating attached to them, like a percentage. When a report is made, its authenticity is calculated based on the amount of nearby people confirming that report, and the trust ratings of the volunteers confirming them. If your trust score becomes very low, you may be restricted from uploading reports, or the weightage of your reports may be very low.</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100" dirty="0">
              <a:latin typeface="+mn-lt"/>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dirty="0">
                <a:latin typeface="+mn-lt"/>
              </a:rPr>
              <a:t>Swift Button-Based Reporting:</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b="0" i="1" dirty="0">
                <a:solidFill>
                  <a:srgbClr val="F8FAFF"/>
                </a:solidFill>
                <a:effectLst/>
                <a:latin typeface="+mn-lt"/>
              </a:rPr>
              <a:t>"When sirens are blaring, nobody has time for photos. A single button-press shares your location and flags that area – because sometimes fast beats perfect."</a:t>
            </a:r>
            <a:endParaRPr lang="en-US" sz="1100" dirty="0">
              <a:latin typeface="+mn-lt"/>
            </a:endParaRPr>
          </a:p>
          <a:p>
            <a:pPr marL="0" lvl="0" indent="0" algn="l" rtl="0">
              <a:spcBef>
                <a:spcPts val="0"/>
              </a:spcBef>
              <a:spcAft>
                <a:spcPts val="0"/>
              </a:spcAft>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6"/>
        <p:cNvGrpSpPr/>
        <p:nvPr/>
      </p:nvGrpSpPr>
      <p:grpSpPr>
        <a:xfrm>
          <a:off x="0" y="0"/>
          <a:ext cx="0" cy="0"/>
          <a:chOff x="0" y="0"/>
          <a:chExt cx="0" cy="0"/>
        </a:xfrm>
      </p:grpSpPr>
      <p:sp>
        <p:nvSpPr>
          <p:cNvPr id="1067" name="Google Shape;1067;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8" name="Google Shape;1068;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br>
              <a:rPr lang="en-US" sz="1100" dirty="0"/>
            </a:br>
            <a:r>
              <a:rPr lang="en-US" sz="1100" dirty="0"/>
              <a:t>An approach we aim to take to motivate crowd volunteering involves a type of “Gamification Element” involving a points system. You earn these points after you have contributed to a recent disaster. Things such as submitting your own reports, confirming other people’s reports as real or fake reports, are all actions that could earn you some points. You can then redeem these points for real value such as gift cards. Additionally, as we know, the importance of school service hours is increasing, and a certification or badge showcasing your contributions during a disaster can play a huge role. Many US Universities also care a lot about your volunteer hours.</a:t>
            </a:r>
          </a:p>
          <a:p>
            <a:pPr marL="0" lvl="0" indent="0" algn="l" rtl="0">
              <a:spcBef>
                <a:spcPts val="0"/>
              </a:spcBef>
              <a:spcAft>
                <a:spcPts val="0"/>
              </a:spcAft>
              <a:buNone/>
            </a:pP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2"/>
        <p:cNvGrpSpPr/>
        <p:nvPr/>
      </p:nvGrpSpPr>
      <p:grpSpPr>
        <a:xfrm>
          <a:off x="0" y="0"/>
          <a:ext cx="0" cy="0"/>
          <a:chOff x="0" y="0"/>
          <a:chExt cx="0" cy="0"/>
        </a:xfrm>
      </p:grpSpPr>
      <p:sp>
        <p:nvSpPr>
          <p:cNvPr id="1163" name="Google Shape;1163;gd5260bdd85_0_2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4" name="Google Shape;1164;gd5260bdd85_0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As we’ve discussed, the most important aspect of crowdsourcing is actually obtaining data from volunteers to then make something of that data. We’ve discussed how we may encourage these volunteers to act with points and certifications. However, we still believe that isn’t enough.</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One of our biggest contributions to crowdsourcing is our Social Media Data Extraction Algorithm. The idea goes like this, use leverage web crawler technology that monitor social media websites such as Twitter through an API, scanning for crisis keywords such as Disaster, Flood, Earthquake, etc. While prioritizing social media posts with actual visual content such as images and videos.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We then Extract the </a:t>
            </a:r>
            <a:r>
              <a:rPr lang="en-US" dirty="0" err="1"/>
              <a:t>MetaData</a:t>
            </a:r>
            <a:r>
              <a:rPr lang="en-US" dirty="0"/>
              <a:t> from these posts and use Geo-Location tools such as </a:t>
            </a:r>
            <a:r>
              <a:rPr lang="en-US" dirty="0" err="1"/>
              <a:t>OpenStreeMap</a:t>
            </a:r>
            <a:r>
              <a:rPr lang="en-US" dirty="0"/>
              <a:t> to locate the incident.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Considering that the data is extracted from social media and not directly uploaded from volunteers through the app, people could upload fake, AI-generated, or stock images. To combat this, we add an extra layer of security leveraging computer vision technology. We use tools such as the Google Vision API and OpenCV to break these images down into pixels and Detect if these images are AI-generated or are stock images.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Now, unfortunately, technology is not yet so reliable that we’d allow an algorithm to fully determine that there is a disaster and signal an alarm. After it computes a high-enough confidence score of the data it collects, this algorithm will then ask app users next to that location to verify this data based on some images that it has extracted. Additionally, since the algorithm is likely to get the position off by at least a few meters, volunteers have the option to move around a pin on a map to pinpoint the location better.</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 </a:t>
            </a: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9"/>
        <p:cNvGrpSpPr/>
        <p:nvPr/>
      </p:nvGrpSpPr>
      <p:grpSpPr>
        <a:xfrm>
          <a:off x="0" y="0"/>
          <a:ext cx="0" cy="0"/>
          <a:chOff x="0" y="0"/>
          <a:chExt cx="0" cy="0"/>
        </a:xfrm>
      </p:grpSpPr>
      <p:sp>
        <p:nvSpPr>
          <p:cNvPr id="1240" name="Google Shape;1240;g25805245a6c_0_3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1" name="Google Shape;1241;g25805245a6c_0_3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Now that we’ve shown you how we mainly collect our data, we’ll now show you how we actually utilize that data for disaster management.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Now whenever a report reaches a high-enough confidence level, app users within a specific range of that report will be alerted. Visuals such as images will clearly be shown to these nearby users as they may recognize the area and stay far from it. Additionally, a map should pinpoint the location to them.</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For a suspected disaster with a high-enough confidence score, nearby users receive a caution. However, for a confirmed or very-highly-likely disaster, a stronger Critical Alert is given. Signaling a serious problem.</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Additionally, with a high-enough confidence score, these alerts are forwarded to higher-authorities, providing the location, type, and likely-hood of the disaster, while showcasing raw data such as images so that authorities may also make their own judgement. </a:t>
            </a: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6"/>
        <p:cNvGrpSpPr/>
        <p:nvPr/>
      </p:nvGrpSpPr>
      <p:grpSpPr>
        <a:xfrm>
          <a:off x="0" y="0"/>
          <a:ext cx="0" cy="0"/>
          <a:chOff x="0" y="0"/>
          <a:chExt cx="0" cy="0"/>
        </a:xfrm>
      </p:grpSpPr>
      <p:sp>
        <p:nvSpPr>
          <p:cNvPr id="1097" name="Google Shape;1097;g54dda1946d_6_3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8" name="Google Shape;1098;g54dda1946d_6_3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Now, in the case of a full-blown disaster, we wouldn’t want our app to fully rely on authorities when it comes to saving the lives of the people. As that alone is not enough in larger disasters, such as in the LA fires. Emergency services, can only help so many people at a time. Sometimes, help cannot get there, and in such cases, we would not want to leave the people empty handed, having no idea what to do next.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 Shortest Path Escape Route Algorithm may just be our largest contribution to crowdsourcing. In the case of a disaster, users will be shown a full map of the area around them. Roads where disasters have been confirmed, such as fires or blockages, or floods, will be blocked and marked with red lines. Roads and Areas with suspected dangers will be marked with orange lines, roads that are verified to be safe will be marked with blue lines.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Most importantly, using these blue safe lines, the algorithm will compute the shortest possible safe path that could get you out of the disaster, and highlight that entire path in green. This path is our attempt at getting the people to safety as fast as possible whenever emergency cannot be contacted. This will provide the user with some safety and ease of mind as a person would typically be too panicked in the event of a disaster to think clearly.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Keep in mind that this path and map keep getting dynamically updated as new hazards are validated or if the user steers off the path accidentally, then a new route will be dynamically re-computed.</a:t>
            </a: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9"/>
        <p:cNvGrpSpPr/>
        <p:nvPr/>
      </p:nvGrpSpPr>
      <p:grpSpPr>
        <a:xfrm>
          <a:off x="0" y="0"/>
          <a:ext cx="0" cy="0"/>
          <a:chOff x="0" y="0"/>
          <a:chExt cx="0" cy="0"/>
        </a:xfrm>
      </p:grpSpPr>
      <p:sp>
        <p:nvSpPr>
          <p:cNvPr id="1260" name="Google Shape;1260;g54dda1946d_4_27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1" name="Google Shape;1261;g54dda1946d_4_27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During our meeting with the doctor, he asked us a very crucial and important question. What would happen if there were simply no internet. How would the app work? Since the internet is very likely to malfunction during a disaster. We suggested that future technologies such as </a:t>
            </a:r>
            <a:r>
              <a:rPr lang="en-US" dirty="0" err="1"/>
              <a:t>StarLink</a:t>
            </a:r>
            <a:r>
              <a:rPr lang="en-US" dirty="0"/>
              <a:t> would completely eliminate this problem. However, we also wanted to find a more ‘present’ way to combat this issue.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One thing we’ve though about is Pre-Downloading these maps into the cache. You see, inside every device there’s a small memory component called the ‘Cache’ which temporarily stores data in blocks. Whenever, you’re still online, every so often the most recently updated Escape Route Map will be saved within your cache. These cached maps can then be accessed offline with a note showing last update time (ex: last updated 3 minutes ago).</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While offline, you will also be able to upload reports and evaluate previous reports from other users. The second you become online again, even if for a few seconds. Every offline report will be immediately uploaded, and the most recently updated version of the Escape Route Map is immediately updated to your cache. So, you could access it even while offline.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This second approach is still relatively new and requires many </a:t>
            </a:r>
            <a:r>
              <a:rPr lang="en-US" dirty="0" err="1"/>
              <a:t>many</a:t>
            </a:r>
            <a:r>
              <a:rPr lang="en-US" dirty="0"/>
              <a:t> more optimizations before it is ever put into use. Especially in the aspect of security and power-consumption. The idea is called ‘mesh networking’ and it is a way to share data across long distances with absolutely no internet connection, relying on Bluetooth and WIFI-Direct technologies. How it works is, as we’ve said, users can still upload reports will offline and evaluate previous reports, now instead of waiting for an internet connection, this new acquired data will actually hop from one device to another, until it reaches a device or location that does have internet. For example, this user publishes an offline report, the app then searches any nearby users with activated Bluetooth, and sends them that report, these users evaluate the report, and from their position, the app searches again for the nearest devices, forwarding that report to them as well. This process is repeated again and again and has the potential to cover very large grounds as long as enough devices are nearby. The second that this offline data reaches a device or location that does have internet connection ,such as these two subscribers over here, then these two devices can forward all of that accumulated offline data to our servers, where it will be evaluated and a new escape route map will be created. That map can then be viewed by these devices with internet, which can then share the map to offline devices using mesh networking again. </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5">
          <a:extLst>
            <a:ext uri="{FF2B5EF4-FFF2-40B4-BE49-F238E27FC236}">
              <a16:creationId xmlns:a16="http://schemas.microsoft.com/office/drawing/2014/main" id="{B4D901EC-6DF3-9125-A336-FE1DCA122EF5}"/>
            </a:ext>
          </a:extLst>
        </p:cNvPr>
        <p:cNvGrpSpPr/>
        <p:nvPr/>
      </p:nvGrpSpPr>
      <p:grpSpPr>
        <a:xfrm>
          <a:off x="0" y="0"/>
          <a:ext cx="0" cy="0"/>
          <a:chOff x="0" y="0"/>
          <a:chExt cx="0" cy="0"/>
        </a:xfrm>
      </p:grpSpPr>
      <p:sp>
        <p:nvSpPr>
          <p:cNvPr id="1636" name="Google Shape;1636;g54dda1946d_6_358:notes">
            <a:extLst>
              <a:ext uri="{FF2B5EF4-FFF2-40B4-BE49-F238E27FC236}">
                <a16:creationId xmlns:a16="http://schemas.microsoft.com/office/drawing/2014/main" id="{DD51D5A0-EC9A-760B-F182-1D7740AAE23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7" name="Google Shape;1637;g54dda1946d_6_358:notes">
            <a:extLst>
              <a:ext uri="{FF2B5EF4-FFF2-40B4-BE49-F238E27FC236}">
                <a16:creationId xmlns:a16="http://schemas.microsoft.com/office/drawing/2014/main" id="{3EB1BF56-1E0E-1D32-4F91-7C2CD725808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67007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5">
          <a:extLst>
            <a:ext uri="{FF2B5EF4-FFF2-40B4-BE49-F238E27FC236}">
              <a16:creationId xmlns:a16="http://schemas.microsoft.com/office/drawing/2014/main" id="{6EFDBF06-3D26-A3AA-11A9-DA95E086E0DA}"/>
            </a:ext>
          </a:extLst>
        </p:cNvPr>
        <p:cNvGrpSpPr/>
        <p:nvPr/>
      </p:nvGrpSpPr>
      <p:grpSpPr>
        <a:xfrm>
          <a:off x="0" y="0"/>
          <a:ext cx="0" cy="0"/>
          <a:chOff x="0" y="0"/>
          <a:chExt cx="0" cy="0"/>
        </a:xfrm>
      </p:grpSpPr>
      <p:sp>
        <p:nvSpPr>
          <p:cNvPr id="1636" name="Google Shape;1636;g54dda1946d_6_358:notes">
            <a:extLst>
              <a:ext uri="{FF2B5EF4-FFF2-40B4-BE49-F238E27FC236}">
                <a16:creationId xmlns:a16="http://schemas.microsoft.com/office/drawing/2014/main" id="{294DC750-B351-2E74-41E9-DFD3372156B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7" name="Google Shape;1637;g54dda1946d_6_358:notes">
            <a:extLst>
              <a:ext uri="{FF2B5EF4-FFF2-40B4-BE49-F238E27FC236}">
                <a16:creationId xmlns:a16="http://schemas.microsoft.com/office/drawing/2014/main" id="{9068447F-FFB7-4068-E3F4-84DF7C70D12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7016756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a:blip r:embed="rId2">
            <a:alphaModFix amt="25000"/>
          </a:blip>
          <a:stretch>
            <a:fillRect/>
          </a:stretch>
        </p:blipFill>
        <p:spPr>
          <a:xfrm>
            <a:off x="-2" y="0"/>
            <a:ext cx="9143999" cy="5143500"/>
          </a:xfrm>
          <a:prstGeom prst="rect">
            <a:avLst/>
          </a:prstGeom>
          <a:noFill/>
          <a:ln>
            <a:noFill/>
          </a:ln>
        </p:spPr>
      </p:pic>
      <p:pic>
        <p:nvPicPr>
          <p:cNvPr id="10" name="Google Shape;10;p2"/>
          <p:cNvPicPr preferRelativeResize="0"/>
          <p:nvPr/>
        </p:nvPicPr>
        <p:blipFill rotWithShape="1">
          <a:blip r:embed="rId3">
            <a:alphaModFix amt="29000"/>
          </a:blip>
          <a:srcRect l="55982" t="8883"/>
          <a:stretch/>
        </p:blipFill>
        <p:spPr>
          <a:xfrm rot="-5400000">
            <a:off x="5105925" y="-648601"/>
            <a:ext cx="3389451" cy="4686651"/>
          </a:xfrm>
          <a:prstGeom prst="rect">
            <a:avLst/>
          </a:prstGeom>
          <a:noFill/>
          <a:ln>
            <a:noFill/>
          </a:ln>
        </p:spPr>
      </p:pic>
      <p:pic>
        <p:nvPicPr>
          <p:cNvPr id="11" name="Google Shape;11;p2"/>
          <p:cNvPicPr preferRelativeResize="0"/>
          <p:nvPr/>
        </p:nvPicPr>
        <p:blipFill rotWithShape="1">
          <a:blip r:embed="rId4">
            <a:alphaModFix amt="46000"/>
          </a:blip>
          <a:srcRect l="445" t="24535" r="455" b="47004"/>
          <a:stretch/>
        </p:blipFill>
        <p:spPr>
          <a:xfrm>
            <a:off x="0" y="3263538"/>
            <a:ext cx="9144001" cy="1919150"/>
          </a:xfrm>
          <a:prstGeom prst="rect">
            <a:avLst/>
          </a:prstGeom>
          <a:noFill/>
          <a:ln>
            <a:noFill/>
          </a:ln>
        </p:spPr>
      </p:pic>
      <p:sp>
        <p:nvSpPr>
          <p:cNvPr id="12" name="Google Shape;12;p2"/>
          <p:cNvSpPr txBox="1">
            <a:spLocks noGrp="1"/>
          </p:cNvSpPr>
          <p:nvPr>
            <p:ph type="ctrTitle"/>
          </p:nvPr>
        </p:nvSpPr>
        <p:spPr>
          <a:xfrm>
            <a:off x="713225" y="906675"/>
            <a:ext cx="4930800" cy="1943700"/>
          </a:xfrm>
          <a:prstGeom prst="rect">
            <a:avLst/>
          </a:prstGeom>
          <a:effectLst>
            <a:outerShdw blurRad="57150" dist="19050" dir="5400000" algn="bl" rotWithShape="0">
              <a:srgbClr val="000000">
                <a:alpha val="50000"/>
              </a:srgbClr>
            </a:outerShdw>
          </a:effectLst>
        </p:spPr>
        <p:txBody>
          <a:bodyPr spcFirstLastPara="1" wrap="square" lIns="91425" tIns="91425" rIns="91425" bIns="91425" anchor="b" anchorCtr="0">
            <a:noAutofit/>
          </a:bodyPr>
          <a:lstStyle>
            <a:lvl1pPr lvl="0">
              <a:lnSpc>
                <a:spcPct val="90000"/>
              </a:lnSpc>
              <a:spcBef>
                <a:spcPts val="0"/>
              </a:spcBef>
              <a:spcAft>
                <a:spcPts val="0"/>
              </a:spcAft>
              <a:buClr>
                <a:srgbClr val="191919"/>
              </a:buClr>
              <a:buSzPts val="5200"/>
              <a:buFont typeface="Anton"/>
              <a:buNone/>
              <a:defRPr sz="9600">
                <a:latin typeface="Anton"/>
                <a:ea typeface="Anton"/>
                <a:cs typeface="Anton"/>
                <a:sym typeface="Anton"/>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3" name="Google Shape;13;p2"/>
          <p:cNvSpPr txBox="1">
            <a:spLocks noGrp="1"/>
          </p:cNvSpPr>
          <p:nvPr>
            <p:ph type="subTitle" idx="1"/>
          </p:nvPr>
        </p:nvSpPr>
        <p:spPr>
          <a:xfrm>
            <a:off x="713225" y="2850450"/>
            <a:ext cx="4421100" cy="4194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4"/>
        <p:cNvGrpSpPr/>
        <p:nvPr/>
      </p:nvGrpSpPr>
      <p:grpSpPr>
        <a:xfrm>
          <a:off x="0" y="0"/>
          <a:ext cx="0" cy="0"/>
          <a:chOff x="0" y="0"/>
          <a:chExt cx="0" cy="0"/>
        </a:xfrm>
      </p:grpSpPr>
      <p:pic>
        <p:nvPicPr>
          <p:cNvPr id="15" name="Google Shape;15;p3"/>
          <p:cNvPicPr preferRelativeResize="0"/>
          <p:nvPr/>
        </p:nvPicPr>
        <p:blipFill rotWithShape="1">
          <a:blip r:embed="rId2">
            <a:alphaModFix amt="30000"/>
          </a:blip>
          <a:srcRect t="38590"/>
          <a:stretch/>
        </p:blipFill>
        <p:spPr>
          <a:xfrm>
            <a:off x="0" y="0"/>
            <a:ext cx="9144000" cy="3397451"/>
          </a:xfrm>
          <a:prstGeom prst="rect">
            <a:avLst/>
          </a:prstGeom>
          <a:noFill/>
          <a:ln>
            <a:noFill/>
          </a:ln>
        </p:spPr>
      </p:pic>
      <p:pic>
        <p:nvPicPr>
          <p:cNvPr id="16" name="Google Shape;16;p3"/>
          <p:cNvPicPr preferRelativeResize="0"/>
          <p:nvPr/>
        </p:nvPicPr>
        <p:blipFill>
          <a:blip r:embed="rId3">
            <a:alphaModFix amt="25000"/>
          </a:blip>
          <a:stretch>
            <a:fillRect/>
          </a:stretch>
        </p:blipFill>
        <p:spPr>
          <a:xfrm flipH="1">
            <a:off x="-2" y="0"/>
            <a:ext cx="9143999" cy="5143500"/>
          </a:xfrm>
          <a:prstGeom prst="rect">
            <a:avLst/>
          </a:prstGeom>
          <a:noFill/>
          <a:ln>
            <a:noFill/>
          </a:ln>
        </p:spPr>
      </p:pic>
      <p:sp>
        <p:nvSpPr>
          <p:cNvPr id="17" name="Google Shape;17;p3"/>
          <p:cNvSpPr txBox="1">
            <a:spLocks noGrp="1"/>
          </p:cNvSpPr>
          <p:nvPr>
            <p:ph type="title"/>
          </p:nvPr>
        </p:nvSpPr>
        <p:spPr>
          <a:xfrm>
            <a:off x="720000" y="1990750"/>
            <a:ext cx="4580400" cy="175200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8" name="Google Shape;18;p3"/>
          <p:cNvSpPr txBox="1">
            <a:spLocks noGrp="1"/>
          </p:cNvSpPr>
          <p:nvPr>
            <p:ph type="title" idx="2" hasCustomPrompt="1"/>
          </p:nvPr>
        </p:nvSpPr>
        <p:spPr>
          <a:xfrm>
            <a:off x="713225" y="782438"/>
            <a:ext cx="1383300" cy="1387800"/>
          </a:xfrm>
          <a:prstGeom prst="rect">
            <a:avLst/>
          </a:prstGeom>
          <a:noFill/>
        </p:spPr>
        <p:txBody>
          <a:bodyPr spcFirstLastPara="1" wrap="square" lIns="91425" tIns="91425" rIns="91425" bIns="91425" anchor="t" anchorCtr="0">
            <a:noAutofit/>
          </a:bodyPr>
          <a:lstStyle>
            <a:lvl1pPr lvl="0" rtl="0">
              <a:spcBef>
                <a:spcPts val="0"/>
              </a:spcBef>
              <a:spcAft>
                <a:spcPts val="0"/>
              </a:spcAft>
              <a:buClr>
                <a:schemeClr val="lt1"/>
              </a:buClr>
              <a:buSzPts val="6000"/>
              <a:buNone/>
              <a:defRPr sz="83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9" name="Google Shape;19;p3"/>
          <p:cNvSpPr txBox="1">
            <a:spLocks noGrp="1"/>
          </p:cNvSpPr>
          <p:nvPr>
            <p:ph type="subTitle" idx="1"/>
          </p:nvPr>
        </p:nvSpPr>
        <p:spPr>
          <a:xfrm>
            <a:off x="720000" y="3653650"/>
            <a:ext cx="4580400" cy="375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5"/>
        <p:cNvGrpSpPr/>
        <p:nvPr/>
      </p:nvGrpSpPr>
      <p:grpSpPr>
        <a:xfrm>
          <a:off x="0" y="0"/>
          <a:ext cx="0" cy="0"/>
          <a:chOff x="0" y="0"/>
          <a:chExt cx="0" cy="0"/>
        </a:xfrm>
      </p:grpSpPr>
      <p:grpSp>
        <p:nvGrpSpPr>
          <p:cNvPr id="56" name="Google Shape;56;p9"/>
          <p:cNvGrpSpPr/>
          <p:nvPr/>
        </p:nvGrpSpPr>
        <p:grpSpPr>
          <a:xfrm>
            <a:off x="0" y="4472533"/>
            <a:ext cx="9144045" cy="671120"/>
            <a:chOff x="5" y="4338433"/>
            <a:chExt cx="9144045" cy="805087"/>
          </a:xfrm>
        </p:grpSpPr>
        <p:sp>
          <p:nvSpPr>
            <p:cNvPr id="57" name="Google Shape;57;p9"/>
            <p:cNvSpPr/>
            <p:nvPr/>
          </p:nvSpPr>
          <p:spPr>
            <a:xfrm>
              <a:off x="5" y="4338433"/>
              <a:ext cx="9144045" cy="805087"/>
            </a:xfrm>
            <a:custGeom>
              <a:avLst/>
              <a:gdLst/>
              <a:ahLst/>
              <a:cxnLst/>
              <a:rect l="l" t="t" r="r" b="b"/>
              <a:pathLst>
                <a:path w="95644" h="14575" extrusionOk="0">
                  <a:moveTo>
                    <a:pt x="1" y="14575"/>
                  </a:moveTo>
                  <a:lnTo>
                    <a:pt x="95644" y="14575"/>
                  </a:lnTo>
                  <a:lnTo>
                    <a:pt x="95644" y="1"/>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9"/>
            <p:cNvSpPr/>
            <p:nvPr/>
          </p:nvSpPr>
          <p:spPr>
            <a:xfrm>
              <a:off x="1022400" y="4338764"/>
              <a:ext cx="8121645" cy="804755"/>
            </a:xfrm>
            <a:custGeom>
              <a:avLst/>
              <a:gdLst/>
              <a:ahLst/>
              <a:cxnLst/>
              <a:rect l="l" t="t" r="r" b="b"/>
              <a:pathLst>
                <a:path w="84950" h="14569" extrusionOk="0">
                  <a:moveTo>
                    <a:pt x="17263" y="8768"/>
                  </a:moveTo>
                  <a:lnTo>
                    <a:pt x="9991" y="9293"/>
                  </a:lnTo>
                  <a:lnTo>
                    <a:pt x="12104" y="10992"/>
                  </a:lnTo>
                  <a:lnTo>
                    <a:pt x="3183" y="13778"/>
                  </a:lnTo>
                  <a:lnTo>
                    <a:pt x="1" y="14556"/>
                  </a:lnTo>
                  <a:lnTo>
                    <a:pt x="17361" y="14556"/>
                  </a:lnTo>
                  <a:lnTo>
                    <a:pt x="20321" y="12666"/>
                  </a:lnTo>
                  <a:lnTo>
                    <a:pt x="28822" y="11696"/>
                  </a:lnTo>
                  <a:lnTo>
                    <a:pt x="26734" y="10016"/>
                  </a:lnTo>
                  <a:close/>
                  <a:moveTo>
                    <a:pt x="45558" y="4449"/>
                  </a:moveTo>
                  <a:lnTo>
                    <a:pt x="42309" y="2311"/>
                  </a:lnTo>
                  <a:lnTo>
                    <a:pt x="54115" y="1"/>
                  </a:lnTo>
                  <a:lnTo>
                    <a:pt x="28167" y="1"/>
                  </a:lnTo>
                  <a:lnTo>
                    <a:pt x="27710" y="273"/>
                  </a:lnTo>
                  <a:lnTo>
                    <a:pt x="13494" y="409"/>
                  </a:lnTo>
                  <a:lnTo>
                    <a:pt x="6389" y="3479"/>
                  </a:lnTo>
                  <a:lnTo>
                    <a:pt x="16151" y="5147"/>
                  </a:lnTo>
                  <a:cubicBezTo>
                    <a:pt x="16707" y="5147"/>
                    <a:pt x="21729" y="4869"/>
                    <a:pt x="21729" y="4869"/>
                  </a:cubicBezTo>
                  <a:lnTo>
                    <a:pt x="27302" y="5425"/>
                  </a:lnTo>
                  <a:lnTo>
                    <a:pt x="31343" y="4591"/>
                  </a:lnTo>
                  <a:lnTo>
                    <a:pt x="39708" y="5425"/>
                  </a:lnTo>
                  <a:close/>
                  <a:moveTo>
                    <a:pt x="43186" y="12252"/>
                  </a:moveTo>
                  <a:lnTo>
                    <a:pt x="38583" y="11554"/>
                  </a:lnTo>
                  <a:lnTo>
                    <a:pt x="35939" y="12808"/>
                  </a:lnTo>
                  <a:cubicBezTo>
                    <a:pt x="35939" y="12808"/>
                    <a:pt x="33425" y="14056"/>
                    <a:pt x="33147" y="14482"/>
                  </a:cubicBezTo>
                  <a:lnTo>
                    <a:pt x="33517" y="14569"/>
                  </a:lnTo>
                  <a:lnTo>
                    <a:pt x="54152" y="14569"/>
                  </a:lnTo>
                  <a:lnTo>
                    <a:pt x="51823" y="13784"/>
                  </a:lnTo>
                  <a:close/>
                  <a:moveTo>
                    <a:pt x="78271" y="4097"/>
                  </a:moveTo>
                  <a:lnTo>
                    <a:pt x="84950" y="3652"/>
                  </a:lnTo>
                  <a:lnTo>
                    <a:pt x="84950" y="1786"/>
                  </a:lnTo>
                  <a:lnTo>
                    <a:pt x="79526" y="2441"/>
                  </a:lnTo>
                  <a:lnTo>
                    <a:pt x="65421" y="4393"/>
                  </a:lnTo>
                  <a:lnTo>
                    <a:pt x="54609" y="7476"/>
                  </a:lnTo>
                  <a:lnTo>
                    <a:pt x="60565" y="9219"/>
                  </a:lnTo>
                  <a:lnTo>
                    <a:pt x="66990" y="12203"/>
                  </a:lnTo>
                  <a:lnTo>
                    <a:pt x="77647" y="14464"/>
                  </a:lnTo>
                  <a:lnTo>
                    <a:pt x="84950" y="14396"/>
                  </a:lnTo>
                  <a:lnTo>
                    <a:pt x="84950" y="9373"/>
                  </a:lnTo>
                  <a:lnTo>
                    <a:pt x="79995" y="9015"/>
                  </a:lnTo>
                  <a:lnTo>
                    <a:pt x="66360" y="7075"/>
                  </a:lnTo>
                  <a:lnTo>
                    <a:pt x="72470" y="4912"/>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59" name="Google Shape;59;p9"/>
          <p:cNvPicPr preferRelativeResize="0"/>
          <p:nvPr/>
        </p:nvPicPr>
        <p:blipFill>
          <a:blip r:embed="rId2">
            <a:alphaModFix amt="25000"/>
          </a:blip>
          <a:stretch>
            <a:fillRect/>
          </a:stretch>
        </p:blipFill>
        <p:spPr>
          <a:xfrm flipH="1">
            <a:off x="-2" y="0"/>
            <a:ext cx="9143999" cy="5143500"/>
          </a:xfrm>
          <a:prstGeom prst="rect">
            <a:avLst/>
          </a:prstGeom>
          <a:noFill/>
          <a:ln>
            <a:noFill/>
          </a:ln>
        </p:spPr>
      </p:pic>
      <p:pic>
        <p:nvPicPr>
          <p:cNvPr id="60" name="Google Shape;60;p9"/>
          <p:cNvPicPr preferRelativeResize="0"/>
          <p:nvPr/>
        </p:nvPicPr>
        <p:blipFill rotWithShape="1">
          <a:blip r:embed="rId3">
            <a:alphaModFix amt="40000"/>
          </a:blip>
          <a:srcRect l="2827" t="53272" b="-4689"/>
          <a:stretch/>
        </p:blipFill>
        <p:spPr>
          <a:xfrm>
            <a:off x="-50" y="0"/>
            <a:ext cx="9144051" cy="3229924"/>
          </a:xfrm>
          <a:prstGeom prst="rect">
            <a:avLst/>
          </a:prstGeom>
          <a:noFill/>
          <a:ln>
            <a:noFill/>
          </a:ln>
        </p:spPr>
      </p:pic>
      <p:sp>
        <p:nvSpPr>
          <p:cNvPr id="61" name="Google Shape;61;p9"/>
          <p:cNvSpPr txBox="1">
            <a:spLocks noGrp="1"/>
          </p:cNvSpPr>
          <p:nvPr>
            <p:ph type="title"/>
          </p:nvPr>
        </p:nvSpPr>
        <p:spPr>
          <a:xfrm>
            <a:off x="4186375" y="1525450"/>
            <a:ext cx="4244400" cy="1605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500"/>
              <a:buNone/>
              <a:defRPr sz="96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62" name="Google Shape;62;p9"/>
          <p:cNvSpPr txBox="1">
            <a:spLocks noGrp="1"/>
          </p:cNvSpPr>
          <p:nvPr>
            <p:ph type="subTitle" idx="1"/>
          </p:nvPr>
        </p:nvSpPr>
        <p:spPr>
          <a:xfrm>
            <a:off x="4186475" y="2946950"/>
            <a:ext cx="42444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105"/>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106"/>
        <p:cNvGrpSpPr/>
        <p:nvPr/>
      </p:nvGrpSpPr>
      <p:grpSpPr>
        <a:xfrm>
          <a:off x="0" y="0"/>
          <a:ext cx="0" cy="0"/>
          <a:chOff x="0" y="0"/>
          <a:chExt cx="0" cy="0"/>
        </a:xfrm>
      </p:grpSpPr>
      <p:pic>
        <p:nvPicPr>
          <p:cNvPr id="107" name="Google Shape;107;p13"/>
          <p:cNvPicPr preferRelativeResize="0"/>
          <p:nvPr/>
        </p:nvPicPr>
        <p:blipFill>
          <a:blip r:embed="rId2">
            <a:alphaModFix amt="25000"/>
          </a:blip>
          <a:stretch>
            <a:fillRect/>
          </a:stretch>
        </p:blipFill>
        <p:spPr>
          <a:xfrm flipH="1">
            <a:off x="-2" y="0"/>
            <a:ext cx="9143999" cy="5143500"/>
          </a:xfrm>
          <a:prstGeom prst="rect">
            <a:avLst/>
          </a:prstGeom>
          <a:noFill/>
          <a:ln>
            <a:noFill/>
          </a:ln>
        </p:spPr>
      </p:pic>
      <p:pic>
        <p:nvPicPr>
          <p:cNvPr id="108" name="Google Shape;108;p13"/>
          <p:cNvPicPr preferRelativeResize="0"/>
          <p:nvPr/>
        </p:nvPicPr>
        <p:blipFill rotWithShape="1">
          <a:blip r:embed="rId3">
            <a:alphaModFix amt="26000"/>
          </a:blip>
          <a:srcRect l="445" t="22414" r="455" b="53524"/>
          <a:stretch/>
        </p:blipFill>
        <p:spPr>
          <a:xfrm>
            <a:off x="0" y="3521025"/>
            <a:ext cx="9144001" cy="1622474"/>
          </a:xfrm>
          <a:prstGeom prst="rect">
            <a:avLst/>
          </a:prstGeom>
          <a:noFill/>
          <a:ln>
            <a:noFill/>
          </a:ln>
        </p:spPr>
      </p:pic>
      <p:sp>
        <p:nvSpPr>
          <p:cNvPr id="109" name="Google Shape;109;p13"/>
          <p:cNvSpPr txBox="1">
            <a:spLocks noGrp="1"/>
          </p:cNvSpPr>
          <p:nvPr>
            <p:ph type="title"/>
          </p:nvPr>
        </p:nvSpPr>
        <p:spPr>
          <a:xfrm>
            <a:off x="720000" y="445025"/>
            <a:ext cx="7704000" cy="572700"/>
          </a:xfrm>
          <a:prstGeom prst="rect">
            <a:avLst/>
          </a:prstGeom>
          <a:effectLst>
            <a:outerShdw blurRad="57150" dist="19050" dir="5400000" algn="bl" rotWithShape="0">
              <a:srgbClr val="000000">
                <a:alpha val="50000"/>
              </a:srgbClr>
            </a:outerShdw>
          </a:effectLst>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10" name="Google Shape;110;p13"/>
          <p:cNvSpPr txBox="1">
            <a:spLocks noGrp="1"/>
          </p:cNvSpPr>
          <p:nvPr>
            <p:ph type="subTitle" idx="1"/>
          </p:nvPr>
        </p:nvSpPr>
        <p:spPr>
          <a:xfrm>
            <a:off x="1945475" y="2116975"/>
            <a:ext cx="25293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1" name="Google Shape;111;p13"/>
          <p:cNvSpPr txBox="1">
            <a:spLocks noGrp="1"/>
          </p:cNvSpPr>
          <p:nvPr>
            <p:ph type="subTitle" idx="2"/>
          </p:nvPr>
        </p:nvSpPr>
        <p:spPr>
          <a:xfrm>
            <a:off x="5452232" y="2116975"/>
            <a:ext cx="25293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2" name="Google Shape;112;p13"/>
          <p:cNvSpPr txBox="1">
            <a:spLocks noGrp="1"/>
          </p:cNvSpPr>
          <p:nvPr>
            <p:ph type="subTitle" idx="3"/>
          </p:nvPr>
        </p:nvSpPr>
        <p:spPr>
          <a:xfrm>
            <a:off x="1945475" y="3951375"/>
            <a:ext cx="25293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3" name="Google Shape;113;p13"/>
          <p:cNvSpPr txBox="1">
            <a:spLocks noGrp="1"/>
          </p:cNvSpPr>
          <p:nvPr>
            <p:ph type="subTitle" idx="4"/>
          </p:nvPr>
        </p:nvSpPr>
        <p:spPr>
          <a:xfrm>
            <a:off x="5452232" y="3951375"/>
            <a:ext cx="25293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4" name="Google Shape;114;p13"/>
          <p:cNvSpPr txBox="1">
            <a:spLocks noGrp="1"/>
          </p:cNvSpPr>
          <p:nvPr>
            <p:ph type="title" idx="5" hasCustomPrompt="1"/>
          </p:nvPr>
        </p:nvSpPr>
        <p:spPr>
          <a:xfrm>
            <a:off x="1162472" y="1702850"/>
            <a:ext cx="783000" cy="572700"/>
          </a:xfrm>
          <a:prstGeom prst="rect">
            <a:avLst/>
          </a:prstGeom>
          <a:noFill/>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lvl1pPr lvl="0" algn="ctr" rtl="0">
              <a:spcBef>
                <a:spcPts val="0"/>
              </a:spcBef>
              <a:spcAft>
                <a:spcPts val="0"/>
              </a:spcAft>
              <a:buSzPts val="3000"/>
              <a:buNone/>
              <a:defRPr sz="41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5" name="Google Shape;115;p13"/>
          <p:cNvSpPr txBox="1">
            <a:spLocks noGrp="1"/>
          </p:cNvSpPr>
          <p:nvPr>
            <p:ph type="title" idx="6" hasCustomPrompt="1"/>
          </p:nvPr>
        </p:nvSpPr>
        <p:spPr>
          <a:xfrm>
            <a:off x="1162472" y="3603575"/>
            <a:ext cx="783000" cy="572700"/>
          </a:xfrm>
          <a:prstGeom prst="rect">
            <a:avLst/>
          </a:prstGeom>
          <a:noFill/>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lvl1pPr lvl="0" algn="ctr" rtl="0">
              <a:spcBef>
                <a:spcPts val="0"/>
              </a:spcBef>
              <a:spcAft>
                <a:spcPts val="0"/>
              </a:spcAft>
              <a:buSzPts val="3000"/>
              <a:buNone/>
              <a:defRPr sz="41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6" name="Google Shape;116;p13"/>
          <p:cNvSpPr txBox="1">
            <a:spLocks noGrp="1"/>
          </p:cNvSpPr>
          <p:nvPr>
            <p:ph type="title" idx="7" hasCustomPrompt="1"/>
          </p:nvPr>
        </p:nvSpPr>
        <p:spPr>
          <a:xfrm>
            <a:off x="4669200" y="1702850"/>
            <a:ext cx="783000" cy="572700"/>
          </a:xfrm>
          <a:prstGeom prst="rect">
            <a:avLst/>
          </a:prstGeom>
          <a:noFill/>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lvl1pPr lvl="0" algn="ctr" rtl="0">
              <a:spcBef>
                <a:spcPts val="0"/>
              </a:spcBef>
              <a:spcAft>
                <a:spcPts val="0"/>
              </a:spcAft>
              <a:buSzPts val="3000"/>
              <a:buNone/>
              <a:defRPr sz="41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7" name="Google Shape;117;p13"/>
          <p:cNvSpPr txBox="1">
            <a:spLocks noGrp="1"/>
          </p:cNvSpPr>
          <p:nvPr>
            <p:ph type="title" idx="8" hasCustomPrompt="1"/>
          </p:nvPr>
        </p:nvSpPr>
        <p:spPr>
          <a:xfrm>
            <a:off x="4669200" y="3603575"/>
            <a:ext cx="783000" cy="572700"/>
          </a:xfrm>
          <a:prstGeom prst="rect">
            <a:avLst/>
          </a:prstGeom>
          <a:noFill/>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lvl1pPr lvl="0" algn="ctr" rtl="0">
              <a:spcBef>
                <a:spcPts val="0"/>
              </a:spcBef>
              <a:spcAft>
                <a:spcPts val="0"/>
              </a:spcAft>
              <a:buSzPts val="3000"/>
              <a:buNone/>
              <a:defRPr sz="41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8" name="Google Shape;118;p13"/>
          <p:cNvSpPr txBox="1">
            <a:spLocks noGrp="1"/>
          </p:cNvSpPr>
          <p:nvPr>
            <p:ph type="subTitle" idx="9"/>
          </p:nvPr>
        </p:nvSpPr>
        <p:spPr>
          <a:xfrm>
            <a:off x="1945475" y="1369550"/>
            <a:ext cx="2529300" cy="906000"/>
          </a:xfrm>
          <a:prstGeom prst="rect">
            <a:avLst/>
          </a:prstGeom>
          <a:effectLst>
            <a:outerShdw blurRad="57150" dist="19050" dir="5400000" algn="bl" rotWithShape="0">
              <a:srgbClr val="000000">
                <a:alpha val="50000"/>
              </a:srgbClr>
            </a:outerShdw>
          </a:effectLst>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Anton"/>
              <a:buNone/>
              <a:defRPr sz="2400">
                <a:solidFill>
                  <a:schemeClr val="dk1"/>
                </a:solidFill>
                <a:latin typeface="Anton"/>
                <a:ea typeface="Anton"/>
                <a:cs typeface="Anton"/>
                <a:sym typeface="Anton"/>
              </a:defRPr>
            </a:lvl1pPr>
            <a:lvl2pPr lvl="1" rtl="0">
              <a:lnSpc>
                <a:spcPct val="100000"/>
              </a:lnSpc>
              <a:spcBef>
                <a:spcPts val="0"/>
              </a:spcBef>
              <a:spcAft>
                <a:spcPts val="0"/>
              </a:spcAft>
              <a:buSzPts val="2400"/>
              <a:buFont typeface="Anton"/>
              <a:buNone/>
              <a:defRPr sz="2400">
                <a:latin typeface="Anton"/>
                <a:ea typeface="Anton"/>
                <a:cs typeface="Anton"/>
                <a:sym typeface="Anton"/>
              </a:defRPr>
            </a:lvl2pPr>
            <a:lvl3pPr lvl="2" rtl="0">
              <a:lnSpc>
                <a:spcPct val="100000"/>
              </a:lnSpc>
              <a:spcBef>
                <a:spcPts val="0"/>
              </a:spcBef>
              <a:spcAft>
                <a:spcPts val="0"/>
              </a:spcAft>
              <a:buSzPts val="2400"/>
              <a:buFont typeface="Anton"/>
              <a:buNone/>
              <a:defRPr sz="2400">
                <a:latin typeface="Anton"/>
                <a:ea typeface="Anton"/>
                <a:cs typeface="Anton"/>
                <a:sym typeface="Anton"/>
              </a:defRPr>
            </a:lvl3pPr>
            <a:lvl4pPr lvl="3" rtl="0">
              <a:lnSpc>
                <a:spcPct val="100000"/>
              </a:lnSpc>
              <a:spcBef>
                <a:spcPts val="0"/>
              </a:spcBef>
              <a:spcAft>
                <a:spcPts val="0"/>
              </a:spcAft>
              <a:buSzPts val="2400"/>
              <a:buFont typeface="Anton"/>
              <a:buNone/>
              <a:defRPr sz="2400">
                <a:latin typeface="Anton"/>
                <a:ea typeface="Anton"/>
                <a:cs typeface="Anton"/>
                <a:sym typeface="Anton"/>
              </a:defRPr>
            </a:lvl4pPr>
            <a:lvl5pPr lvl="4" rtl="0">
              <a:lnSpc>
                <a:spcPct val="100000"/>
              </a:lnSpc>
              <a:spcBef>
                <a:spcPts val="0"/>
              </a:spcBef>
              <a:spcAft>
                <a:spcPts val="0"/>
              </a:spcAft>
              <a:buSzPts val="2400"/>
              <a:buFont typeface="Anton"/>
              <a:buNone/>
              <a:defRPr sz="2400">
                <a:latin typeface="Anton"/>
                <a:ea typeface="Anton"/>
                <a:cs typeface="Anton"/>
                <a:sym typeface="Anton"/>
              </a:defRPr>
            </a:lvl5pPr>
            <a:lvl6pPr lvl="5" rtl="0">
              <a:lnSpc>
                <a:spcPct val="100000"/>
              </a:lnSpc>
              <a:spcBef>
                <a:spcPts val="0"/>
              </a:spcBef>
              <a:spcAft>
                <a:spcPts val="0"/>
              </a:spcAft>
              <a:buSzPts val="2400"/>
              <a:buFont typeface="Anton"/>
              <a:buNone/>
              <a:defRPr sz="2400">
                <a:latin typeface="Anton"/>
                <a:ea typeface="Anton"/>
                <a:cs typeface="Anton"/>
                <a:sym typeface="Anton"/>
              </a:defRPr>
            </a:lvl6pPr>
            <a:lvl7pPr lvl="6" rtl="0">
              <a:lnSpc>
                <a:spcPct val="100000"/>
              </a:lnSpc>
              <a:spcBef>
                <a:spcPts val="0"/>
              </a:spcBef>
              <a:spcAft>
                <a:spcPts val="0"/>
              </a:spcAft>
              <a:buSzPts val="2400"/>
              <a:buFont typeface="Anton"/>
              <a:buNone/>
              <a:defRPr sz="2400">
                <a:latin typeface="Anton"/>
                <a:ea typeface="Anton"/>
                <a:cs typeface="Anton"/>
                <a:sym typeface="Anton"/>
              </a:defRPr>
            </a:lvl7pPr>
            <a:lvl8pPr lvl="7" rtl="0">
              <a:lnSpc>
                <a:spcPct val="100000"/>
              </a:lnSpc>
              <a:spcBef>
                <a:spcPts val="0"/>
              </a:spcBef>
              <a:spcAft>
                <a:spcPts val="0"/>
              </a:spcAft>
              <a:buSzPts val="2400"/>
              <a:buFont typeface="Anton"/>
              <a:buNone/>
              <a:defRPr sz="2400">
                <a:latin typeface="Anton"/>
                <a:ea typeface="Anton"/>
                <a:cs typeface="Anton"/>
                <a:sym typeface="Anton"/>
              </a:defRPr>
            </a:lvl8pPr>
            <a:lvl9pPr lvl="8" rtl="0">
              <a:lnSpc>
                <a:spcPct val="100000"/>
              </a:lnSpc>
              <a:spcBef>
                <a:spcPts val="0"/>
              </a:spcBef>
              <a:spcAft>
                <a:spcPts val="0"/>
              </a:spcAft>
              <a:buSzPts val="2400"/>
              <a:buFont typeface="Anton"/>
              <a:buNone/>
              <a:defRPr sz="2400">
                <a:latin typeface="Anton"/>
                <a:ea typeface="Anton"/>
                <a:cs typeface="Anton"/>
                <a:sym typeface="Anton"/>
              </a:defRPr>
            </a:lvl9pPr>
          </a:lstStyle>
          <a:p>
            <a:endParaRPr/>
          </a:p>
        </p:txBody>
      </p:sp>
      <p:sp>
        <p:nvSpPr>
          <p:cNvPr id="119" name="Google Shape;119;p13"/>
          <p:cNvSpPr txBox="1">
            <a:spLocks noGrp="1"/>
          </p:cNvSpPr>
          <p:nvPr>
            <p:ph type="subTitle" idx="13"/>
          </p:nvPr>
        </p:nvSpPr>
        <p:spPr>
          <a:xfrm>
            <a:off x="5452228" y="1369550"/>
            <a:ext cx="2529300" cy="906000"/>
          </a:xfrm>
          <a:prstGeom prst="rect">
            <a:avLst/>
          </a:prstGeom>
          <a:effectLst>
            <a:outerShdw blurRad="57150" dist="19050" dir="5400000" algn="bl" rotWithShape="0">
              <a:srgbClr val="000000">
                <a:alpha val="50000"/>
              </a:srgbClr>
            </a:outerShdw>
          </a:effectLst>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Anton"/>
              <a:buNone/>
              <a:defRPr sz="2400">
                <a:solidFill>
                  <a:schemeClr val="dk1"/>
                </a:solidFill>
                <a:latin typeface="Anton"/>
                <a:ea typeface="Anton"/>
                <a:cs typeface="Anton"/>
                <a:sym typeface="Anton"/>
              </a:defRPr>
            </a:lvl1pPr>
            <a:lvl2pPr lvl="1" rtl="0">
              <a:lnSpc>
                <a:spcPct val="100000"/>
              </a:lnSpc>
              <a:spcBef>
                <a:spcPts val="0"/>
              </a:spcBef>
              <a:spcAft>
                <a:spcPts val="0"/>
              </a:spcAft>
              <a:buSzPts val="2400"/>
              <a:buFont typeface="Anton"/>
              <a:buNone/>
              <a:defRPr sz="2400">
                <a:latin typeface="Anton"/>
                <a:ea typeface="Anton"/>
                <a:cs typeface="Anton"/>
                <a:sym typeface="Anton"/>
              </a:defRPr>
            </a:lvl2pPr>
            <a:lvl3pPr lvl="2" rtl="0">
              <a:lnSpc>
                <a:spcPct val="100000"/>
              </a:lnSpc>
              <a:spcBef>
                <a:spcPts val="0"/>
              </a:spcBef>
              <a:spcAft>
                <a:spcPts val="0"/>
              </a:spcAft>
              <a:buSzPts val="2400"/>
              <a:buFont typeface="Anton"/>
              <a:buNone/>
              <a:defRPr sz="2400">
                <a:latin typeface="Anton"/>
                <a:ea typeface="Anton"/>
                <a:cs typeface="Anton"/>
                <a:sym typeface="Anton"/>
              </a:defRPr>
            </a:lvl3pPr>
            <a:lvl4pPr lvl="3" rtl="0">
              <a:lnSpc>
                <a:spcPct val="100000"/>
              </a:lnSpc>
              <a:spcBef>
                <a:spcPts val="0"/>
              </a:spcBef>
              <a:spcAft>
                <a:spcPts val="0"/>
              </a:spcAft>
              <a:buSzPts val="2400"/>
              <a:buFont typeface="Anton"/>
              <a:buNone/>
              <a:defRPr sz="2400">
                <a:latin typeface="Anton"/>
                <a:ea typeface="Anton"/>
                <a:cs typeface="Anton"/>
                <a:sym typeface="Anton"/>
              </a:defRPr>
            </a:lvl4pPr>
            <a:lvl5pPr lvl="4" rtl="0">
              <a:lnSpc>
                <a:spcPct val="100000"/>
              </a:lnSpc>
              <a:spcBef>
                <a:spcPts val="0"/>
              </a:spcBef>
              <a:spcAft>
                <a:spcPts val="0"/>
              </a:spcAft>
              <a:buSzPts val="2400"/>
              <a:buFont typeface="Anton"/>
              <a:buNone/>
              <a:defRPr sz="2400">
                <a:latin typeface="Anton"/>
                <a:ea typeface="Anton"/>
                <a:cs typeface="Anton"/>
                <a:sym typeface="Anton"/>
              </a:defRPr>
            </a:lvl5pPr>
            <a:lvl6pPr lvl="5" rtl="0">
              <a:lnSpc>
                <a:spcPct val="100000"/>
              </a:lnSpc>
              <a:spcBef>
                <a:spcPts val="0"/>
              </a:spcBef>
              <a:spcAft>
                <a:spcPts val="0"/>
              </a:spcAft>
              <a:buSzPts val="2400"/>
              <a:buFont typeface="Anton"/>
              <a:buNone/>
              <a:defRPr sz="2400">
                <a:latin typeface="Anton"/>
                <a:ea typeface="Anton"/>
                <a:cs typeface="Anton"/>
                <a:sym typeface="Anton"/>
              </a:defRPr>
            </a:lvl6pPr>
            <a:lvl7pPr lvl="6" rtl="0">
              <a:lnSpc>
                <a:spcPct val="100000"/>
              </a:lnSpc>
              <a:spcBef>
                <a:spcPts val="0"/>
              </a:spcBef>
              <a:spcAft>
                <a:spcPts val="0"/>
              </a:spcAft>
              <a:buSzPts val="2400"/>
              <a:buFont typeface="Anton"/>
              <a:buNone/>
              <a:defRPr sz="2400">
                <a:latin typeface="Anton"/>
                <a:ea typeface="Anton"/>
                <a:cs typeface="Anton"/>
                <a:sym typeface="Anton"/>
              </a:defRPr>
            </a:lvl7pPr>
            <a:lvl8pPr lvl="7" rtl="0">
              <a:lnSpc>
                <a:spcPct val="100000"/>
              </a:lnSpc>
              <a:spcBef>
                <a:spcPts val="0"/>
              </a:spcBef>
              <a:spcAft>
                <a:spcPts val="0"/>
              </a:spcAft>
              <a:buSzPts val="2400"/>
              <a:buFont typeface="Anton"/>
              <a:buNone/>
              <a:defRPr sz="2400">
                <a:latin typeface="Anton"/>
                <a:ea typeface="Anton"/>
                <a:cs typeface="Anton"/>
                <a:sym typeface="Anton"/>
              </a:defRPr>
            </a:lvl8pPr>
            <a:lvl9pPr lvl="8" rtl="0">
              <a:lnSpc>
                <a:spcPct val="100000"/>
              </a:lnSpc>
              <a:spcBef>
                <a:spcPts val="0"/>
              </a:spcBef>
              <a:spcAft>
                <a:spcPts val="0"/>
              </a:spcAft>
              <a:buSzPts val="2400"/>
              <a:buFont typeface="Anton"/>
              <a:buNone/>
              <a:defRPr sz="2400">
                <a:latin typeface="Anton"/>
                <a:ea typeface="Anton"/>
                <a:cs typeface="Anton"/>
                <a:sym typeface="Anton"/>
              </a:defRPr>
            </a:lvl9pPr>
          </a:lstStyle>
          <a:p>
            <a:endParaRPr/>
          </a:p>
        </p:txBody>
      </p:sp>
      <p:sp>
        <p:nvSpPr>
          <p:cNvPr id="120" name="Google Shape;120;p13"/>
          <p:cNvSpPr txBox="1">
            <a:spLocks noGrp="1"/>
          </p:cNvSpPr>
          <p:nvPr>
            <p:ph type="subTitle" idx="14"/>
          </p:nvPr>
        </p:nvSpPr>
        <p:spPr>
          <a:xfrm>
            <a:off x="1945475" y="3204075"/>
            <a:ext cx="2529300" cy="906000"/>
          </a:xfrm>
          <a:prstGeom prst="rect">
            <a:avLst/>
          </a:prstGeom>
          <a:effectLst>
            <a:outerShdw blurRad="57150" dist="19050" dir="5400000" algn="bl" rotWithShape="0">
              <a:srgbClr val="000000">
                <a:alpha val="50000"/>
              </a:srgbClr>
            </a:outerShdw>
          </a:effectLst>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Anton"/>
              <a:buNone/>
              <a:defRPr sz="2400">
                <a:solidFill>
                  <a:schemeClr val="dk1"/>
                </a:solidFill>
                <a:latin typeface="Anton"/>
                <a:ea typeface="Anton"/>
                <a:cs typeface="Anton"/>
                <a:sym typeface="Anton"/>
              </a:defRPr>
            </a:lvl1pPr>
            <a:lvl2pPr lvl="1" rtl="0">
              <a:lnSpc>
                <a:spcPct val="100000"/>
              </a:lnSpc>
              <a:spcBef>
                <a:spcPts val="0"/>
              </a:spcBef>
              <a:spcAft>
                <a:spcPts val="0"/>
              </a:spcAft>
              <a:buSzPts val="2400"/>
              <a:buFont typeface="Anton"/>
              <a:buNone/>
              <a:defRPr sz="2400">
                <a:latin typeface="Anton"/>
                <a:ea typeface="Anton"/>
                <a:cs typeface="Anton"/>
                <a:sym typeface="Anton"/>
              </a:defRPr>
            </a:lvl2pPr>
            <a:lvl3pPr lvl="2" rtl="0">
              <a:lnSpc>
                <a:spcPct val="100000"/>
              </a:lnSpc>
              <a:spcBef>
                <a:spcPts val="0"/>
              </a:spcBef>
              <a:spcAft>
                <a:spcPts val="0"/>
              </a:spcAft>
              <a:buSzPts val="2400"/>
              <a:buFont typeface="Anton"/>
              <a:buNone/>
              <a:defRPr sz="2400">
                <a:latin typeface="Anton"/>
                <a:ea typeface="Anton"/>
                <a:cs typeface="Anton"/>
                <a:sym typeface="Anton"/>
              </a:defRPr>
            </a:lvl3pPr>
            <a:lvl4pPr lvl="3" rtl="0">
              <a:lnSpc>
                <a:spcPct val="100000"/>
              </a:lnSpc>
              <a:spcBef>
                <a:spcPts val="0"/>
              </a:spcBef>
              <a:spcAft>
                <a:spcPts val="0"/>
              </a:spcAft>
              <a:buSzPts val="2400"/>
              <a:buFont typeface="Anton"/>
              <a:buNone/>
              <a:defRPr sz="2400">
                <a:latin typeface="Anton"/>
                <a:ea typeface="Anton"/>
                <a:cs typeface="Anton"/>
                <a:sym typeface="Anton"/>
              </a:defRPr>
            </a:lvl4pPr>
            <a:lvl5pPr lvl="4" rtl="0">
              <a:lnSpc>
                <a:spcPct val="100000"/>
              </a:lnSpc>
              <a:spcBef>
                <a:spcPts val="0"/>
              </a:spcBef>
              <a:spcAft>
                <a:spcPts val="0"/>
              </a:spcAft>
              <a:buSzPts val="2400"/>
              <a:buFont typeface="Anton"/>
              <a:buNone/>
              <a:defRPr sz="2400">
                <a:latin typeface="Anton"/>
                <a:ea typeface="Anton"/>
                <a:cs typeface="Anton"/>
                <a:sym typeface="Anton"/>
              </a:defRPr>
            </a:lvl5pPr>
            <a:lvl6pPr lvl="5" rtl="0">
              <a:lnSpc>
                <a:spcPct val="100000"/>
              </a:lnSpc>
              <a:spcBef>
                <a:spcPts val="0"/>
              </a:spcBef>
              <a:spcAft>
                <a:spcPts val="0"/>
              </a:spcAft>
              <a:buSzPts val="2400"/>
              <a:buFont typeface="Anton"/>
              <a:buNone/>
              <a:defRPr sz="2400">
                <a:latin typeface="Anton"/>
                <a:ea typeface="Anton"/>
                <a:cs typeface="Anton"/>
                <a:sym typeface="Anton"/>
              </a:defRPr>
            </a:lvl6pPr>
            <a:lvl7pPr lvl="6" rtl="0">
              <a:lnSpc>
                <a:spcPct val="100000"/>
              </a:lnSpc>
              <a:spcBef>
                <a:spcPts val="0"/>
              </a:spcBef>
              <a:spcAft>
                <a:spcPts val="0"/>
              </a:spcAft>
              <a:buSzPts val="2400"/>
              <a:buFont typeface="Anton"/>
              <a:buNone/>
              <a:defRPr sz="2400">
                <a:latin typeface="Anton"/>
                <a:ea typeface="Anton"/>
                <a:cs typeface="Anton"/>
                <a:sym typeface="Anton"/>
              </a:defRPr>
            </a:lvl7pPr>
            <a:lvl8pPr lvl="7" rtl="0">
              <a:lnSpc>
                <a:spcPct val="100000"/>
              </a:lnSpc>
              <a:spcBef>
                <a:spcPts val="0"/>
              </a:spcBef>
              <a:spcAft>
                <a:spcPts val="0"/>
              </a:spcAft>
              <a:buSzPts val="2400"/>
              <a:buFont typeface="Anton"/>
              <a:buNone/>
              <a:defRPr sz="2400">
                <a:latin typeface="Anton"/>
                <a:ea typeface="Anton"/>
                <a:cs typeface="Anton"/>
                <a:sym typeface="Anton"/>
              </a:defRPr>
            </a:lvl8pPr>
            <a:lvl9pPr lvl="8" rtl="0">
              <a:lnSpc>
                <a:spcPct val="100000"/>
              </a:lnSpc>
              <a:spcBef>
                <a:spcPts val="0"/>
              </a:spcBef>
              <a:spcAft>
                <a:spcPts val="0"/>
              </a:spcAft>
              <a:buSzPts val="2400"/>
              <a:buFont typeface="Anton"/>
              <a:buNone/>
              <a:defRPr sz="2400">
                <a:latin typeface="Anton"/>
                <a:ea typeface="Anton"/>
                <a:cs typeface="Anton"/>
                <a:sym typeface="Anton"/>
              </a:defRPr>
            </a:lvl9pPr>
          </a:lstStyle>
          <a:p>
            <a:endParaRPr/>
          </a:p>
        </p:txBody>
      </p:sp>
      <p:sp>
        <p:nvSpPr>
          <p:cNvPr id="121" name="Google Shape;121;p13"/>
          <p:cNvSpPr txBox="1">
            <a:spLocks noGrp="1"/>
          </p:cNvSpPr>
          <p:nvPr>
            <p:ph type="subTitle" idx="15"/>
          </p:nvPr>
        </p:nvSpPr>
        <p:spPr>
          <a:xfrm>
            <a:off x="5452225" y="3204075"/>
            <a:ext cx="2529300" cy="906000"/>
          </a:xfrm>
          <a:prstGeom prst="rect">
            <a:avLst/>
          </a:prstGeom>
          <a:effectLst>
            <a:outerShdw blurRad="57150" dist="19050" dir="5400000" algn="bl" rotWithShape="0">
              <a:srgbClr val="000000">
                <a:alpha val="50000"/>
              </a:srgbClr>
            </a:outerShdw>
          </a:effectLst>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Anton"/>
              <a:buNone/>
              <a:defRPr sz="2400">
                <a:solidFill>
                  <a:schemeClr val="dk1"/>
                </a:solidFill>
                <a:latin typeface="Anton"/>
                <a:ea typeface="Anton"/>
                <a:cs typeface="Anton"/>
                <a:sym typeface="Anton"/>
              </a:defRPr>
            </a:lvl1pPr>
            <a:lvl2pPr lvl="1" rtl="0">
              <a:lnSpc>
                <a:spcPct val="100000"/>
              </a:lnSpc>
              <a:spcBef>
                <a:spcPts val="0"/>
              </a:spcBef>
              <a:spcAft>
                <a:spcPts val="0"/>
              </a:spcAft>
              <a:buSzPts val="2400"/>
              <a:buFont typeface="Anton"/>
              <a:buNone/>
              <a:defRPr sz="2400">
                <a:latin typeface="Anton"/>
                <a:ea typeface="Anton"/>
                <a:cs typeface="Anton"/>
                <a:sym typeface="Anton"/>
              </a:defRPr>
            </a:lvl2pPr>
            <a:lvl3pPr lvl="2" rtl="0">
              <a:lnSpc>
                <a:spcPct val="100000"/>
              </a:lnSpc>
              <a:spcBef>
                <a:spcPts val="0"/>
              </a:spcBef>
              <a:spcAft>
                <a:spcPts val="0"/>
              </a:spcAft>
              <a:buSzPts val="2400"/>
              <a:buFont typeface="Anton"/>
              <a:buNone/>
              <a:defRPr sz="2400">
                <a:latin typeface="Anton"/>
                <a:ea typeface="Anton"/>
                <a:cs typeface="Anton"/>
                <a:sym typeface="Anton"/>
              </a:defRPr>
            </a:lvl3pPr>
            <a:lvl4pPr lvl="3" rtl="0">
              <a:lnSpc>
                <a:spcPct val="100000"/>
              </a:lnSpc>
              <a:spcBef>
                <a:spcPts val="0"/>
              </a:spcBef>
              <a:spcAft>
                <a:spcPts val="0"/>
              </a:spcAft>
              <a:buSzPts val="2400"/>
              <a:buFont typeface="Anton"/>
              <a:buNone/>
              <a:defRPr sz="2400">
                <a:latin typeface="Anton"/>
                <a:ea typeface="Anton"/>
                <a:cs typeface="Anton"/>
                <a:sym typeface="Anton"/>
              </a:defRPr>
            </a:lvl4pPr>
            <a:lvl5pPr lvl="4" rtl="0">
              <a:lnSpc>
                <a:spcPct val="100000"/>
              </a:lnSpc>
              <a:spcBef>
                <a:spcPts val="0"/>
              </a:spcBef>
              <a:spcAft>
                <a:spcPts val="0"/>
              </a:spcAft>
              <a:buSzPts val="2400"/>
              <a:buFont typeface="Anton"/>
              <a:buNone/>
              <a:defRPr sz="2400">
                <a:latin typeface="Anton"/>
                <a:ea typeface="Anton"/>
                <a:cs typeface="Anton"/>
                <a:sym typeface="Anton"/>
              </a:defRPr>
            </a:lvl5pPr>
            <a:lvl6pPr lvl="5" rtl="0">
              <a:lnSpc>
                <a:spcPct val="100000"/>
              </a:lnSpc>
              <a:spcBef>
                <a:spcPts val="0"/>
              </a:spcBef>
              <a:spcAft>
                <a:spcPts val="0"/>
              </a:spcAft>
              <a:buSzPts val="2400"/>
              <a:buFont typeface="Anton"/>
              <a:buNone/>
              <a:defRPr sz="2400">
                <a:latin typeface="Anton"/>
                <a:ea typeface="Anton"/>
                <a:cs typeface="Anton"/>
                <a:sym typeface="Anton"/>
              </a:defRPr>
            </a:lvl6pPr>
            <a:lvl7pPr lvl="6" rtl="0">
              <a:lnSpc>
                <a:spcPct val="100000"/>
              </a:lnSpc>
              <a:spcBef>
                <a:spcPts val="0"/>
              </a:spcBef>
              <a:spcAft>
                <a:spcPts val="0"/>
              </a:spcAft>
              <a:buSzPts val="2400"/>
              <a:buFont typeface="Anton"/>
              <a:buNone/>
              <a:defRPr sz="2400">
                <a:latin typeface="Anton"/>
                <a:ea typeface="Anton"/>
                <a:cs typeface="Anton"/>
                <a:sym typeface="Anton"/>
              </a:defRPr>
            </a:lvl7pPr>
            <a:lvl8pPr lvl="7" rtl="0">
              <a:lnSpc>
                <a:spcPct val="100000"/>
              </a:lnSpc>
              <a:spcBef>
                <a:spcPts val="0"/>
              </a:spcBef>
              <a:spcAft>
                <a:spcPts val="0"/>
              </a:spcAft>
              <a:buSzPts val="2400"/>
              <a:buFont typeface="Anton"/>
              <a:buNone/>
              <a:defRPr sz="2400">
                <a:latin typeface="Anton"/>
                <a:ea typeface="Anton"/>
                <a:cs typeface="Anton"/>
                <a:sym typeface="Anton"/>
              </a:defRPr>
            </a:lvl8pPr>
            <a:lvl9pPr lvl="8" rtl="0">
              <a:lnSpc>
                <a:spcPct val="100000"/>
              </a:lnSpc>
              <a:spcBef>
                <a:spcPts val="0"/>
              </a:spcBef>
              <a:spcAft>
                <a:spcPts val="0"/>
              </a:spcAft>
              <a:buSzPts val="2400"/>
              <a:buFont typeface="Anton"/>
              <a:buNone/>
              <a:defRPr sz="2400">
                <a:latin typeface="Anton"/>
                <a:ea typeface="Anton"/>
                <a:cs typeface="Anton"/>
                <a:sym typeface="Anton"/>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ext">
  <p:cSld name="CUSTOM">
    <p:spTree>
      <p:nvGrpSpPr>
        <p:cNvPr id="1" name="Shape 168"/>
        <p:cNvGrpSpPr/>
        <p:nvPr/>
      </p:nvGrpSpPr>
      <p:grpSpPr>
        <a:xfrm>
          <a:off x="0" y="0"/>
          <a:ext cx="0" cy="0"/>
          <a:chOff x="0" y="0"/>
          <a:chExt cx="0" cy="0"/>
        </a:xfrm>
      </p:grpSpPr>
      <p:pic>
        <p:nvPicPr>
          <p:cNvPr id="169" name="Google Shape;169;p18"/>
          <p:cNvPicPr preferRelativeResize="0"/>
          <p:nvPr/>
        </p:nvPicPr>
        <p:blipFill>
          <a:blip r:embed="rId2">
            <a:alphaModFix amt="25000"/>
          </a:blip>
          <a:stretch>
            <a:fillRect/>
          </a:stretch>
        </p:blipFill>
        <p:spPr>
          <a:xfrm flipH="1">
            <a:off x="-2" y="0"/>
            <a:ext cx="9143999" cy="5143500"/>
          </a:xfrm>
          <a:prstGeom prst="rect">
            <a:avLst/>
          </a:prstGeom>
          <a:noFill/>
          <a:ln>
            <a:noFill/>
          </a:ln>
        </p:spPr>
      </p:pic>
      <p:pic>
        <p:nvPicPr>
          <p:cNvPr id="170" name="Google Shape;170;p18"/>
          <p:cNvPicPr preferRelativeResize="0"/>
          <p:nvPr/>
        </p:nvPicPr>
        <p:blipFill rotWithShape="1">
          <a:blip r:embed="rId3">
            <a:alphaModFix amt="40000"/>
          </a:blip>
          <a:srcRect l="51241" r="23032"/>
          <a:stretch/>
        </p:blipFill>
        <p:spPr>
          <a:xfrm>
            <a:off x="7163075" y="0"/>
            <a:ext cx="1980924" cy="5143500"/>
          </a:xfrm>
          <a:prstGeom prst="rect">
            <a:avLst/>
          </a:prstGeom>
          <a:noFill/>
          <a:ln>
            <a:noFill/>
          </a:ln>
        </p:spPr>
      </p:pic>
      <p:pic>
        <p:nvPicPr>
          <p:cNvPr id="171" name="Google Shape;171;p18"/>
          <p:cNvPicPr preferRelativeResize="0"/>
          <p:nvPr/>
        </p:nvPicPr>
        <p:blipFill rotWithShape="1">
          <a:blip r:embed="rId3">
            <a:alphaModFix amt="40000"/>
          </a:blip>
          <a:srcRect l="30148" r="40720"/>
          <a:stretch/>
        </p:blipFill>
        <p:spPr>
          <a:xfrm>
            <a:off x="2" y="0"/>
            <a:ext cx="2243199" cy="5143500"/>
          </a:xfrm>
          <a:prstGeom prst="rect">
            <a:avLst/>
          </a:prstGeom>
          <a:noFill/>
          <a:ln>
            <a:noFill/>
          </a:ln>
        </p:spPr>
      </p:pic>
      <p:sp>
        <p:nvSpPr>
          <p:cNvPr id="172" name="Google Shape;172;p18"/>
          <p:cNvSpPr/>
          <p:nvPr/>
        </p:nvSpPr>
        <p:spPr>
          <a:xfrm flipH="1">
            <a:off x="7963157" y="-839660"/>
            <a:ext cx="1439509" cy="2687231"/>
          </a:xfrm>
          <a:custGeom>
            <a:avLst/>
            <a:gdLst/>
            <a:ahLst/>
            <a:cxnLst/>
            <a:rect l="l" t="t" r="r" b="b"/>
            <a:pathLst>
              <a:path w="15218" h="28407" extrusionOk="0">
                <a:moveTo>
                  <a:pt x="347" y="28079"/>
                </a:moveTo>
                <a:cubicBezTo>
                  <a:pt x="106" y="27900"/>
                  <a:pt x="1" y="27591"/>
                  <a:pt x="7" y="27289"/>
                </a:cubicBezTo>
                <a:cubicBezTo>
                  <a:pt x="7" y="26998"/>
                  <a:pt x="112" y="26708"/>
                  <a:pt x="205" y="26424"/>
                </a:cubicBezTo>
                <a:lnTo>
                  <a:pt x="576" y="25336"/>
                </a:lnTo>
                <a:cubicBezTo>
                  <a:pt x="767" y="24780"/>
                  <a:pt x="959" y="24169"/>
                  <a:pt x="767" y="23607"/>
                </a:cubicBezTo>
                <a:cubicBezTo>
                  <a:pt x="637" y="23211"/>
                  <a:pt x="316" y="22840"/>
                  <a:pt x="421" y="22439"/>
                </a:cubicBezTo>
                <a:cubicBezTo>
                  <a:pt x="588" y="21784"/>
                  <a:pt x="1694" y="21747"/>
                  <a:pt x="1848" y="21080"/>
                </a:cubicBezTo>
                <a:cubicBezTo>
                  <a:pt x="2040" y="20270"/>
                  <a:pt x="2534" y="19541"/>
                  <a:pt x="3238" y="19103"/>
                </a:cubicBezTo>
                <a:cubicBezTo>
                  <a:pt x="3516" y="18924"/>
                  <a:pt x="3850" y="18757"/>
                  <a:pt x="3949" y="18442"/>
                </a:cubicBezTo>
                <a:cubicBezTo>
                  <a:pt x="4023" y="18195"/>
                  <a:pt x="3943" y="17917"/>
                  <a:pt x="4004" y="17669"/>
                </a:cubicBezTo>
                <a:cubicBezTo>
                  <a:pt x="4103" y="17274"/>
                  <a:pt x="4548" y="17064"/>
                  <a:pt x="4950" y="16996"/>
                </a:cubicBezTo>
                <a:cubicBezTo>
                  <a:pt x="5351" y="16928"/>
                  <a:pt x="5796" y="16916"/>
                  <a:pt x="6136" y="16699"/>
                </a:cubicBezTo>
                <a:cubicBezTo>
                  <a:pt x="6494" y="16471"/>
                  <a:pt x="6692" y="16032"/>
                  <a:pt x="6723" y="15600"/>
                </a:cubicBezTo>
                <a:cubicBezTo>
                  <a:pt x="6760" y="15167"/>
                  <a:pt x="6661" y="14741"/>
                  <a:pt x="6568" y="14315"/>
                </a:cubicBezTo>
                <a:cubicBezTo>
                  <a:pt x="6760" y="13857"/>
                  <a:pt x="6476" y="13406"/>
                  <a:pt x="6364" y="12918"/>
                </a:cubicBezTo>
                <a:cubicBezTo>
                  <a:pt x="6148" y="11924"/>
                  <a:pt x="7038" y="11040"/>
                  <a:pt x="7909" y="10503"/>
                </a:cubicBezTo>
                <a:cubicBezTo>
                  <a:pt x="8774" y="9959"/>
                  <a:pt x="9793" y="9434"/>
                  <a:pt x="10096" y="8464"/>
                </a:cubicBezTo>
                <a:cubicBezTo>
                  <a:pt x="10355" y="7587"/>
                  <a:pt x="9948" y="6586"/>
                  <a:pt x="10318" y="5746"/>
                </a:cubicBezTo>
                <a:cubicBezTo>
                  <a:pt x="10498" y="5332"/>
                  <a:pt x="10844" y="5023"/>
                  <a:pt x="11177" y="4732"/>
                </a:cubicBezTo>
                <a:cubicBezTo>
                  <a:pt x="11696" y="4269"/>
                  <a:pt x="12221" y="3812"/>
                  <a:pt x="12734" y="3349"/>
                </a:cubicBezTo>
                <a:cubicBezTo>
                  <a:pt x="12975" y="3398"/>
                  <a:pt x="13278" y="3058"/>
                  <a:pt x="13395" y="2848"/>
                </a:cubicBezTo>
                <a:cubicBezTo>
                  <a:pt x="13506" y="2638"/>
                  <a:pt x="13469" y="2354"/>
                  <a:pt x="13309" y="2175"/>
                </a:cubicBezTo>
                <a:cubicBezTo>
                  <a:pt x="13006" y="1853"/>
                  <a:pt x="12444" y="1959"/>
                  <a:pt x="12104" y="1674"/>
                </a:cubicBezTo>
                <a:cubicBezTo>
                  <a:pt x="11733" y="1359"/>
                  <a:pt x="11857" y="711"/>
                  <a:pt x="12234" y="389"/>
                </a:cubicBezTo>
                <a:cubicBezTo>
                  <a:pt x="12610" y="80"/>
                  <a:pt x="13129" y="19"/>
                  <a:pt x="13624" y="6"/>
                </a:cubicBezTo>
                <a:cubicBezTo>
                  <a:pt x="13951" y="0"/>
                  <a:pt x="14272" y="0"/>
                  <a:pt x="14600" y="12"/>
                </a:cubicBezTo>
                <a:cubicBezTo>
                  <a:pt x="14699" y="19"/>
                  <a:pt x="14798" y="31"/>
                  <a:pt x="14884" y="80"/>
                </a:cubicBezTo>
                <a:cubicBezTo>
                  <a:pt x="14983" y="155"/>
                  <a:pt x="15020" y="284"/>
                  <a:pt x="15045" y="402"/>
                </a:cubicBezTo>
                <a:cubicBezTo>
                  <a:pt x="15218" y="1267"/>
                  <a:pt x="14896" y="2212"/>
                  <a:pt x="14235" y="2799"/>
                </a:cubicBezTo>
                <a:cubicBezTo>
                  <a:pt x="14087" y="3250"/>
                  <a:pt x="13908" y="3620"/>
                  <a:pt x="13766" y="4065"/>
                </a:cubicBezTo>
                <a:cubicBezTo>
                  <a:pt x="13685" y="4300"/>
                  <a:pt x="13611" y="4529"/>
                  <a:pt x="13445" y="4708"/>
                </a:cubicBezTo>
                <a:cubicBezTo>
                  <a:pt x="13228" y="4949"/>
                  <a:pt x="12882" y="5048"/>
                  <a:pt x="12685" y="5301"/>
                </a:cubicBezTo>
                <a:cubicBezTo>
                  <a:pt x="12456" y="5573"/>
                  <a:pt x="12456" y="6005"/>
                  <a:pt x="12685" y="6283"/>
                </a:cubicBezTo>
                <a:cubicBezTo>
                  <a:pt x="12969" y="6629"/>
                  <a:pt x="13315" y="6901"/>
                  <a:pt x="13463" y="7327"/>
                </a:cubicBezTo>
                <a:cubicBezTo>
                  <a:pt x="13562" y="7605"/>
                  <a:pt x="13556" y="7908"/>
                  <a:pt x="13599" y="8192"/>
                </a:cubicBezTo>
                <a:cubicBezTo>
                  <a:pt x="13679" y="8668"/>
                  <a:pt x="13896" y="9119"/>
                  <a:pt x="13988" y="9595"/>
                </a:cubicBezTo>
                <a:cubicBezTo>
                  <a:pt x="14087" y="10077"/>
                  <a:pt x="14044" y="10633"/>
                  <a:pt x="13679" y="10954"/>
                </a:cubicBezTo>
                <a:cubicBezTo>
                  <a:pt x="13284" y="11312"/>
                  <a:pt x="12685" y="11275"/>
                  <a:pt x="12166" y="11158"/>
                </a:cubicBezTo>
                <a:cubicBezTo>
                  <a:pt x="11647" y="11040"/>
                  <a:pt x="11097" y="10880"/>
                  <a:pt x="10596" y="11046"/>
                </a:cubicBezTo>
                <a:cubicBezTo>
                  <a:pt x="10096" y="11226"/>
                  <a:pt x="9769" y="11936"/>
                  <a:pt x="10158" y="12294"/>
                </a:cubicBezTo>
                <a:cubicBezTo>
                  <a:pt x="9318" y="12159"/>
                  <a:pt x="8459" y="12616"/>
                  <a:pt x="7965" y="13314"/>
                </a:cubicBezTo>
                <a:cubicBezTo>
                  <a:pt x="7476" y="14006"/>
                  <a:pt x="7322" y="14895"/>
                  <a:pt x="7408" y="15736"/>
                </a:cubicBezTo>
                <a:cubicBezTo>
                  <a:pt x="7841" y="16329"/>
                  <a:pt x="8267" y="17187"/>
                  <a:pt x="7792" y="17750"/>
                </a:cubicBezTo>
                <a:cubicBezTo>
                  <a:pt x="7371" y="18262"/>
                  <a:pt x="6556" y="18089"/>
                  <a:pt x="5907" y="18207"/>
                </a:cubicBezTo>
                <a:cubicBezTo>
                  <a:pt x="5333" y="18306"/>
                  <a:pt x="4826" y="18664"/>
                  <a:pt x="4406" y="19072"/>
                </a:cubicBezTo>
                <a:cubicBezTo>
                  <a:pt x="3838" y="19603"/>
                  <a:pt x="3374" y="20239"/>
                  <a:pt x="3034" y="20925"/>
                </a:cubicBezTo>
                <a:cubicBezTo>
                  <a:pt x="2837" y="21333"/>
                  <a:pt x="2682" y="21759"/>
                  <a:pt x="2404" y="22124"/>
                </a:cubicBezTo>
                <a:cubicBezTo>
                  <a:pt x="2132" y="22488"/>
                  <a:pt x="1706" y="22772"/>
                  <a:pt x="1261" y="22742"/>
                </a:cubicBezTo>
                <a:cubicBezTo>
                  <a:pt x="1786" y="23329"/>
                  <a:pt x="1657" y="24249"/>
                  <a:pt x="1397" y="24997"/>
                </a:cubicBezTo>
                <a:cubicBezTo>
                  <a:pt x="1138" y="25744"/>
                  <a:pt x="773" y="26516"/>
                  <a:pt x="952" y="27289"/>
                </a:cubicBezTo>
                <a:cubicBezTo>
                  <a:pt x="1014" y="27560"/>
                  <a:pt x="1138" y="27851"/>
                  <a:pt x="1027" y="28110"/>
                </a:cubicBezTo>
                <a:cubicBezTo>
                  <a:pt x="934" y="28407"/>
                  <a:pt x="335" y="28351"/>
                  <a:pt x="347" y="28079"/>
                </a:cubicBezTo>
                <a:close/>
              </a:path>
            </a:pathLst>
          </a:custGeom>
          <a:solidFill>
            <a:srgbClr val="F7F9F7">
              <a:alpha val="193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18"/>
          <p:cNvSpPr/>
          <p:nvPr/>
        </p:nvSpPr>
        <p:spPr>
          <a:xfrm rot="682534" flipH="1">
            <a:off x="-515665" y="2632395"/>
            <a:ext cx="1439520" cy="2687264"/>
          </a:xfrm>
          <a:custGeom>
            <a:avLst/>
            <a:gdLst/>
            <a:ahLst/>
            <a:cxnLst/>
            <a:rect l="l" t="t" r="r" b="b"/>
            <a:pathLst>
              <a:path w="15218" h="28407" extrusionOk="0">
                <a:moveTo>
                  <a:pt x="347" y="28079"/>
                </a:moveTo>
                <a:cubicBezTo>
                  <a:pt x="106" y="27900"/>
                  <a:pt x="1" y="27591"/>
                  <a:pt x="7" y="27289"/>
                </a:cubicBezTo>
                <a:cubicBezTo>
                  <a:pt x="7" y="26998"/>
                  <a:pt x="112" y="26708"/>
                  <a:pt x="205" y="26424"/>
                </a:cubicBezTo>
                <a:lnTo>
                  <a:pt x="576" y="25336"/>
                </a:lnTo>
                <a:cubicBezTo>
                  <a:pt x="767" y="24780"/>
                  <a:pt x="959" y="24169"/>
                  <a:pt x="767" y="23607"/>
                </a:cubicBezTo>
                <a:cubicBezTo>
                  <a:pt x="637" y="23211"/>
                  <a:pt x="316" y="22840"/>
                  <a:pt x="421" y="22439"/>
                </a:cubicBezTo>
                <a:cubicBezTo>
                  <a:pt x="588" y="21784"/>
                  <a:pt x="1694" y="21747"/>
                  <a:pt x="1848" y="21080"/>
                </a:cubicBezTo>
                <a:cubicBezTo>
                  <a:pt x="2040" y="20270"/>
                  <a:pt x="2534" y="19541"/>
                  <a:pt x="3238" y="19103"/>
                </a:cubicBezTo>
                <a:cubicBezTo>
                  <a:pt x="3516" y="18924"/>
                  <a:pt x="3850" y="18757"/>
                  <a:pt x="3949" y="18442"/>
                </a:cubicBezTo>
                <a:cubicBezTo>
                  <a:pt x="4023" y="18195"/>
                  <a:pt x="3943" y="17917"/>
                  <a:pt x="4004" y="17669"/>
                </a:cubicBezTo>
                <a:cubicBezTo>
                  <a:pt x="4103" y="17274"/>
                  <a:pt x="4548" y="17064"/>
                  <a:pt x="4950" y="16996"/>
                </a:cubicBezTo>
                <a:cubicBezTo>
                  <a:pt x="5351" y="16928"/>
                  <a:pt x="5796" y="16916"/>
                  <a:pt x="6136" y="16699"/>
                </a:cubicBezTo>
                <a:cubicBezTo>
                  <a:pt x="6494" y="16471"/>
                  <a:pt x="6692" y="16032"/>
                  <a:pt x="6723" y="15600"/>
                </a:cubicBezTo>
                <a:cubicBezTo>
                  <a:pt x="6760" y="15167"/>
                  <a:pt x="6661" y="14741"/>
                  <a:pt x="6568" y="14315"/>
                </a:cubicBezTo>
                <a:cubicBezTo>
                  <a:pt x="6760" y="13857"/>
                  <a:pt x="6476" y="13406"/>
                  <a:pt x="6364" y="12918"/>
                </a:cubicBezTo>
                <a:cubicBezTo>
                  <a:pt x="6148" y="11924"/>
                  <a:pt x="7038" y="11040"/>
                  <a:pt x="7909" y="10503"/>
                </a:cubicBezTo>
                <a:cubicBezTo>
                  <a:pt x="8774" y="9959"/>
                  <a:pt x="9793" y="9434"/>
                  <a:pt x="10096" y="8464"/>
                </a:cubicBezTo>
                <a:cubicBezTo>
                  <a:pt x="10355" y="7587"/>
                  <a:pt x="9948" y="6586"/>
                  <a:pt x="10318" y="5746"/>
                </a:cubicBezTo>
                <a:cubicBezTo>
                  <a:pt x="10498" y="5332"/>
                  <a:pt x="10844" y="5023"/>
                  <a:pt x="11177" y="4732"/>
                </a:cubicBezTo>
                <a:cubicBezTo>
                  <a:pt x="11696" y="4269"/>
                  <a:pt x="12221" y="3812"/>
                  <a:pt x="12734" y="3349"/>
                </a:cubicBezTo>
                <a:cubicBezTo>
                  <a:pt x="12975" y="3398"/>
                  <a:pt x="13278" y="3058"/>
                  <a:pt x="13395" y="2848"/>
                </a:cubicBezTo>
                <a:cubicBezTo>
                  <a:pt x="13506" y="2638"/>
                  <a:pt x="13469" y="2354"/>
                  <a:pt x="13309" y="2175"/>
                </a:cubicBezTo>
                <a:cubicBezTo>
                  <a:pt x="13006" y="1853"/>
                  <a:pt x="12444" y="1959"/>
                  <a:pt x="12104" y="1674"/>
                </a:cubicBezTo>
                <a:cubicBezTo>
                  <a:pt x="11733" y="1359"/>
                  <a:pt x="11857" y="711"/>
                  <a:pt x="12234" y="389"/>
                </a:cubicBezTo>
                <a:cubicBezTo>
                  <a:pt x="12610" y="80"/>
                  <a:pt x="13129" y="19"/>
                  <a:pt x="13624" y="6"/>
                </a:cubicBezTo>
                <a:cubicBezTo>
                  <a:pt x="13951" y="0"/>
                  <a:pt x="14272" y="0"/>
                  <a:pt x="14600" y="12"/>
                </a:cubicBezTo>
                <a:cubicBezTo>
                  <a:pt x="14699" y="19"/>
                  <a:pt x="14798" y="31"/>
                  <a:pt x="14884" y="80"/>
                </a:cubicBezTo>
                <a:cubicBezTo>
                  <a:pt x="14983" y="155"/>
                  <a:pt x="15020" y="284"/>
                  <a:pt x="15045" y="402"/>
                </a:cubicBezTo>
                <a:cubicBezTo>
                  <a:pt x="15218" y="1267"/>
                  <a:pt x="14896" y="2212"/>
                  <a:pt x="14235" y="2799"/>
                </a:cubicBezTo>
                <a:cubicBezTo>
                  <a:pt x="14087" y="3250"/>
                  <a:pt x="13908" y="3620"/>
                  <a:pt x="13766" y="4065"/>
                </a:cubicBezTo>
                <a:cubicBezTo>
                  <a:pt x="13685" y="4300"/>
                  <a:pt x="13611" y="4529"/>
                  <a:pt x="13445" y="4708"/>
                </a:cubicBezTo>
                <a:cubicBezTo>
                  <a:pt x="13228" y="4949"/>
                  <a:pt x="12882" y="5048"/>
                  <a:pt x="12685" y="5301"/>
                </a:cubicBezTo>
                <a:cubicBezTo>
                  <a:pt x="12456" y="5573"/>
                  <a:pt x="12456" y="6005"/>
                  <a:pt x="12685" y="6283"/>
                </a:cubicBezTo>
                <a:cubicBezTo>
                  <a:pt x="12969" y="6629"/>
                  <a:pt x="13315" y="6901"/>
                  <a:pt x="13463" y="7327"/>
                </a:cubicBezTo>
                <a:cubicBezTo>
                  <a:pt x="13562" y="7605"/>
                  <a:pt x="13556" y="7908"/>
                  <a:pt x="13599" y="8192"/>
                </a:cubicBezTo>
                <a:cubicBezTo>
                  <a:pt x="13679" y="8668"/>
                  <a:pt x="13896" y="9119"/>
                  <a:pt x="13988" y="9595"/>
                </a:cubicBezTo>
                <a:cubicBezTo>
                  <a:pt x="14087" y="10077"/>
                  <a:pt x="14044" y="10633"/>
                  <a:pt x="13679" y="10954"/>
                </a:cubicBezTo>
                <a:cubicBezTo>
                  <a:pt x="13284" y="11312"/>
                  <a:pt x="12685" y="11275"/>
                  <a:pt x="12166" y="11158"/>
                </a:cubicBezTo>
                <a:cubicBezTo>
                  <a:pt x="11647" y="11040"/>
                  <a:pt x="11097" y="10880"/>
                  <a:pt x="10596" y="11046"/>
                </a:cubicBezTo>
                <a:cubicBezTo>
                  <a:pt x="10096" y="11226"/>
                  <a:pt x="9769" y="11936"/>
                  <a:pt x="10158" y="12294"/>
                </a:cubicBezTo>
                <a:cubicBezTo>
                  <a:pt x="9318" y="12159"/>
                  <a:pt x="8459" y="12616"/>
                  <a:pt x="7965" y="13314"/>
                </a:cubicBezTo>
                <a:cubicBezTo>
                  <a:pt x="7476" y="14006"/>
                  <a:pt x="7322" y="14895"/>
                  <a:pt x="7408" y="15736"/>
                </a:cubicBezTo>
                <a:cubicBezTo>
                  <a:pt x="7841" y="16329"/>
                  <a:pt x="8267" y="17187"/>
                  <a:pt x="7792" y="17750"/>
                </a:cubicBezTo>
                <a:cubicBezTo>
                  <a:pt x="7371" y="18262"/>
                  <a:pt x="6556" y="18089"/>
                  <a:pt x="5907" y="18207"/>
                </a:cubicBezTo>
                <a:cubicBezTo>
                  <a:pt x="5333" y="18306"/>
                  <a:pt x="4826" y="18664"/>
                  <a:pt x="4406" y="19072"/>
                </a:cubicBezTo>
                <a:cubicBezTo>
                  <a:pt x="3838" y="19603"/>
                  <a:pt x="3374" y="20239"/>
                  <a:pt x="3034" y="20925"/>
                </a:cubicBezTo>
                <a:cubicBezTo>
                  <a:pt x="2837" y="21333"/>
                  <a:pt x="2682" y="21759"/>
                  <a:pt x="2404" y="22124"/>
                </a:cubicBezTo>
                <a:cubicBezTo>
                  <a:pt x="2132" y="22488"/>
                  <a:pt x="1706" y="22772"/>
                  <a:pt x="1261" y="22742"/>
                </a:cubicBezTo>
                <a:cubicBezTo>
                  <a:pt x="1786" y="23329"/>
                  <a:pt x="1657" y="24249"/>
                  <a:pt x="1397" y="24997"/>
                </a:cubicBezTo>
                <a:cubicBezTo>
                  <a:pt x="1138" y="25744"/>
                  <a:pt x="773" y="26516"/>
                  <a:pt x="952" y="27289"/>
                </a:cubicBezTo>
                <a:cubicBezTo>
                  <a:pt x="1014" y="27560"/>
                  <a:pt x="1138" y="27851"/>
                  <a:pt x="1027" y="28110"/>
                </a:cubicBezTo>
                <a:cubicBezTo>
                  <a:pt x="934" y="28407"/>
                  <a:pt x="335" y="28351"/>
                  <a:pt x="347" y="28079"/>
                </a:cubicBezTo>
                <a:close/>
              </a:path>
            </a:pathLst>
          </a:custGeom>
          <a:solidFill>
            <a:srgbClr val="F7F9F7">
              <a:alpha val="193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18"/>
          <p:cNvSpPr txBox="1">
            <a:spLocks noGrp="1"/>
          </p:cNvSpPr>
          <p:nvPr>
            <p:ph type="title"/>
          </p:nvPr>
        </p:nvSpPr>
        <p:spPr>
          <a:xfrm>
            <a:off x="720000" y="1250550"/>
            <a:ext cx="3594000" cy="1797000"/>
          </a:xfrm>
          <a:prstGeom prst="rect">
            <a:avLst/>
          </a:prstGeom>
        </p:spPr>
        <p:txBody>
          <a:bodyPr spcFirstLastPara="1" wrap="square" lIns="91425" tIns="91425" rIns="91425" bIns="91425" anchor="b"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75" name="Google Shape;175;p18"/>
          <p:cNvSpPr txBox="1">
            <a:spLocks noGrp="1"/>
          </p:cNvSpPr>
          <p:nvPr>
            <p:ph type="subTitle" idx="1"/>
          </p:nvPr>
        </p:nvSpPr>
        <p:spPr>
          <a:xfrm>
            <a:off x="720000" y="2999113"/>
            <a:ext cx="3594000" cy="816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76" name="Google Shape;176;p18"/>
          <p:cNvSpPr>
            <a:spLocks noGrp="1"/>
          </p:cNvSpPr>
          <p:nvPr>
            <p:ph type="pic" idx="2"/>
          </p:nvPr>
        </p:nvSpPr>
        <p:spPr>
          <a:xfrm>
            <a:off x="4716525" y="734900"/>
            <a:ext cx="3542400" cy="3673800"/>
          </a:xfrm>
          <a:prstGeom prst="rect">
            <a:avLst/>
          </a:prstGeom>
          <a:no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202"/>
        <p:cNvGrpSpPr/>
        <p:nvPr/>
      </p:nvGrpSpPr>
      <p:grpSpPr>
        <a:xfrm>
          <a:off x="0" y="0"/>
          <a:ext cx="0" cy="0"/>
          <a:chOff x="0" y="0"/>
          <a:chExt cx="0" cy="0"/>
        </a:xfrm>
      </p:grpSpPr>
      <p:pic>
        <p:nvPicPr>
          <p:cNvPr id="203" name="Google Shape;203;p23"/>
          <p:cNvPicPr preferRelativeResize="0"/>
          <p:nvPr/>
        </p:nvPicPr>
        <p:blipFill>
          <a:blip r:embed="rId2">
            <a:alphaModFix amt="25000"/>
          </a:blip>
          <a:stretch>
            <a:fillRect/>
          </a:stretch>
        </p:blipFill>
        <p:spPr>
          <a:xfrm flipH="1">
            <a:off x="-2" y="0"/>
            <a:ext cx="9143999" cy="5143500"/>
          </a:xfrm>
          <a:prstGeom prst="rect">
            <a:avLst/>
          </a:prstGeom>
          <a:noFill/>
          <a:ln>
            <a:noFill/>
          </a:ln>
        </p:spPr>
      </p:pic>
      <p:pic>
        <p:nvPicPr>
          <p:cNvPr id="204" name="Google Shape;204;p23"/>
          <p:cNvPicPr preferRelativeResize="0"/>
          <p:nvPr/>
        </p:nvPicPr>
        <p:blipFill rotWithShape="1">
          <a:blip r:embed="rId3">
            <a:alphaModFix amt="27000"/>
          </a:blip>
          <a:srcRect l="55982" t="8883"/>
          <a:stretch/>
        </p:blipFill>
        <p:spPr>
          <a:xfrm rot="5400000">
            <a:off x="298138" y="3287362"/>
            <a:ext cx="1557999" cy="2154275"/>
          </a:xfrm>
          <a:prstGeom prst="rect">
            <a:avLst/>
          </a:prstGeom>
          <a:noFill/>
          <a:ln>
            <a:noFill/>
          </a:ln>
        </p:spPr>
      </p:pic>
      <p:sp>
        <p:nvSpPr>
          <p:cNvPr id="205" name="Google Shape;205;p23"/>
          <p:cNvSpPr/>
          <p:nvPr/>
        </p:nvSpPr>
        <p:spPr>
          <a:xfrm rot="839288" flipH="1">
            <a:off x="8243267" y="-7260"/>
            <a:ext cx="1439510" cy="2687246"/>
          </a:xfrm>
          <a:custGeom>
            <a:avLst/>
            <a:gdLst/>
            <a:ahLst/>
            <a:cxnLst/>
            <a:rect l="l" t="t" r="r" b="b"/>
            <a:pathLst>
              <a:path w="15218" h="28407" extrusionOk="0">
                <a:moveTo>
                  <a:pt x="347" y="28079"/>
                </a:moveTo>
                <a:cubicBezTo>
                  <a:pt x="106" y="27900"/>
                  <a:pt x="1" y="27591"/>
                  <a:pt x="7" y="27289"/>
                </a:cubicBezTo>
                <a:cubicBezTo>
                  <a:pt x="7" y="26998"/>
                  <a:pt x="112" y="26708"/>
                  <a:pt x="205" y="26424"/>
                </a:cubicBezTo>
                <a:lnTo>
                  <a:pt x="576" y="25336"/>
                </a:lnTo>
                <a:cubicBezTo>
                  <a:pt x="767" y="24780"/>
                  <a:pt x="959" y="24169"/>
                  <a:pt x="767" y="23607"/>
                </a:cubicBezTo>
                <a:cubicBezTo>
                  <a:pt x="637" y="23211"/>
                  <a:pt x="316" y="22840"/>
                  <a:pt x="421" y="22439"/>
                </a:cubicBezTo>
                <a:cubicBezTo>
                  <a:pt x="588" y="21784"/>
                  <a:pt x="1694" y="21747"/>
                  <a:pt x="1848" y="21080"/>
                </a:cubicBezTo>
                <a:cubicBezTo>
                  <a:pt x="2040" y="20270"/>
                  <a:pt x="2534" y="19541"/>
                  <a:pt x="3238" y="19103"/>
                </a:cubicBezTo>
                <a:cubicBezTo>
                  <a:pt x="3516" y="18924"/>
                  <a:pt x="3850" y="18757"/>
                  <a:pt x="3949" y="18442"/>
                </a:cubicBezTo>
                <a:cubicBezTo>
                  <a:pt x="4023" y="18195"/>
                  <a:pt x="3943" y="17917"/>
                  <a:pt x="4004" y="17669"/>
                </a:cubicBezTo>
                <a:cubicBezTo>
                  <a:pt x="4103" y="17274"/>
                  <a:pt x="4548" y="17064"/>
                  <a:pt x="4950" y="16996"/>
                </a:cubicBezTo>
                <a:cubicBezTo>
                  <a:pt x="5351" y="16928"/>
                  <a:pt x="5796" y="16916"/>
                  <a:pt x="6136" y="16699"/>
                </a:cubicBezTo>
                <a:cubicBezTo>
                  <a:pt x="6494" y="16471"/>
                  <a:pt x="6692" y="16032"/>
                  <a:pt x="6723" y="15600"/>
                </a:cubicBezTo>
                <a:cubicBezTo>
                  <a:pt x="6760" y="15167"/>
                  <a:pt x="6661" y="14741"/>
                  <a:pt x="6568" y="14315"/>
                </a:cubicBezTo>
                <a:cubicBezTo>
                  <a:pt x="6760" y="13857"/>
                  <a:pt x="6476" y="13406"/>
                  <a:pt x="6364" y="12918"/>
                </a:cubicBezTo>
                <a:cubicBezTo>
                  <a:pt x="6148" y="11924"/>
                  <a:pt x="7038" y="11040"/>
                  <a:pt x="7909" y="10503"/>
                </a:cubicBezTo>
                <a:cubicBezTo>
                  <a:pt x="8774" y="9959"/>
                  <a:pt x="9793" y="9434"/>
                  <a:pt x="10096" y="8464"/>
                </a:cubicBezTo>
                <a:cubicBezTo>
                  <a:pt x="10355" y="7587"/>
                  <a:pt x="9948" y="6586"/>
                  <a:pt x="10318" y="5746"/>
                </a:cubicBezTo>
                <a:cubicBezTo>
                  <a:pt x="10498" y="5332"/>
                  <a:pt x="10844" y="5023"/>
                  <a:pt x="11177" y="4732"/>
                </a:cubicBezTo>
                <a:cubicBezTo>
                  <a:pt x="11696" y="4269"/>
                  <a:pt x="12221" y="3812"/>
                  <a:pt x="12734" y="3349"/>
                </a:cubicBezTo>
                <a:cubicBezTo>
                  <a:pt x="12975" y="3398"/>
                  <a:pt x="13278" y="3058"/>
                  <a:pt x="13395" y="2848"/>
                </a:cubicBezTo>
                <a:cubicBezTo>
                  <a:pt x="13506" y="2638"/>
                  <a:pt x="13469" y="2354"/>
                  <a:pt x="13309" y="2175"/>
                </a:cubicBezTo>
                <a:cubicBezTo>
                  <a:pt x="13006" y="1853"/>
                  <a:pt x="12444" y="1959"/>
                  <a:pt x="12104" y="1674"/>
                </a:cubicBezTo>
                <a:cubicBezTo>
                  <a:pt x="11733" y="1359"/>
                  <a:pt x="11857" y="711"/>
                  <a:pt x="12234" y="389"/>
                </a:cubicBezTo>
                <a:cubicBezTo>
                  <a:pt x="12610" y="80"/>
                  <a:pt x="13129" y="19"/>
                  <a:pt x="13624" y="6"/>
                </a:cubicBezTo>
                <a:cubicBezTo>
                  <a:pt x="13951" y="0"/>
                  <a:pt x="14272" y="0"/>
                  <a:pt x="14600" y="12"/>
                </a:cubicBezTo>
                <a:cubicBezTo>
                  <a:pt x="14699" y="19"/>
                  <a:pt x="14798" y="31"/>
                  <a:pt x="14884" y="80"/>
                </a:cubicBezTo>
                <a:cubicBezTo>
                  <a:pt x="14983" y="155"/>
                  <a:pt x="15020" y="284"/>
                  <a:pt x="15045" y="402"/>
                </a:cubicBezTo>
                <a:cubicBezTo>
                  <a:pt x="15218" y="1267"/>
                  <a:pt x="14896" y="2212"/>
                  <a:pt x="14235" y="2799"/>
                </a:cubicBezTo>
                <a:cubicBezTo>
                  <a:pt x="14087" y="3250"/>
                  <a:pt x="13908" y="3620"/>
                  <a:pt x="13766" y="4065"/>
                </a:cubicBezTo>
                <a:cubicBezTo>
                  <a:pt x="13685" y="4300"/>
                  <a:pt x="13611" y="4529"/>
                  <a:pt x="13445" y="4708"/>
                </a:cubicBezTo>
                <a:cubicBezTo>
                  <a:pt x="13228" y="4949"/>
                  <a:pt x="12882" y="5048"/>
                  <a:pt x="12685" y="5301"/>
                </a:cubicBezTo>
                <a:cubicBezTo>
                  <a:pt x="12456" y="5573"/>
                  <a:pt x="12456" y="6005"/>
                  <a:pt x="12685" y="6283"/>
                </a:cubicBezTo>
                <a:cubicBezTo>
                  <a:pt x="12969" y="6629"/>
                  <a:pt x="13315" y="6901"/>
                  <a:pt x="13463" y="7327"/>
                </a:cubicBezTo>
                <a:cubicBezTo>
                  <a:pt x="13562" y="7605"/>
                  <a:pt x="13556" y="7908"/>
                  <a:pt x="13599" y="8192"/>
                </a:cubicBezTo>
                <a:cubicBezTo>
                  <a:pt x="13679" y="8668"/>
                  <a:pt x="13896" y="9119"/>
                  <a:pt x="13988" y="9595"/>
                </a:cubicBezTo>
                <a:cubicBezTo>
                  <a:pt x="14087" y="10077"/>
                  <a:pt x="14044" y="10633"/>
                  <a:pt x="13679" y="10954"/>
                </a:cubicBezTo>
                <a:cubicBezTo>
                  <a:pt x="13284" y="11312"/>
                  <a:pt x="12685" y="11275"/>
                  <a:pt x="12166" y="11158"/>
                </a:cubicBezTo>
                <a:cubicBezTo>
                  <a:pt x="11647" y="11040"/>
                  <a:pt x="11097" y="10880"/>
                  <a:pt x="10596" y="11046"/>
                </a:cubicBezTo>
                <a:cubicBezTo>
                  <a:pt x="10096" y="11226"/>
                  <a:pt x="9769" y="11936"/>
                  <a:pt x="10158" y="12294"/>
                </a:cubicBezTo>
                <a:cubicBezTo>
                  <a:pt x="9318" y="12159"/>
                  <a:pt x="8459" y="12616"/>
                  <a:pt x="7965" y="13314"/>
                </a:cubicBezTo>
                <a:cubicBezTo>
                  <a:pt x="7476" y="14006"/>
                  <a:pt x="7322" y="14895"/>
                  <a:pt x="7408" y="15736"/>
                </a:cubicBezTo>
                <a:cubicBezTo>
                  <a:pt x="7841" y="16329"/>
                  <a:pt x="8267" y="17187"/>
                  <a:pt x="7792" y="17750"/>
                </a:cubicBezTo>
                <a:cubicBezTo>
                  <a:pt x="7371" y="18262"/>
                  <a:pt x="6556" y="18089"/>
                  <a:pt x="5907" y="18207"/>
                </a:cubicBezTo>
                <a:cubicBezTo>
                  <a:pt x="5333" y="18306"/>
                  <a:pt x="4826" y="18664"/>
                  <a:pt x="4406" y="19072"/>
                </a:cubicBezTo>
                <a:cubicBezTo>
                  <a:pt x="3838" y="19603"/>
                  <a:pt x="3374" y="20239"/>
                  <a:pt x="3034" y="20925"/>
                </a:cubicBezTo>
                <a:cubicBezTo>
                  <a:pt x="2837" y="21333"/>
                  <a:pt x="2682" y="21759"/>
                  <a:pt x="2404" y="22124"/>
                </a:cubicBezTo>
                <a:cubicBezTo>
                  <a:pt x="2132" y="22488"/>
                  <a:pt x="1706" y="22772"/>
                  <a:pt x="1261" y="22742"/>
                </a:cubicBezTo>
                <a:cubicBezTo>
                  <a:pt x="1786" y="23329"/>
                  <a:pt x="1657" y="24249"/>
                  <a:pt x="1397" y="24997"/>
                </a:cubicBezTo>
                <a:cubicBezTo>
                  <a:pt x="1138" y="25744"/>
                  <a:pt x="773" y="26516"/>
                  <a:pt x="952" y="27289"/>
                </a:cubicBezTo>
                <a:cubicBezTo>
                  <a:pt x="1014" y="27560"/>
                  <a:pt x="1138" y="27851"/>
                  <a:pt x="1027" y="28110"/>
                </a:cubicBezTo>
                <a:cubicBezTo>
                  <a:pt x="934" y="28407"/>
                  <a:pt x="335" y="28351"/>
                  <a:pt x="347" y="28079"/>
                </a:cubicBezTo>
                <a:close/>
              </a:path>
            </a:pathLst>
          </a:custGeom>
          <a:solidFill>
            <a:srgbClr val="F7F9F7">
              <a:alpha val="193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2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07" name="Google Shape;207;p23"/>
          <p:cNvSpPr txBox="1">
            <a:spLocks noGrp="1"/>
          </p:cNvSpPr>
          <p:nvPr>
            <p:ph type="subTitle" idx="1"/>
          </p:nvPr>
        </p:nvSpPr>
        <p:spPr>
          <a:xfrm>
            <a:off x="4923247" y="2876072"/>
            <a:ext cx="2505600" cy="1010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08" name="Google Shape;208;p23"/>
          <p:cNvSpPr txBox="1">
            <a:spLocks noGrp="1"/>
          </p:cNvSpPr>
          <p:nvPr>
            <p:ph type="subTitle" idx="2"/>
          </p:nvPr>
        </p:nvSpPr>
        <p:spPr>
          <a:xfrm>
            <a:off x="1715375" y="2876072"/>
            <a:ext cx="2505600" cy="1010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09" name="Google Shape;209;p23"/>
          <p:cNvSpPr txBox="1">
            <a:spLocks noGrp="1"/>
          </p:cNvSpPr>
          <p:nvPr>
            <p:ph type="subTitle" idx="3"/>
          </p:nvPr>
        </p:nvSpPr>
        <p:spPr>
          <a:xfrm>
            <a:off x="1715375" y="2456475"/>
            <a:ext cx="2505600" cy="558900"/>
          </a:xfrm>
          <a:prstGeom prst="rect">
            <a:avLst/>
          </a:prstGeom>
          <a:effectLst>
            <a:outerShdw blurRad="57150" dist="19050" dir="5400000" algn="bl" rotWithShape="0">
              <a:srgbClr val="000000">
                <a:alpha val="50000"/>
              </a:srgbClr>
            </a:outerShdw>
          </a:effectLst>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Anton"/>
              <a:buNone/>
              <a:defRPr sz="2400">
                <a:solidFill>
                  <a:schemeClr val="dk1"/>
                </a:solidFill>
                <a:latin typeface="Anton"/>
                <a:ea typeface="Anton"/>
                <a:cs typeface="Anton"/>
                <a:sym typeface="Anton"/>
              </a:defRPr>
            </a:lvl1pPr>
            <a:lvl2pPr lvl="1" algn="ctr" rtl="0">
              <a:lnSpc>
                <a:spcPct val="100000"/>
              </a:lnSpc>
              <a:spcBef>
                <a:spcPts val="0"/>
              </a:spcBef>
              <a:spcAft>
                <a:spcPts val="0"/>
              </a:spcAft>
              <a:buSzPts val="2400"/>
              <a:buFont typeface="Anton"/>
              <a:buNone/>
              <a:defRPr sz="2400">
                <a:latin typeface="Anton"/>
                <a:ea typeface="Anton"/>
                <a:cs typeface="Anton"/>
                <a:sym typeface="Anton"/>
              </a:defRPr>
            </a:lvl2pPr>
            <a:lvl3pPr lvl="2" algn="ctr" rtl="0">
              <a:lnSpc>
                <a:spcPct val="100000"/>
              </a:lnSpc>
              <a:spcBef>
                <a:spcPts val="0"/>
              </a:spcBef>
              <a:spcAft>
                <a:spcPts val="0"/>
              </a:spcAft>
              <a:buSzPts val="2400"/>
              <a:buFont typeface="Anton"/>
              <a:buNone/>
              <a:defRPr sz="2400">
                <a:latin typeface="Anton"/>
                <a:ea typeface="Anton"/>
                <a:cs typeface="Anton"/>
                <a:sym typeface="Anton"/>
              </a:defRPr>
            </a:lvl3pPr>
            <a:lvl4pPr lvl="3" algn="ctr" rtl="0">
              <a:lnSpc>
                <a:spcPct val="100000"/>
              </a:lnSpc>
              <a:spcBef>
                <a:spcPts val="0"/>
              </a:spcBef>
              <a:spcAft>
                <a:spcPts val="0"/>
              </a:spcAft>
              <a:buSzPts val="2400"/>
              <a:buFont typeface="Anton"/>
              <a:buNone/>
              <a:defRPr sz="2400">
                <a:latin typeface="Anton"/>
                <a:ea typeface="Anton"/>
                <a:cs typeface="Anton"/>
                <a:sym typeface="Anton"/>
              </a:defRPr>
            </a:lvl4pPr>
            <a:lvl5pPr lvl="4" algn="ctr" rtl="0">
              <a:lnSpc>
                <a:spcPct val="100000"/>
              </a:lnSpc>
              <a:spcBef>
                <a:spcPts val="0"/>
              </a:spcBef>
              <a:spcAft>
                <a:spcPts val="0"/>
              </a:spcAft>
              <a:buSzPts val="2400"/>
              <a:buFont typeface="Anton"/>
              <a:buNone/>
              <a:defRPr sz="2400">
                <a:latin typeface="Anton"/>
                <a:ea typeface="Anton"/>
                <a:cs typeface="Anton"/>
                <a:sym typeface="Anton"/>
              </a:defRPr>
            </a:lvl5pPr>
            <a:lvl6pPr lvl="5" algn="ctr" rtl="0">
              <a:lnSpc>
                <a:spcPct val="100000"/>
              </a:lnSpc>
              <a:spcBef>
                <a:spcPts val="0"/>
              </a:spcBef>
              <a:spcAft>
                <a:spcPts val="0"/>
              </a:spcAft>
              <a:buSzPts val="2400"/>
              <a:buFont typeface="Anton"/>
              <a:buNone/>
              <a:defRPr sz="2400">
                <a:latin typeface="Anton"/>
                <a:ea typeface="Anton"/>
                <a:cs typeface="Anton"/>
                <a:sym typeface="Anton"/>
              </a:defRPr>
            </a:lvl6pPr>
            <a:lvl7pPr lvl="6" algn="ctr" rtl="0">
              <a:lnSpc>
                <a:spcPct val="100000"/>
              </a:lnSpc>
              <a:spcBef>
                <a:spcPts val="0"/>
              </a:spcBef>
              <a:spcAft>
                <a:spcPts val="0"/>
              </a:spcAft>
              <a:buSzPts val="2400"/>
              <a:buFont typeface="Anton"/>
              <a:buNone/>
              <a:defRPr sz="2400">
                <a:latin typeface="Anton"/>
                <a:ea typeface="Anton"/>
                <a:cs typeface="Anton"/>
                <a:sym typeface="Anton"/>
              </a:defRPr>
            </a:lvl7pPr>
            <a:lvl8pPr lvl="7" algn="ctr" rtl="0">
              <a:lnSpc>
                <a:spcPct val="100000"/>
              </a:lnSpc>
              <a:spcBef>
                <a:spcPts val="0"/>
              </a:spcBef>
              <a:spcAft>
                <a:spcPts val="0"/>
              </a:spcAft>
              <a:buSzPts val="2400"/>
              <a:buFont typeface="Anton"/>
              <a:buNone/>
              <a:defRPr sz="2400">
                <a:latin typeface="Anton"/>
                <a:ea typeface="Anton"/>
                <a:cs typeface="Anton"/>
                <a:sym typeface="Anton"/>
              </a:defRPr>
            </a:lvl8pPr>
            <a:lvl9pPr lvl="8" algn="ctr" rtl="0">
              <a:lnSpc>
                <a:spcPct val="100000"/>
              </a:lnSpc>
              <a:spcBef>
                <a:spcPts val="0"/>
              </a:spcBef>
              <a:spcAft>
                <a:spcPts val="0"/>
              </a:spcAft>
              <a:buSzPts val="2400"/>
              <a:buFont typeface="Anton"/>
              <a:buNone/>
              <a:defRPr sz="2400">
                <a:latin typeface="Anton"/>
                <a:ea typeface="Anton"/>
                <a:cs typeface="Anton"/>
                <a:sym typeface="Anton"/>
              </a:defRPr>
            </a:lvl9pPr>
          </a:lstStyle>
          <a:p>
            <a:endParaRPr/>
          </a:p>
        </p:txBody>
      </p:sp>
      <p:sp>
        <p:nvSpPr>
          <p:cNvPr id="210" name="Google Shape;210;p23"/>
          <p:cNvSpPr txBox="1">
            <a:spLocks noGrp="1"/>
          </p:cNvSpPr>
          <p:nvPr>
            <p:ph type="subTitle" idx="4"/>
          </p:nvPr>
        </p:nvSpPr>
        <p:spPr>
          <a:xfrm>
            <a:off x="4923250" y="2456475"/>
            <a:ext cx="2505600" cy="558900"/>
          </a:xfrm>
          <a:prstGeom prst="rect">
            <a:avLst/>
          </a:prstGeom>
          <a:effectLst>
            <a:outerShdw blurRad="57150" dist="19050" dir="5400000" algn="bl" rotWithShape="0">
              <a:srgbClr val="000000">
                <a:alpha val="50000"/>
              </a:srgbClr>
            </a:outerShdw>
          </a:effectLst>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Anton"/>
              <a:buNone/>
              <a:defRPr sz="2400">
                <a:solidFill>
                  <a:schemeClr val="dk1"/>
                </a:solidFill>
                <a:latin typeface="Anton"/>
                <a:ea typeface="Anton"/>
                <a:cs typeface="Anton"/>
                <a:sym typeface="Anton"/>
              </a:defRPr>
            </a:lvl1pPr>
            <a:lvl2pPr lvl="1" algn="ctr" rtl="0">
              <a:lnSpc>
                <a:spcPct val="100000"/>
              </a:lnSpc>
              <a:spcBef>
                <a:spcPts val="0"/>
              </a:spcBef>
              <a:spcAft>
                <a:spcPts val="0"/>
              </a:spcAft>
              <a:buSzPts val="2400"/>
              <a:buFont typeface="Anton"/>
              <a:buNone/>
              <a:defRPr sz="2400">
                <a:latin typeface="Anton"/>
                <a:ea typeface="Anton"/>
                <a:cs typeface="Anton"/>
                <a:sym typeface="Anton"/>
              </a:defRPr>
            </a:lvl2pPr>
            <a:lvl3pPr lvl="2" algn="ctr" rtl="0">
              <a:lnSpc>
                <a:spcPct val="100000"/>
              </a:lnSpc>
              <a:spcBef>
                <a:spcPts val="0"/>
              </a:spcBef>
              <a:spcAft>
                <a:spcPts val="0"/>
              </a:spcAft>
              <a:buSzPts val="2400"/>
              <a:buFont typeface="Anton"/>
              <a:buNone/>
              <a:defRPr sz="2400">
                <a:latin typeface="Anton"/>
                <a:ea typeface="Anton"/>
                <a:cs typeface="Anton"/>
                <a:sym typeface="Anton"/>
              </a:defRPr>
            </a:lvl3pPr>
            <a:lvl4pPr lvl="3" algn="ctr" rtl="0">
              <a:lnSpc>
                <a:spcPct val="100000"/>
              </a:lnSpc>
              <a:spcBef>
                <a:spcPts val="0"/>
              </a:spcBef>
              <a:spcAft>
                <a:spcPts val="0"/>
              </a:spcAft>
              <a:buSzPts val="2400"/>
              <a:buFont typeface="Anton"/>
              <a:buNone/>
              <a:defRPr sz="2400">
                <a:latin typeface="Anton"/>
                <a:ea typeface="Anton"/>
                <a:cs typeface="Anton"/>
                <a:sym typeface="Anton"/>
              </a:defRPr>
            </a:lvl4pPr>
            <a:lvl5pPr lvl="4" algn="ctr" rtl="0">
              <a:lnSpc>
                <a:spcPct val="100000"/>
              </a:lnSpc>
              <a:spcBef>
                <a:spcPts val="0"/>
              </a:spcBef>
              <a:spcAft>
                <a:spcPts val="0"/>
              </a:spcAft>
              <a:buSzPts val="2400"/>
              <a:buFont typeface="Anton"/>
              <a:buNone/>
              <a:defRPr sz="2400">
                <a:latin typeface="Anton"/>
                <a:ea typeface="Anton"/>
                <a:cs typeface="Anton"/>
                <a:sym typeface="Anton"/>
              </a:defRPr>
            </a:lvl5pPr>
            <a:lvl6pPr lvl="5" algn="ctr" rtl="0">
              <a:lnSpc>
                <a:spcPct val="100000"/>
              </a:lnSpc>
              <a:spcBef>
                <a:spcPts val="0"/>
              </a:spcBef>
              <a:spcAft>
                <a:spcPts val="0"/>
              </a:spcAft>
              <a:buSzPts val="2400"/>
              <a:buFont typeface="Anton"/>
              <a:buNone/>
              <a:defRPr sz="2400">
                <a:latin typeface="Anton"/>
                <a:ea typeface="Anton"/>
                <a:cs typeface="Anton"/>
                <a:sym typeface="Anton"/>
              </a:defRPr>
            </a:lvl6pPr>
            <a:lvl7pPr lvl="6" algn="ctr" rtl="0">
              <a:lnSpc>
                <a:spcPct val="100000"/>
              </a:lnSpc>
              <a:spcBef>
                <a:spcPts val="0"/>
              </a:spcBef>
              <a:spcAft>
                <a:spcPts val="0"/>
              </a:spcAft>
              <a:buSzPts val="2400"/>
              <a:buFont typeface="Anton"/>
              <a:buNone/>
              <a:defRPr sz="2400">
                <a:latin typeface="Anton"/>
                <a:ea typeface="Anton"/>
                <a:cs typeface="Anton"/>
                <a:sym typeface="Anton"/>
              </a:defRPr>
            </a:lvl7pPr>
            <a:lvl8pPr lvl="7" algn="ctr" rtl="0">
              <a:lnSpc>
                <a:spcPct val="100000"/>
              </a:lnSpc>
              <a:spcBef>
                <a:spcPts val="0"/>
              </a:spcBef>
              <a:spcAft>
                <a:spcPts val="0"/>
              </a:spcAft>
              <a:buSzPts val="2400"/>
              <a:buFont typeface="Anton"/>
              <a:buNone/>
              <a:defRPr sz="2400">
                <a:latin typeface="Anton"/>
                <a:ea typeface="Anton"/>
                <a:cs typeface="Anton"/>
                <a:sym typeface="Anton"/>
              </a:defRPr>
            </a:lvl8pPr>
            <a:lvl9pPr lvl="8" algn="ctr" rtl="0">
              <a:lnSpc>
                <a:spcPct val="100000"/>
              </a:lnSpc>
              <a:spcBef>
                <a:spcPts val="0"/>
              </a:spcBef>
              <a:spcAft>
                <a:spcPts val="0"/>
              </a:spcAft>
              <a:buSzPts val="2400"/>
              <a:buFont typeface="Anton"/>
              <a:buNone/>
              <a:defRPr sz="2400">
                <a:latin typeface="Anton"/>
                <a:ea typeface="Anton"/>
                <a:cs typeface="Anton"/>
                <a:sym typeface="Anton"/>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wo columns 2">
  <p:cSld name="TITLE_AND_TWO_COLUMNS_1_1">
    <p:spTree>
      <p:nvGrpSpPr>
        <p:cNvPr id="1" name="Shape 211"/>
        <p:cNvGrpSpPr/>
        <p:nvPr/>
      </p:nvGrpSpPr>
      <p:grpSpPr>
        <a:xfrm>
          <a:off x="0" y="0"/>
          <a:ext cx="0" cy="0"/>
          <a:chOff x="0" y="0"/>
          <a:chExt cx="0" cy="0"/>
        </a:xfrm>
      </p:grpSpPr>
      <p:grpSp>
        <p:nvGrpSpPr>
          <p:cNvPr id="212" name="Google Shape;212;p24"/>
          <p:cNvGrpSpPr/>
          <p:nvPr/>
        </p:nvGrpSpPr>
        <p:grpSpPr>
          <a:xfrm rot="-710519" flipH="1">
            <a:off x="-356515" y="3386956"/>
            <a:ext cx="1186367" cy="1825913"/>
            <a:chOff x="2314060" y="1276811"/>
            <a:chExt cx="1130262" cy="1739562"/>
          </a:xfrm>
        </p:grpSpPr>
        <p:sp>
          <p:nvSpPr>
            <p:cNvPr id="213" name="Google Shape;213;p24"/>
            <p:cNvSpPr/>
            <p:nvPr/>
          </p:nvSpPr>
          <p:spPr>
            <a:xfrm>
              <a:off x="2314060" y="1276811"/>
              <a:ext cx="1128425" cy="1739562"/>
            </a:xfrm>
            <a:custGeom>
              <a:avLst/>
              <a:gdLst/>
              <a:ahLst/>
              <a:cxnLst/>
              <a:rect l="l" t="t" r="r" b="b"/>
              <a:pathLst>
                <a:path w="14705" h="22669" extrusionOk="0">
                  <a:moveTo>
                    <a:pt x="8285" y="8434"/>
                  </a:moveTo>
                  <a:lnTo>
                    <a:pt x="7309" y="8310"/>
                  </a:lnTo>
                  <a:cubicBezTo>
                    <a:pt x="7074" y="7340"/>
                    <a:pt x="6846" y="6364"/>
                    <a:pt x="6636" y="5394"/>
                  </a:cubicBezTo>
                  <a:cubicBezTo>
                    <a:pt x="6395" y="4264"/>
                    <a:pt x="6178" y="3127"/>
                    <a:pt x="6092" y="1984"/>
                  </a:cubicBezTo>
                  <a:cubicBezTo>
                    <a:pt x="6049" y="1335"/>
                    <a:pt x="6080" y="699"/>
                    <a:pt x="6086" y="50"/>
                  </a:cubicBezTo>
                  <a:cubicBezTo>
                    <a:pt x="6086" y="7"/>
                    <a:pt x="6024" y="1"/>
                    <a:pt x="6018" y="38"/>
                  </a:cubicBezTo>
                  <a:cubicBezTo>
                    <a:pt x="5919" y="594"/>
                    <a:pt x="5931" y="1168"/>
                    <a:pt x="5962" y="1731"/>
                  </a:cubicBezTo>
                  <a:cubicBezTo>
                    <a:pt x="5993" y="2293"/>
                    <a:pt x="6061" y="2861"/>
                    <a:pt x="6148" y="3423"/>
                  </a:cubicBezTo>
                  <a:cubicBezTo>
                    <a:pt x="6327" y="4579"/>
                    <a:pt x="6580" y="5722"/>
                    <a:pt x="6852" y="6858"/>
                  </a:cubicBezTo>
                  <a:cubicBezTo>
                    <a:pt x="6963" y="7347"/>
                    <a:pt x="7087" y="7835"/>
                    <a:pt x="7229" y="8310"/>
                  </a:cubicBezTo>
                  <a:lnTo>
                    <a:pt x="6796" y="8255"/>
                  </a:lnTo>
                  <a:lnTo>
                    <a:pt x="6345" y="8557"/>
                  </a:lnTo>
                  <a:cubicBezTo>
                    <a:pt x="6246" y="7791"/>
                    <a:pt x="6135" y="7038"/>
                    <a:pt x="5907" y="6302"/>
                  </a:cubicBezTo>
                  <a:cubicBezTo>
                    <a:pt x="6086" y="6197"/>
                    <a:pt x="6283" y="6080"/>
                    <a:pt x="6407" y="5919"/>
                  </a:cubicBezTo>
                  <a:cubicBezTo>
                    <a:pt x="6426" y="5895"/>
                    <a:pt x="6395" y="5858"/>
                    <a:pt x="6370" y="5870"/>
                  </a:cubicBezTo>
                  <a:cubicBezTo>
                    <a:pt x="6191" y="5938"/>
                    <a:pt x="6030" y="6080"/>
                    <a:pt x="5870" y="6197"/>
                  </a:cubicBezTo>
                  <a:cubicBezTo>
                    <a:pt x="5808" y="5994"/>
                    <a:pt x="5740" y="5802"/>
                    <a:pt x="5653" y="5610"/>
                  </a:cubicBezTo>
                  <a:cubicBezTo>
                    <a:pt x="5449" y="5122"/>
                    <a:pt x="5190" y="4684"/>
                    <a:pt x="4881" y="4264"/>
                  </a:cubicBezTo>
                  <a:cubicBezTo>
                    <a:pt x="5005" y="4196"/>
                    <a:pt x="5128" y="4134"/>
                    <a:pt x="5258" y="4085"/>
                  </a:cubicBezTo>
                  <a:cubicBezTo>
                    <a:pt x="5344" y="4054"/>
                    <a:pt x="5418" y="4035"/>
                    <a:pt x="5505" y="4010"/>
                  </a:cubicBezTo>
                  <a:cubicBezTo>
                    <a:pt x="5591" y="3986"/>
                    <a:pt x="5678" y="3979"/>
                    <a:pt x="5746" y="3930"/>
                  </a:cubicBezTo>
                  <a:cubicBezTo>
                    <a:pt x="5771" y="3918"/>
                    <a:pt x="5764" y="3887"/>
                    <a:pt x="5740" y="3881"/>
                  </a:cubicBezTo>
                  <a:cubicBezTo>
                    <a:pt x="5573" y="3837"/>
                    <a:pt x="5369" y="3930"/>
                    <a:pt x="5215" y="3992"/>
                  </a:cubicBezTo>
                  <a:cubicBezTo>
                    <a:pt x="5073" y="4047"/>
                    <a:pt x="4943" y="4109"/>
                    <a:pt x="4813" y="4190"/>
                  </a:cubicBezTo>
                  <a:cubicBezTo>
                    <a:pt x="4782" y="4140"/>
                    <a:pt x="4745" y="4103"/>
                    <a:pt x="4714" y="4054"/>
                  </a:cubicBezTo>
                  <a:cubicBezTo>
                    <a:pt x="4306" y="3547"/>
                    <a:pt x="3880" y="3053"/>
                    <a:pt x="3509" y="2521"/>
                  </a:cubicBezTo>
                  <a:cubicBezTo>
                    <a:pt x="3096" y="1935"/>
                    <a:pt x="2774" y="1317"/>
                    <a:pt x="2552" y="637"/>
                  </a:cubicBezTo>
                  <a:cubicBezTo>
                    <a:pt x="2533" y="594"/>
                    <a:pt x="2490" y="612"/>
                    <a:pt x="2496" y="649"/>
                  </a:cubicBezTo>
                  <a:cubicBezTo>
                    <a:pt x="2737" y="1830"/>
                    <a:pt x="3559" y="2818"/>
                    <a:pt x="4300" y="3726"/>
                  </a:cubicBezTo>
                  <a:cubicBezTo>
                    <a:pt x="4442" y="3893"/>
                    <a:pt x="4578" y="4072"/>
                    <a:pt x="4708" y="4239"/>
                  </a:cubicBezTo>
                  <a:cubicBezTo>
                    <a:pt x="4566" y="4332"/>
                    <a:pt x="4418" y="4449"/>
                    <a:pt x="4288" y="4573"/>
                  </a:cubicBezTo>
                  <a:cubicBezTo>
                    <a:pt x="4171" y="4690"/>
                    <a:pt x="4041" y="4820"/>
                    <a:pt x="3960" y="4974"/>
                  </a:cubicBezTo>
                  <a:cubicBezTo>
                    <a:pt x="3163" y="4227"/>
                    <a:pt x="2206" y="3652"/>
                    <a:pt x="1415" y="2898"/>
                  </a:cubicBezTo>
                  <a:cubicBezTo>
                    <a:pt x="1112" y="2614"/>
                    <a:pt x="834" y="2311"/>
                    <a:pt x="600" y="1965"/>
                  </a:cubicBezTo>
                  <a:cubicBezTo>
                    <a:pt x="365" y="1607"/>
                    <a:pt x="192" y="1230"/>
                    <a:pt x="56" y="829"/>
                  </a:cubicBezTo>
                  <a:cubicBezTo>
                    <a:pt x="37" y="798"/>
                    <a:pt x="0" y="804"/>
                    <a:pt x="0" y="841"/>
                  </a:cubicBezTo>
                  <a:cubicBezTo>
                    <a:pt x="93" y="1533"/>
                    <a:pt x="525" y="2138"/>
                    <a:pt x="989" y="2633"/>
                  </a:cubicBezTo>
                  <a:cubicBezTo>
                    <a:pt x="1477" y="3158"/>
                    <a:pt x="2039" y="3590"/>
                    <a:pt x="2607" y="4017"/>
                  </a:cubicBezTo>
                  <a:cubicBezTo>
                    <a:pt x="3219" y="4480"/>
                    <a:pt x="3837" y="4943"/>
                    <a:pt x="4337" y="5518"/>
                  </a:cubicBezTo>
                  <a:cubicBezTo>
                    <a:pt x="4640" y="5845"/>
                    <a:pt x="4881" y="6234"/>
                    <a:pt x="5073" y="6636"/>
                  </a:cubicBezTo>
                  <a:cubicBezTo>
                    <a:pt x="4677" y="6828"/>
                    <a:pt x="4276" y="6982"/>
                    <a:pt x="3862" y="7099"/>
                  </a:cubicBezTo>
                  <a:cubicBezTo>
                    <a:pt x="3806" y="7112"/>
                    <a:pt x="3831" y="7192"/>
                    <a:pt x="3886" y="7174"/>
                  </a:cubicBezTo>
                  <a:cubicBezTo>
                    <a:pt x="4306" y="7069"/>
                    <a:pt x="4727" y="6914"/>
                    <a:pt x="5122" y="6729"/>
                  </a:cubicBezTo>
                  <a:cubicBezTo>
                    <a:pt x="5227" y="6970"/>
                    <a:pt x="5313" y="7204"/>
                    <a:pt x="5381" y="7452"/>
                  </a:cubicBezTo>
                  <a:cubicBezTo>
                    <a:pt x="5493" y="7847"/>
                    <a:pt x="5554" y="8267"/>
                    <a:pt x="5561" y="8675"/>
                  </a:cubicBezTo>
                  <a:cubicBezTo>
                    <a:pt x="5561" y="8811"/>
                    <a:pt x="5561" y="8947"/>
                    <a:pt x="5554" y="9083"/>
                  </a:cubicBezTo>
                  <a:lnTo>
                    <a:pt x="4411" y="9849"/>
                  </a:lnTo>
                  <a:lnTo>
                    <a:pt x="10590" y="22668"/>
                  </a:lnTo>
                  <a:lnTo>
                    <a:pt x="14704" y="22452"/>
                  </a:lnTo>
                  <a:close/>
                  <a:moveTo>
                    <a:pt x="4764" y="5839"/>
                  </a:moveTo>
                  <a:cubicBezTo>
                    <a:pt x="4541" y="5524"/>
                    <a:pt x="4288" y="5240"/>
                    <a:pt x="4016" y="4980"/>
                  </a:cubicBezTo>
                  <a:cubicBezTo>
                    <a:pt x="4133" y="4875"/>
                    <a:pt x="4232" y="4746"/>
                    <a:pt x="4356" y="4634"/>
                  </a:cubicBezTo>
                  <a:cubicBezTo>
                    <a:pt x="4492" y="4511"/>
                    <a:pt x="4640" y="4406"/>
                    <a:pt x="4795" y="4301"/>
                  </a:cubicBezTo>
                  <a:cubicBezTo>
                    <a:pt x="5035" y="4628"/>
                    <a:pt x="5258" y="4962"/>
                    <a:pt x="5437" y="5332"/>
                  </a:cubicBezTo>
                  <a:cubicBezTo>
                    <a:pt x="5573" y="5623"/>
                    <a:pt x="5690" y="5926"/>
                    <a:pt x="5795" y="6234"/>
                  </a:cubicBezTo>
                  <a:cubicBezTo>
                    <a:pt x="5610" y="6352"/>
                    <a:pt x="5412" y="6457"/>
                    <a:pt x="5221" y="6556"/>
                  </a:cubicBezTo>
                  <a:cubicBezTo>
                    <a:pt x="5215" y="6568"/>
                    <a:pt x="5208" y="6568"/>
                    <a:pt x="5196" y="6574"/>
                  </a:cubicBezTo>
                  <a:cubicBezTo>
                    <a:pt x="5066" y="6321"/>
                    <a:pt x="4930" y="6074"/>
                    <a:pt x="4764" y="5839"/>
                  </a:cubicBezTo>
                  <a:close/>
                  <a:moveTo>
                    <a:pt x="5585" y="7810"/>
                  </a:moveTo>
                  <a:cubicBezTo>
                    <a:pt x="5517" y="7414"/>
                    <a:pt x="5394" y="7038"/>
                    <a:pt x="5239" y="6667"/>
                  </a:cubicBezTo>
                  <a:cubicBezTo>
                    <a:pt x="5246" y="6667"/>
                    <a:pt x="5246" y="6661"/>
                    <a:pt x="5252" y="6661"/>
                  </a:cubicBezTo>
                  <a:cubicBezTo>
                    <a:pt x="5443" y="6568"/>
                    <a:pt x="5641" y="6457"/>
                    <a:pt x="5826" y="6340"/>
                  </a:cubicBezTo>
                  <a:cubicBezTo>
                    <a:pt x="5900" y="6587"/>
                    <a:pt x="5962" y="6846"/>
                    <a:pt x="6024" y="7099"/>
                  </a:cubicBezTo>
                  <a:cubicBezTo>
                    <a:pt x="6141" y="7594"/>
                    <a:pt x="6215" y="8088"/>
                    <a:pt x="6290" y="8588"/>
                  </a:cubicBezTo>
                  <a:lnTo>
                    <a:pt x="5653" y="9015"/>
                  </a:lnTo>
                  <a:cubicBezTo>
                    <a:pt x="5653" y="8959"/>
                    <a:pt x="5659" y="8910"/>
                    <a:pt x="5659" y="8854"/>
                  </a:cubicBezTo>
                  <a:cubicBezTo>
                    <a:pt x="5672" y="8496"/>
                    <a:pt x="5647" y="8150"/>
                    <a:pt x="5585" y="781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24"/>
            <p:cNvSpPr/>
            <p:nvPr/>
          </p:nvSpPr>
          <p:spPr>
            <a:xfrm>
              <a:off x="2836024" y="1909732"/>
              <a:ext cx="608298" cy="1093816"/>
            </a:xfrm>
            <a:custGeom>
              <a:avLst/>
              <a:gdLst/>
              <a:ahLst/>
              <a:cxnLst/>
              <a:rect l="l" t="t" r="r" b="b"/>
              <a:pathLst>
                <a:path w="7927" h="14254" extrusionOk="0">
                  <a:moveTo>
                    <a:pt x="7927" y="14179"/>
                  </a:moveTo>
                  <a:lnTo>
                    <a:pt x="1483" y="186"/>
                  </a:lnTo>
                  <a:lnTo>
                    <a:pt x="0" y="1"/>
                  </a:lnTo>
                  <a:lnTo>
                    <a:pt x="6642" y="14253"/>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5" name="Google Shape;215;p24"/>
          <p:cNvSpPr/>
          <p:nvPr/>
        </p:nvSpPr>
        <p:spPr>
          <a:xfrm rot="-2266411">
            <a:off x="8346803" y="-635096"/>
            <a:ext cx="2251702" cy="2043956"/>
          </a:xfrm>
          <a:custGeom>
            <a:avLst/>
            <a:gdLst/>
            <a:ahLst/>
            <a:cxnLst/>
            <a:rect l="l" t="t" r="r" b="b"/>
            <a:pathLst>
              <a:path w="53967" h="47233" extrusionOk="0">
                <a:moveTo>
                  <a:pt x="4041" y="46429"/>
                </a:moveTo>
                <a:cubicBezTo>
                  <a:pt x="3701" y="46491"/>
                  <a:pt x="3380" y="46213"/>
                  <a:pt x="3257" y="45891"/>
                </a:cubicBezTo>
                <a:cubicBezTo>
                  <a:pt x="3121" y="45564"/>
                  <a:pt x="3139" y="45212"/>
                  <a:pt x="3102" y="44872"/>
                </a:cubicBezTo>
                <a:cubicBezTo>
                  <a:pt x="2985" y="43859"/>
                  <a:pt x="2429" y="42907"/>
                  <a:pt x="1601" y="42314"/>
                </a:cubicBezTo>
                <a:cubicBezTo>
                  <a:pt x="1341" y="42123"/>
                  <a:pt x="1008" y="41888"/>
                  <a:pt x="1051" y="41567"/>
                </a:cubicBezTo>
                <a:cubicBezTo>
                  <a:pt x="1107" y="41153"/>
                  <a:pt x="1687" y="41079"/>
                  <a:pt x="1916" y="40733"/>
                </a:cubicBezTo>
                <a:cubicBezTo>
                  <a:pt x="2163" y="40362"/>
                  <a:pt x="1916" y="39880"/>
                  <a:pt x="1694" y="39497"/>
                </a:cubicBezTo>
                <a:cubicBezTo>
                  <a:pt x="1471" y="39114"/>
                  <a:pt x="1286" y="38583"/>
                  <a:pt x="1595" y="38274"/>
                </a:cubicBezTo>
                <a:cubicBezTo>
                  <a:pt x="1712" y="37780"/>
                  <a:pt x="1348" y="37242"/>
                  <a:pt x="1008" y="36865"/>
                </a:cubicBezTo>
                <a:cubicBezTo>
                  <a:pt x="754" y="36575"/>
                  <a:pt x="495" y="36285"/>
                  <a:pt x="242" y="36000"/>
                </a:cubicBezTo>
                <a:cubicBezTo>
                  <a:pt x="124" y="35864"/>
                  <a:pt x="1" y="35710"/>
                  <a:pt x="13" y="35537"/>
                </a:cubicBezTo>
                <a:cubicBezTo>
                  <a:pt x="19" y="35352"/>
                  <a:pt x="168" y="35203"/>
                  <a:pt x="297" y="35080"/>
                </a:cubicBezTo>
                <a:cubicBezTo>
                  <a:pt x="643" y="34765"/>
                  <a:pt x="983" y="34443"/>
                  <a:pt x="1329" y="34128"/>
                </a:cubicBezTo>
                <a:cubicBezTo>
                  <a:pt x="1465" y="34011"/>
                  <a:pt x="1595" y="33881"/>
                  <a:pt x="1656" y="33721"/>
                </a:cubicBezTo>
                <a:cubicBezTo>
                  <a:pt x="1799" y="33356"/>
                  <a:pt x="1564" y="32955"/>
                  <a:pt x="1329" y="32639"/>
                </a:cubicBezTo>
                <a:cubicBezTo>
                  <a:pt x="1100" y="32677"/>
                  <a:pt x="853" y="32207"/>
                  <a:pt x="884" y="31972"/>
                </a:cubicBezTo>
                <a:cubicBezTo>
                  <a:pt x="915" y="31744"/>
                  <a:pt x="1070" y="31558"/>
                  <a:pt x="1199" y="31367"/>
                </a:cubicBezTo>
                <a:cubicBezTo>
                  <a:pt x="1329" y="31181"/>
                  <a:pt x="1453" y="30947"/>
                  <a:pt x="1409" y="30724"/>
                </a:cubicBezTo>
                <a:cubicBezTo>
                  <a:pt x="1329" y="30384"/>
                  <a:pt x="884" y="30156"/>
                  <a:pt x="952" y="29810"/>
                </a:cubicBezTo>
                <a:cubicBezTo>
                  <a:pt x="1002" y="29587"/>
                  <a:pt x="1249" y="29470"/>
                  <a:pt x="1440" y="29365"/>
                </a:cubicBezTo>
                <a:cubicBezTo>
                  <a:pt x="2330" y="28852"/>
                  <a:pt x="2676" y="27759"/>
                  <a:pt x="2935" y="26758"/>
                </a:cubicBezTo>
                <a:cubicBezTo>
                  <a:pt x="3732" y="26838"/>
                  <a:pt x="4443" y="26165"/>
                  <a:pt x="4684" y="25411"/>
                </a:cubicBezTo>
                <a:cubicBezTo>
                  <a:pt x="4925" y="24651"/>
                  <a:pt x="4813" y="23823"/>
                  <a:pt x="4696" y="23039"/>
                </a:cubicBezTo>
                <a:cubicBezTo>
                  <a:pt x="4560" y="22112"/>
                  <a:pt x="5512" y="20963"/>
                  <a:pt x="6210" y="20333"/>
                </a:cubicBezTo>
                <a:cubicBezTo>
                  <a:pt x="6537" y="20049"/>
                  <a:pt x="6914" y="19789"/>
                  <a:pt x="7106" y="19400"/>
                </a:cubicBezTo>
                <a:cubicBezTo>
                  <a:pt x="7303" y="19023"/>
                  <a:pt x="7303" y="18560"/>
                  <a:pt x="7550" y="18201"/>
                </a:cubicBezTo>
                <a:cubicBezTo>
                  <a:pt x="7847" y="17769"/>
                  <a:pt x="8421" y="17658"/>
                  <a:pt x="8947" y="17596"/>
                </a:cubicBezTo>
                <a:cubicBezTo>
                  <a:pt x="9466" y="17540"/>
                  <a:pt x="10034" y="17503"/>
                  <a:pt x="10429" y="17163"/>
                </a:cubicBezTo>
                <a:cubicBezTo>
                  <a:pt x="10701" y="16929"/>
                  <a:pt x="10948" y="16422"/>
                  <a:pt x="11041" y="16082"/>
                </a:cubicBezTo>
                <a:cubicBezTo>
                  <a:pt x="11121" y="15742"/>
                  <a:pt x="11177" y="15372"/>
                  <a:pt x="11381" y="15081"/>
                </a:cubicBezTo>
                <a:cubicBezTo>
                  <a:pt x="11578" y="14791"/>
                  <a:pt x="12005" y="14618"/>
                  <a:pt x="12289" y="14828"/>
                </a:cubicBezTo>
                <a:cubicBezTo>
                  <a:pt x="12413" y="14921"/>
                  <a:pt x="12691" y="14494"/>
                  <a:pt x="12678" y="14340"/>
                </a:cubicBezTo>
                <a:cubicBezTo>
                  <a:pt x="12660" y="14186"/>
                  <a:pt x="12561" y="14062"/>
                  <a:pt x="12462" y="13957"/>
                </a:cubicBezTo>
                <a:cubicBezTo>
                  <a:pt x="12357" y="13840"/>
                  <a:pt x="12258" y="13710"/>
                  <a:pt x="12258" y="13562"/>
                </a:cubicBezTo>
                <a:cubicBezTo>
                  <a:pt x="12258" y="13339"/>
                  <a:pt x="12474" y="13191"/>
                  <a:pt x="12653" y="13061"/>
                </a:cubicBezTo>
                <a:cubicBezTo>
                  <a:pt x="12833" y="12931"/>
                  <a:pt x="13018" y="12721"/>
                  <a:pt x="12932" y="12511"/>
                </a:cubicBezTo>
                <a:cubicBezTo>
                  <a:pt x="12851" y="12320"/>
                  <a:pt x="12604" y="12283"/>
                  <a:pt x="12406" y="12239"/>
                </a:cubicBezTo>
                <a:cubicBezTo>
                  <a:pt x="12073" y="12190"/>
                  <a:pt x="11733" y="12066"/>
                  <a:pt x="11492" y="11825"/>
                </a:cubicBezTo>
                <a:cubicBezTo>
                  <a:pt x="11257" y="11585"/>
                  <a:pt x="11134" y="11208"/>
                  <a:pt x="11263" y="10893"/>
                </a:cubicBezTo>
                <a:cubicBezTo>
                  <a:pt x="12925" y="10324"/>
                  <a:pt x="14637" y="9255"/>
                  <a:pt x="16305" y="8687"/>
                </a:cubicBezTo>
                <a:cubicBezTo>
                  <a:pt x="16682" y="8557"/>
                  <a:pt x="17108" y="8390"/>
                  <a:pt x="17250" y="8020"/>
                </a:cubicBezTo>
                <a:cubicBezTo>
                  <a:pt x="17355" y="7711"/>
                  <a:pt x="17231" y="7377"/>
                  <a:pt x="17114" y="7075"/>
                </a:cubicBezTo>
                <a:cubicBezTo>
                  <a:pt x="16929" y="6630"/>
                  <a:pt x="16750" y="6173"/>
                  <a:pt x="16564" y="5722"/>
                </a:cubicBezTo>
                <a:cubicBezTo>
                  <a:pt x="16453" y="5444"/>
                  <a:pt x="16342" y="5159"/>
                  <a:pt x="16317" y="4857"/>
                </a:cubicBezTo>
                <a:cubicBezTo>
                  <a:pt x="16274" y="4066"/>
                  <a:pt x="16885" y="3399"/>
                  <a:pt x="17448" y="2836"/>
                </a:cubicBezTo>
                <a:cubicBezTo>
                  <a:pt x="24880" y="1842"/>
                  <a:pt x="32368" y="674"/>
                  <a:pt x="39850" y="279"/>
                </a:cubicBezTo>
                <a:cubicBezTo>
                  <a:pt x="43007" y="112"/>
                  <a:pt x="46182" y="1"/>
                  <a:pt x="49339" y="186"/>
                </a:cubicBezTo>
                <a:cubicBezTo>
                  <a:pt x="50494" y="254"/>
                  <a:pt x="51699" y="390"/>
                  <a:pt x="52657" y="1020"/>
                </a:cubicBezTo>
                <a:cubicBezTo>
                  <a:pt x="53404" y="1514"/>
                  <a:pt x="53967" y="2534"/>
                  <a:pt x="53509" y="3306"/>
                </a:cubicBezTo>
                <a:cubicBezTo>
                  <a:pt x="53213" y="3819"/>
                  <a:pt x="52583" y="4023"/>
                  <a:pt x="51996" y="4072"/>
                </a:cubicBezTo>
                <a:cubicBezTo>
                  <a:pt x="51409" y="4115"/>
                  <a:pt x="50816" y="4035"/>
                  <a:pt x="50241" y="4128"/>
                </a:cubicBezTo>
                <a:cubicBezTo>
                  <a:pt x="49605" y="4233"/>
                  <a:pt x="48981" y="4591"/>
                  <a:pt x="48709" y="5166"/>
                </a:cubicBezTo>
                <a:cubicBezTo>
                  <a:pt x="48437" y="5746"/>
                  <a:pt x="48616" y="6549"/>
                  <a:pt x="49191" y="6846"/>
                </a:cubicBezTo>
                <a:cubicBezTo>
                  <a:pt x="49296" y="7192"/>
                  <a:pt x="49407" y="7594"/>
                  <a:pt x="49413" y="7958"/>
                </a:cubicBezTo>
                <a:cubicBezTo>
                  <a:pt x="49419" y="8316"/>
                  <a:pt x="49302" y="8699"/>
                  <a:pt x="49036" y="8947"/>
                </a:cubicBezTo>
                <a:cubicBezTo>
                  <a:pt x="48740" y="9218"/>
                  <a:pt x="48295" y="9268"/>
                  <a:pt x="47906" y="9194"/>
                </a:cubicBezTo>
                <a:cubicBezTo>
                  <a:pt x="47510" y="9113"/>
                  <a:pt x="47158" y="8916"/>
                  <a:pt x="46812" y="8712"/>
                </a:cubicBezTo>
                <a:cubicBezTo>
                  <a:pt x="46577" y="8582"/>
                  <a:pt x="46324" y="8446"/>
                  <a:pt x="46052" y="8452"/>
                </a:cubicBezTo>
                <a:cubicBezTo>
                  <a:pt x="45781" y="8458"/>
                  <a:pt x="45503" y="8681"/>
                  <a:pt x="45533" y="8953"/>
                </a:cubicBezTo>
                <a:cubicBezTo>
                  <a:pt x="45552" y="9082"/>
                  <a:pt x="45632" y="9194"/>
                  <a:pt x="45657" y="9323"/>
                </a:cubicBezTo>
                <a:cubicBezTo>
                  <a:pt x="45682" y="9453"/>
                  <a:pt x="45595" y="9620"/>
                  <a:pt x="45465" y="9595"/>
                </a:cubicBezTo>
                <a:cubicBezTo>
                  <a:pt x="45453" y="9781"/>
                  <a:pt x="45348" y="9879"/>
                  <a:pt x="45181" y="9947"/>
                </a:cubicBezTo>
                <a:cubicBezTo>
                  <a:pt x="45008" y="10021"/>
                  <a:pt x="44823" y="10028"/>
                  <a:pt x="44638" y="10028"/>
                </a:cubicBezTo>
                <a:cubicBezTo>
                  <a:pt x="44137" y="10034"/>
                  <a:pt x="43637" y="10052"/>
                  <a:pt x="43136" y="10059"/>
                </a:cubicBezTo>
                <a:cubicBezTo>
                  <a:pt x="42753" y="10065"/>
                  <a:pt x="42315" y="10108"/>
                  <a:pt x="42123" y="10435"/>
                </a:cubicBezTo>
                <a:cubicBezTo>
                  <a:pt x="42043" y="10565"/>
                  <a:pt x="42024" y="10738"/>
                  <a:pt x="41925" y="10856"/>
                </a:cubicBezTo>
                <a:cubicBezTo>
                  <a:pt x="41697" y="11134"/>
                  <a:pt x="41227" y="10985"/>
                  <a:pt x="40906" y="11146"/>
                </a:cubicBezTo>
                <a:cubicBezTo>
                  <a:pt x="40640" y="11294"/>
                  <a:pt x="40535" y="11640"/>
                  <a:pt x="40591" y="11943"/>
                </a:cubicBezTo>
                <a:cubicBezTo>
                  <a:pt x="40647" y="12246"/>
                  <a:pt x="40826" y="12505"/>
                  <a:pt x="40992" y="12758"/>
                </a:cubicBezTo>
                <a:cubicBezTo>
                  <a:pt x="41017" y="13117"/>
                  <a:pt x="40622" y="13308"/>
                  <a:pt x="40257" y="13308"/>
                </a:cubicBezTo>
                <a:cubicBezTo>
                  <a:pt x="39905" y="13308"/>
                  <a:pt x="39572" y="13141"/>
                  <a:pt x="39232" y="13018"/>
                </a:cubicBezTo>
                <a:cubicBezTo>
                  <a:pt x="38892" y="12894"/>
                  <a:pt x="38503" y="12833"/>
                  <a:pt x="38200" y="13024"/>
                </a:cubicBezTo>
                <a:cubicBezTo>
                  <a:pt x="36730" y="13994"/>
                  <a:pt x="34950" y="14519"/>
                  <a:pt x="33208" y="14797"/>
                </a:cubicBezTo>
                <a:cubicBezTo>
                  <a:pt x="32788" y="14871"/>
                  <a:pt x="32343" y="14915"/>
                  <a:pt x="31942" y="15075"/>
                </a:cubicBezTo>
                <a:cubicBezTo>
                  <a:pt x="31540" y="15242"/>
                  <a:pt x="31169" y="15551"/>
                  <a:pt x="31046" y="15965"/>
                </a:cubicBezTo>
                <a:cubicBezTo>
                  <a:pt x="30922" y="16385"/>
                  <a:pt x="31138" y="16898"/>
                  <a:pt x="31552" y="17021"/>
                </a:cubicBezTo>
                <a:cubicBezTo>
                  <a:pt x="31509" y="17435"/>
                  <a:pt x="31095" y="17763"/>
                  <a:pt x="30681" y="17787"/>
                </a:cubicBezTo>
                <a:cubicBezTo>
                  <a:pt x="30273" y="17812"/>
                  <a:pt x="29866" y="17682"/>
                  <a:pt x="29446" y="17682"/>
                </a:cubicBezTo>
                <a:cubicBezTo>
                  <a:pt x="28272" y="17682"/>
                  <a:pt x="27246" y="18696"/>
                  <a:pt x="26079" y="18590"/>
                </a:cubicBezTo>
                <a:cubicBezTo>
                  <a:pt x="25887" y="18578"/>
                  <a:pt x="25695" y="18523"/>
                  <a:pt x="25504" y="18535"/>
                </a:cubicBezTo>
                <a:cubicBezTo>
                  <a:pt x="25306" y="18553"/>
                  <a:pt x="25102" y="18658"/>
                  <a:pt x="25047" y="18844"/>
                </a:cubicBezTo>
                <a:cubicBezTo>
                  <a:pt x="24923" y="19270"/>
                  <a:pt x="25628" y="19672"/>
                  <a:pt x="25417" y="20067"/>
                </a:cubicBezTo>
                <a:cubicBezTo>
                  <a:pt x="25473" y="20598"/>
                  <a:pt x="24831" y="20864"/>
                  <a:pt x="24305" y="20957"/>
                </a:cubicBezTo>
                <a:cubicBezTo>
                  <a:pt x="23780" y="21049"/>
                  <a:pt x="23206" y="21000"/>
                  <a:pt x="22755" y="21278"/>
                </a:cubicBezTo>
                <a:cubicBezTo>
                  <a:pt x="22310" y="21544"/>
                  <a:pt x="22081" y="22044"/>
                  <a:pt x="21680" y="22359"/>
                </a:cubicBezTo>
                <a:cubicBezTo>
                  <a:pt x="20920" y="22965"/>
                  <a:pt x="19839" y="22755"/>
                  <a:pt x="18893" y="22569"/>
                </a:cubicBezTo>
                <a:cubicBezTo>
                  <a:pt x="17948" y="22378"/>
                  <a:pt x="16805" y="22297"/>
                  <a:pt x="16181" y="23026"/>
                </a:cubicBezTo>
                <a:cubicBezTo>
                  <a:pt x="15916" y="23335"/>
                  <a:pt x="15390" y="23292"/>
                  <a:pt x="15014" y="23156"/>
                </a:cubicBezTo>
                <a:cubicBezTo>
                  <a:pt x="14630" y="23026"/>
                  <a:pt x="14291" y="22785"/>
                  <a:pt x="13895" y="22680"/>
                </a:cubicBezTo>
                <a:cubicBezTo>
                  <a:pt x="13500" y="22582"/>
                  <a:pt x="13012" y="22662"/>
                  <a:pt x="12814" y="23014"/>
                </a:cubicBezTo>
                <a:cubicBezTo>
                  <a:pt x="12579" y="23428"/>
                  <a:pt x="12870" y="23941"/>
                  <a:pt x="12796" y="24416"/>
                </a:cubicBezTo>
                <a:cubicBezTo>
                  <a:pt x="12728" y="24917"/>
                  <a:pt x="12240" y="25281"/>
                  <a:pt x="11739" y="25380"/>
                </a:cubicBezTo>
                <a:cubicBezTo>
                  <a:pt x="11239" y="25479"/>
                  <a:pt x="10726" y="25362"/>
                  <a:pt x="10232" y="25257"/>
                </a:cubicBezTo>
                <a:cubicBezTo>
                  <a:pt x="9113" y="25010"/>
                  <a:pt x="7989" y="24750"/>
                  <a:pt x="6865" y="24509"/>
                </a:cubicBezTo>
                <a:cubicBezTo>
                  <a:pt x="6741" y="24886"/>
                  <a:pt x="6327" y="25269"/>
                  <a:pt x="6204" y="25658"/>
                </a:cubicBezTo>
                <a:cubicBezTo>
                  <a:pt x="6179" y="26597"/>
                  <a:pt x="5407" y="27462"/>
                  <a:pt x="4474" y="27586"/>
                </a:cubicBezTo>
                <a:cubicBezTo>
                  <a:pt x="4078" y="27641"/>
                  <a:pt x="3553" y="27648"/>
                  <a:pt x="3454" y="28037"/>
                </a:cubicBezTo>
                <a:cubicBezTo>
                  <a:pt x="3325" y="28500"/>
                  <a:pt x="3992" y="28791"/>
                  <a:pt x="4097" y="29260"/>
                </a:cubicBezTo>
                <a:cubicBezTo>
                  <a:pt x="4233" y="29903"/>
                  <a:pt x="3300" y="30249"/>
                  <a:pt x="3114" y="30879"/>
                </a:cubicBezTo>
                <a:cubicBezTo>
                  <a:pt x="2861" y="31719"/>
                  <a:pt x="4023" y="32392"/>
                  <a:pt x="4035" y="33263"/>
                </a:cubicBezTo>
                <a:cubicBezTo>
                  <a:pt x="4041" y="34110"/>
                  <a:pt x="2941" y="34783"/>
                  <a:pt x="3176" y="35605"/>
                </a:cubicBezTo>
                <a:cubicBezTo>
                  <a:pt x="3355" y="36204"/>
                  <a:pt x="4103" y="36377"/>
                  <a:pt x="4640" y="36698"/>
                </a:cubicBezTo>
                <a:cubicBezTo>
                  <a:pt x="5746" y="37366"/>
                  <a:pt x="6018" y="38848"/>
                  <a:pt x="6000" y="40133"/>
                </a:cubicBezTo>
                <a:cubicBezTo>
                  <a:pt x="5987" y="41425"/>
                  <a:pt x="5808" y="42802"/>
                  <a:pt x="6420" y="43933"/>
                </a:cubicBezTo>
                <a:cubicBezTo>
                  <a:pt x="6648" y="44378"/>
                  <a:pt x="6988" y="44749"/>
                  <a:pt x="7217" y="45187"/>
                </a:cubicBezTo>
                <a:cubicBezTo>
                  <a:pt x="7439" y="45626"/>
                  <a:pt x="7544" y="46182"/>
                  <a:pt x="7291" y="46608"/>
                </a:cubicBezTo>
                <a:cubicBezTo>
                  <a:pt x="7019" y="47071"/>
                  <a:pt x="6401" y="47232"/>
                  <a:pt x="5876" y="47133"/>
                </a:cubicBezTo>
                <a:cubicBezTo>
                  <a:pt x="5332" y="47016"/>
                  <a:pt x="4480" y="46738"/>
                  <a:pt x="4041" y="46429"/>
                </a:cubicBezTo>
                <a:close/>
              </a:path>
            </a:pathLst>
          </a:custGeom>
          <a:solidFill>
            <a:srgbClr val="F7F9F7">
              <a:alpha val="225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16" name="Google Shape;216;p24"/>
          <p:cNvPicPr preferRelativeResize="0"/>
          <p:nvPr/>
        </p:nvPicPr>
        <p:blipFill>
          <a:blip r:embed="rId2">
            <a:alphaModFix amt="25000"/>
          </a:blip>
          <a:stretch>
            <a:fillRect/>
          </a:stretch>
        </p:blipFill>
        <p:spPr>
          <a:xfrm flipH="1">
            <a:off x="-2" y="0"/>
            <a:ext cx="9143999" cy="5143500"/>
          </a:xfrm>
          <a:prstGeom prst="rect">
            <a:avLst/>
          </a:prstGeom>
          <a:noFill/>
          <a:ln>
            <a:noFill/>
          </a:ln>
        </p:spPr>
      </p:pic>
      <p:pic>
        <p:nvPicPr>
          <p:cNvPr id="217" name="Google Shape;217;p24"/>
          <p:cNvPicPr preferRelativeResize="0"/>
          <p:nvPr/>
        </p:nvPicPr>
        <p:blipFill rotWithShape="1">
          <a:blip r:embed="rId3">
            <a:alphaModFix amt="26000"/>
          </a:blip>
          <a:srcRect l="445" t="22031" r="455" b="50745"/>
          <a:stretch/>
        </p:blipFill>
        <p:spPr>
          <a:xfrm>
            <a:off x="0" y="3882475"/>
            <a:ext cx="9144001" cy="1261026"/>
          </a:xfrm>
          <a:prstGeom prst="rect">
            <a:avLst/>
          </a:prstGeom>
          <a:noFill/>
          <a:ln>
            <a:noFill/>
          </a:ln>
        </p:spPr>
      </p:pic>
      <p:sp>
        <p:nvSpPr>
          <p:cNvPr id="218" name="Google Shape;218;p2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19" name="Google Shape;219;p24"/>
          <p:cNvSpPr txBox="1">
            <a:spLocks noGrp="1"/>
          </p:cNvSpPr>
          <p:nvPr>
            <p:ph type="subTitle" idx="1"/>
          </p:nvPr>
        </p:nvSpPr>
        <p:spPr>
          <a:xfrm>
            <a:off x="4731929" y="1699675"/>
            <a:ext cx="3600000" cy="2295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20" name="Google Shape;220;p24"/>
          <p:cNvSpPr txBox="1">
            <a:spLocks noGrp="1"/>
          </p:cNvSpPr>
          <p:nvPr>
            <p:ph type="subTitle" idx="2"/>
          </p:nvPr>
        </p:nvSpPr>
        <p:spPr>
          <a:xfrm>
            <a:off x="812075" y="1699675"/>
            <a:ext cx="3600000" cy="2295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228"/>
        <p:cNvGrpSpPr/>
        <p:nvPr/>
      </p:nvGrpSpPr>
      <p:grpSpPr>
        <a:xfrm>
          <a:off x="0" y="0"/>
          <a:ext cx="0" cy="0"/>
          <a:chOff x="0" y="0"/>
          <a:chExt cx="0" cy="0"/>
        </a:xfrm>
      </p:grpSpPr>
      <p:pic>
        <p:nvPicPr>
          <p:cNvPr id="229" name="Google Shape;229;p26"/>
          <p:cNvPicPr preferRelativeResize="0"/>
          <p:nvPr/>
        </p:nvPicPr>
        <p:blipFill>
          <a:blip r:embed="rId2">
            <a:alphaModFix amt="25000"/>
          </a:blip>
          <a:stretch>
            <a:fillRect/>
          </a:stretch>
        </p:blipFill>
        <p:spPr>
          <a:xfrm flipH="1">
            <a:off x="-2" y="0"/>
            <a:ext cx="9143999" cy="5143500"/>
          </a:xfrm>
          <a:prstGeom prst="rect">
            <a:avLst/>
          </a:prstGeom>
          <a:noFill/>
          <a:ln>
            <a:noFill/>
          </a:ln>
        </p:spPr>
      </p:pic>
      <p:pic>
        <p:nvPicPr>
          <p:cNvPr id="230" name="Google Shape;230;p26"/>
          <p:cNvPicPr preferRelativeResize="0"/>
          <p:nvPr/>
        </p:nvPicPr>
        <p:blipFill rotWithShape="1">
          <a:blip r:embed="rId3">
            <a:alphaModFix amt="26000"/>
          </a:blip>
          <a:srcRect l="445" t="22414" r="455" b="53524"/>
          <a:stretch/>
        </p:blipFill>
        <p:spPr>
          <a:xfrm>
            <a:off x="0" y="3521025"/>
            <a:ext cx="9144001" cy="1622474"/>
          </a:xfrm>
          <a:prstGeom prst="rect">
            <a:avLst/>
          </a:prstGeom>
          <a:noFill/>
          <a:ln>
            <a:noFill/>
          </a:ln>
        </p:spPr>
      </p:pic>
      <p:sp>
        <p:nvSpPr>
          <p:cNvPr id="231" name="Google Shape;231;p2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32" name="Google Shape;232;p26"/>
          <p:cNvSpPr txBox="1">
            <a:spLocks noGrp="1"/>
          </p:cNvSpPr>
          <p:nvPr>
            <p:ph type="subTitle" idx="1"/>
          </p:nvPr>
        </p:nvSpPr>
        <p:spPr>
          <a:xfrm>
            <a:off x="937626" y="2827540"/>
            <a:ext cx="2175300" cy="869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33" name="Google Shape;233;p26"/>
          <p:cNvSpPr txBox="1">
            <a:spLocks noGrp="1"/>
          </p:cNvSpPr>
          <p:nvPr>
            <p:ph type="subTitle" idx="2"/>
          </p:nvPr>
        </p:nvSpPr>
        <p:spPr>
          <a:xfrm>
            <a:off x="3484347" y="2827540"/>
            <a:ext cx="2175300" cy="869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34" name="Google Shape;234;p26"/>
          <p:cNvSpPr txBox="1">
            <a:spLocks noGrp="1"/>
          </p:cNvSpPr>
          <p:nvPr>
            <p:ph type="subTitle" idx="3"/>
          </p:nvPr>
        </p:nvSpPr>
        <p:spPr>
          <a:xfrm>
            <a:off x="6031074" y="2827540"/>
            <a:ext cx="2175300" cy="869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35" name="Google Shape;235;p26"/>
          <p:cNvSpPr txBox="1">
            <a:spLocks noGrp="1"/>
          </p:cNvSpPr>
          <p:nvPr>
            <p:ph type="subTitle" idx="4"/>
          </p:nvPr>
        </p:nvSpPr>
        <p:spPr>
          <a:xfrm>
            <a:off x="937625" y="2456463"/>
            <a:ext cx="2175300" cy="527700"/>
          </a:xfrm>
          <a:prstGeom prst="rect">
            <a:avLst/>
          </a:prstGeom>
          <a:effectLst>
            <a:outerShdw blurRad="57150" dist="19050" dir="5400000" algn="bl" rotWithShape="0">
              <a:srgbClr val="000000">
                <a:alpha val="50000"/>
              </a:srgbClr>
            </a:outerShdw>
          </a:effectLst>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Anton"/>
              <a:buNone/>
              <a:defRPr sz="2400">
                <a:solidFill>
                  <a:schemeClr val="dk1"/>
                </a:solidFill>
                <a:latin typeface="Anton"/>
                <a:ea typeface="Anton"/>
                <a:cs typeface="Anton"/>
                <a:sym typeface="Anton"/>
              </a:defRPr>
            </a:lvl1pPr>
            <a:lvl2pPr lvl="1" algn="ctr" rtl="0">
              <a:lnSpc>
                <a:spcPct val="100000"/>
              </a:lnSpc>
              <a:spcBef>
                <a:spcPts val="0"/>
              </a:spcBef>
              <a:spcAft>
                <a:spcPts val="0"/>
              </a:spcAft>
              <a:buSzPts val="2400"/>
              <a:buFont typeface="Anton"/>
              <a:buNone/>
              <a:defRPr sz="2400">
                <a:latin typeface="Anton"/>
                <a:ea typeface="Anton"/>
                <a:cs typeface="Anton"/>
                <a:sym typeface="Anton"/>
              </a:defRPr>
            </a:lvl2pPr>
            <a:lvl3pPr lvl="2" algn="ctr" rtl="0">
              <a:lnSpc>
                <a:spcPct val="100000"/>
              </a:lnSpc>
              <a:spcBef>
                <a:spcPts val="0"/>
              </a:spcBef>
              <a:spcAft>
                <a:spcPts val="0"/>
              </a:spcAft>
              <a:buSzPts val="2400"/>
              <a:buFont typeface="Anton"/>
              <a:buNone/>
              <a:defRPr sz="2400">
                <a:latin typeface="Anton"/>
                <a:ea typeface="Anton"/>
                <a:cs typeface="Anton"/>
                <a:sym typeface="Anton"/>
              </a:defRPr>
            </a:lvl3pPr>
            <a:lvl4pPr lvl="3" algn="ctr" rtl="0">
              <a:lnSpc>
                <a:spcPct val="100000"/>
              </a:lnSpc>
              <a:spcBef>
                <a:spcPts val="0"/>
              </a:spcBef>
              <a:spcAft>
                <a:spcPts val="0"/>
              </a:spcAft>
              <a:buSzPts val="2400"/>
              <a:buFont typeface="Anton"/>
              <a:buNone/>
              <a:defRPr sz="2400">
                <a:latin typeface="Anton"/>
                <a:ea typeface="Anton"/>
                <a:cs typeface="Anton"/>
                <a:sym typeface="Anton"/>
              </a:defRPr>
            </a:lvl4pPr>
            <a:lvl5pPr lvl="4" algn="ctr" rtl="0">
              <a:lnSpc>
                <a:spcPct val="100000"/>
              </a:lnSpc>
              <a:spcBef>
                <a:spcPts val="0"/>
              </a:spcBef>
              <a:spcAft>
                <a:spcPts val="0"/>
              </a:spcAft>
              <a:buSzPts val="2400"/>
              <a:buFont typeface="Anton"/>
              <a:buNone/>
              <a:defRPr sz="2400">
                <a:latin typeface="Anton"/>
                <a:ea typeface="Anton"/>
                <a:cs typeface="Anton"/>
                <a:sym typeface="Anton"/>
              </a:defRPr>
            </a:lvl5pPr>
            <a:lvl6pPr lvl="5" algn="ctr" rtl="0">
              <a:lnSpc>
                <a:spcPct val="100000"/>
              </a:lnSpc>
              <a:spcBef>
                <a:spcPts val="0"/>
              </a:spcBef>
              <a:spcAft>
                <a:spcPts val="0"/>
              </a:spcAft>
              <a:buSzPts val="2400"/>
              <a:buFont typeface="Anton"/>
              <a:buNone/>
              <a:defRPr sz="2400">
                <a:latin typeface="Anton"/>
                <a:ea typeface="Anton"/>
                <a:cs typeface="Anton"/>
                <a:sym typeface="Anton"/>
              </a:defRPr>
            </a:lvl6pPr>
            <a:lvl7pPr lvl="6" algn="ctr" rtl="0">
              <a:lnSpc>
                <a:spcPct val="100000"/>
              </a:lnSpc>
              <a:spcBef>
                <a:spcPts val="0"/>
              </a:spcBef>
              <a:spcAft>
                <a:spcPts val="0"/>
              </a:spcAft>
              <a:buSzPts val="2400"/>
              <a:buFont typeface="Anton"/>
              <a:buNone/>
              <a:defRPr sz="2400">
                <a:latin typeface="Anton"/>
                <a:ea typeface="Anton"/>
                <a:cs typeface="Anton"/>
                <a:sym typeface="Anton"/>
              </a:defRPr>
            </a:lvl7pPr>
            <a:lvl8pPr lvl="7" algn="ctr" rtl="0">
              <a:lnSpc>
                <a:spcPct val="100000"/>
              </a:lnSpc>
              <a:spcBef>
                <a:spcPts val="0"/>
              </a:spcBef>
              <a:spcAft>
                <a:spcPts val="0"/>
              </a:spcAft>
              <a:buSzPts val="2400"/>
              <a:buFont typeface="Anton"/>
              <a:buNone/>
              <a:defRPr sz="2400">
                <a:latin typeface="Anton"/>
                <a:ea typeface="Anton"/>
                <a:cs typeface="Anton"/>
                <a:sym typeface="Anton"/>
              </a:defRPr>
            </a:lvl8pPr>
            <a:lvl9pPr lvl="8" algn="ctr" rtl="0">
              <a:lnSpc>
                <a:spcPct val="100000"/>
              </a:lnSpc>
              <a:spcBef>
                <a:spcPts val="0"/>
              </a:spcBef>
              <a:spcAft>
                <a:spcPts val="0"/>
              </a:spcAft>
              <a:buSzPts val="2400"/>
              <a:buFont typeface="Anton"/>
              <a:buNone/>
              <a:defRPr sz="2400">
                <a:latin typeface="Anton"/>
                <a:ea typeface="Anton"/>
                <a:cs typeface="Anton"/>
                <a:sym typeface="Anton"/>
              </a:defRPr>
            </a:lvl9pPr>
          </a:lstStyle>
          <a:p>
            <a:endParaRPr/>
          </a:p>
        </p:txBody>
      </p:sp>
      <p:sp>
        <p:nvSpPr>
          <p:cNvPr id="236" name="Google Shape;236;p26"/>
          <p:cNvSpPr txBox="1">
            <a:spLocks noGrp="1"/>
          </p:cNvSpPr>
          <p:nvPr>
            <p:ph type="subTitle" idx="5"/>
          </p:nvPr>
        </p:nvSpPr>
        <p:spPr>
          <a:xfrm>
            <a:off x="3484350" y="2456463"/>
            <a:ext cx="2175300" cy="527700"/>
          </a:xfrm>
          <a:prstGeom prst="rect">
            <a:avLst/>
          </a:prstGeom>
          <a:effectLst>
            <a:outerShdw blurRad="57150" dist="19050" dir="5400000" algn="bl" rotWithShape="0">
              <a:srgbClr val="000000">
                <a:alpha val="50000"/>
              </a:srgbClr>
            </a:outerShdw>
          </a:effectLst>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Anton"/>
              <a:buNone/>
              <a:defRPr sz="2400">
                <a:solidFill>
                  <a:schemeClr val="dk1"/>
                </a:solidFill>
                <a:latin typeface="Anton"/>
                <a:ea typeface="Anton"/>
                <a:cs typeface="Anton"/>
                <a:sym typeface="Anton"/>
              </a:defRPr>
            </a:lvl1pPr>
            <a:lvl2pPr lvl="1" algn="ctr" rtl="0">
              <a:lnSpc>
                <a:spcPct val="100000"/>
              </a:lnSpc>
              <a:spcBef>
                <a:spcPts val="0"/>
              </a:spcBef>
              <a:spcAft>
                <a:spcPts val="0"/>
              </a:spcAft>
              <a:buSzPts val="2400"/>
              <a:buFont typeface="Anton"/>
              <a:buNone/>
              <a:defRPr sz="2400">
                <a:latin typeface="Anton"/>
                <a:ea typeface="Anton"/>
                <a:cs typeface="Anton"/>
                <a:sym typeface="Anton"/>
              </a:defRPr>
            </a:lvl2pPr>
            <a:lvl3pPr lvl="2" algn="ctr" rtl="0">
              <a:lnSpc>
                <a:spcPct val="100000"/>
              </a:lnSpc>
              <a:spcBef>
                <a:spcPts val="0"/>
              </a:spcBef>
              <a:spcAft>
                <a:spcPts val="0"/>
              </a:spcAft>
              <a:buSzPts val="2400"/>
              <a:buFont typeface="Anton"/>
              <a:buNone/>
              <a:defRPr sz="2400">
                <a:latin typeface="Anton"/>
                <a:ea typeface="Anton"/>
                <a:cs typeface="Anton"/>
                <a:sym typeface="Anton"/>
              </a:defRPr>
            </a:lvl3pPr>
            <a:lvl4pPr lvl="3" algn="ctr" rtl="0">
              <a:lnSpc>
                <a:spcPct val="100000"/>
              </a:lnSpc>
              <a:spcBef>
                <a:spcPts val="0"/>
              </a:spcBef>
              <a:spcAft>
                <a:spcPts val="0"/>
              </a:spcAft>
              <a:buSzPts val="2400"/>
              <a:buFont typeface="Anton"/>
              <a:buNone/>
              <a:defRPr sz="2400">
                <a:latin typeface="Anton"/>
                <a:ea typeface="Anton"/>
                <a:cs typeface="Anton"/>
                <a:sym typeface="Anton"/>
              </a:defRPr>
            </a:lvl4pPr>
            <a:lvl5pPr lvl="4" algn="ctr" rtl="0">
              <a:lnSpc>
                <a:spcPct val="100000"/>
              </a:lnSpc>
              <a:spcBef>
                <a:spcPts val="0"/>
              </a:spcBef>
              <a:spcAft>
                <a:spcPts val="0"/>
              </a:spcAft>
              <a:buSzPts val="2400"/>
              <a:buFont typeface="Anton"/>
              <a:buNone/>
              <a:defRPr sz="2400">
                <a:latin typeface="Anton"/>
                <a:ea typeface="Anton"/>
                <a:cs typeface="Anton"/>
                <a:sym typeface="Anton"/>
              </a:defRPr>
            </a:lvl5pPr>
            <a:lvl6pPr lvl="5" algn="ctr" rtl="0">
              <a:lnSpc>
                <a:spcPct val="100000"/>
              </a:lnSpc>
              <a:spcBef>
                <a:spcPts val="0"/>
              </a:spcBef>
              <a:spcAft>
                <a:spcPts val="0"/>
              </a:spcAft>
              <a:buSzPts val="2400"/>
              <a:buFont typeface="Anton"/>
              <a:buNone/>
              <a:defRPr sz="2400">
                <a:latin typeface="Anton"/>
                <a:ea typeface="Anton"/>
                <a:cs typeface="Anton"/>
                <a:sym typeface="Anton"/>
              </a:defRPr>
            </a:lvl6pPr>
            <a:lvl7pPr lvl="6" algn="ctr" rtl="0">
              <a:lnSpc>
                <a:spcPct val="100000"/>
              </a:lnSpc>
              <a:spcBef>
                <a:spcPts val="0"/>
              </a:spcBef>
              <a:spcAft>
                <a:spcPts val="0"/>
              </a:spcAft>
              <a:buSzPts val="2400"/>
              <a:buFont typeface="Anton"/>
              <a:buNone/>
              <a:defRPr sz="2400">
                <a:latin typeface="Anton"/>
                <a:ea typeface="Anton"/>
                <a:cs typeface="Anton"/>
                <a:sym typeface="Anton"/>
              </a:defRPr>
            </a:lvl7pPr>
            <a:lvl8pPr lvl="7" algn="ctr" rtl="0">
              <a:lnSpc>
                <a:spcPct val="100000"/>
              </a:lnSpc>
              <a:spcBef>
                <a:spcPts val="0"/>
              </a:spcBef>
              <a:spcAft>
                <a:spcPts val="0"/>
              </a:spcAft>
              <a:buSzPts val="2400"/>
              <a:buFont typeface="Anton"/>
              <a:buNone/>
              <a:defRPr sz="2400">
                <a:latin typeface="Anton"/>
                <a:ea typeface="Anton"/>
                <a:cs typeface="Anton"/>
                <a:sym typeface="Anton"/>
              </a:defRPr>
            </a:lvl8pPr>
            <a:lvl9pPr lvl="8" algn="ctr" rtl="0">
              <a:lnSpc>
                <a:spcPct val="100000"/>
              </a:lnSpc>
              <a:spcBef>
                <a:spcPts val="0"/>
              </a:spcBef>
              <a:spcAft>
                <a:spcPts val="0"/>
              </a:spcAft>
              <a:buSzPts val="2400"/>
              <a:buFont typeface="Anton"/>
              <a:buNone/>
              <a:defRPr sz="2400">
                <a:latin typeface="Anton"/>
                <a:ea typeface="Anton"/>
                <a:cs typeface="Anton"/>
                <a:sym typeface="Anton"/>
              </a:defRPr>
            </a:lvl9pPr>
          </a:lstStyle>
          <a:p>
            <a:endParaRPr/>
          </a:p>
        </p:txBody>
      </p:sp>
      <p:sp>
        <p:nvSpPr>
          <p:cNvPr id="237" name="Google Shape;237;p26"/>
          <p:cNvSpPr txBox="1">
            <a:spLocks noGrp="1"/>
          </p:cNvSpPr>
          <p:nvPr>
            <p:ph type="subTitle" idx="6"/>
          </p:nvPr>
        </p:nvSpPr>
        <p:spPr>
          <a:xfrm>
            <a:off x="6031075" y="2456463"/>
            <a:ext cx="2175300" cy="527700"/>
          </a:xfrm>
          <a:prstGeom prst="rect">
            <a:avLst/>
          </a:prstGeom>
          <a:effectLst>
            <a:outerShdw blurRad="57150" dist="19050" dir="5400000" algn="bl" rotWithShape="0">
              <a:srgbClr val="000000">
                <a:alpha val="50000"/>
              </a:srgbClr>
            </a:outerShdw>
          </a:effectLst>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Anton"/>
              <a:buNone/>
              <a:defRPr sz="2400">
                <a:solidFill>
                  <a:schemeClr val="dk1"/>
                </a:solidFill>
                <a:latin typeface="Anton"/>
                <a:ea typeface="Anton"/>
                <a:cs typeface="Anton"/>
                <a:sym typeface="Anton"/>
              </a:defRPr>
            </a:lvl1pPr>
            <a:lvl2pPr lvl="1" algn="ctr" rtl="0">
              <a:lnSpc>
                <a:spcPct val="100000"/>
              </a:lnSpc>
              <a:spcBef>
                <a:spcPts val="0"/>
              </a:spcBef>
              <a:spcAft>
                <a:spcPts val="0"/>
              </a:spcAft>
              <a:buSzPts val="2400"/>
              <a:buFont typeface="Anton"/>
              <a:buNone/>
              <a:defRPr sz="2400">
                <a:latin typeface="Anton"/>
                <a:ea typeface="Anton"/>
                <a:cs typeface="Anton"/>
                <a:sym typeface="Anton"/>
              </a:defRPr>
            </a:lvl2pPr>
            <a:lvl3pPr lvl="2" algn="ctr" rtl="0">
              <a:lnSpc>
                <a:spcPct val="100000"/>
              </a:lnSpc>
              <a:spcBef>
                <a:spcPts val="0"/>
              </a:spcBef>
              <a:spcAft>
                <a:spcPts val="0"/>
              </a:spcAft>
              <a:buSzPts val="2400"/>
              <a:buFont typeface="Anton"/>
              <a:buNone/>
              <a:defRPr sz="2400">
                <a:latin typeface="Anton"/>
                <a:ea typeface="Anton"/>
                <a:cs typeface="Anton"/>
                <a:sym typeface="Anton"/>
              </a:defRPr>
            </a:lvl3pPr>
            <a:lvl4pPr lvl="3" algn="ctr" rtl="0">
              <a:lnSpc>
                <a:spcPct val="100000"/>
              </a:lnSpc>
              <a:spcBef>
                <a:spcPts val="0"/>
              </a:spcBef>
              <a:spcAft>
                <a:spcPts val="0"/>
              </a:spcAft>
              <a:buSzPts val="2400"/>
              <a:buFont typeface="Anton"/>
              <a:buNone/>
              <a:defRPr sz="2400">
                <a:latin typeface="Anton"/>
                <a:ea typeface="Anton"/>
                <a:cs typeface="Anton"/>
                <a:sym typeface="Anton"/>
              </a:defRPr>
            </a:lvl4pPr>
            <a:lvl5pPr lvl="4" algn="ctr" rtl="0">
              <a:lnSpc>
                <a:spcPct val="100000"/>
              </a:lnSpc>
              <a:spcBef>
                <a:spcPts val="0"/>
              </a:spcBef>
              <a:spcAft>
                <a:spcPts val="0"/>
              </a:spcAft>
              <a:buSzPts val="2400"/>
              <a:buFont typeface="Anton"/>
              <a:buNone/>
              <a:defRPr sz="2400">
                <a:latin typeface="Anton"/>
                <a:ea typeface="Anton"/>
                <a:cs typeface="Anton"/>
                <a:sym typeface="Anton"/>
              </a:defRPr>
            </a:lvl5pPr>
            <a:lvl6pPr lvl="5" algn="ctr" rtl="0">
              <a:lnSpc>
                <a:spcPct val="100000"/>
              </a:lnSpc>
              <a:spcBef>
                <a:spcPts val="0"/>
              </a:spcBef>
              <a:spcAft>
                <a:spcPts val="0"/>
              </a:spcAft>
              <a:buSzPts val="2400"/>
              <a:buFont typeface="Anton"/>
              <a:buNone/>
              <a:defRPr sz="2400">
                <a:latin typeface="Anton"/>
                <a:ea typeface="Anton"/>
                <a:cs typeface="Anton"/>
                <a:sym typeface="Anton"/>
              </a:defRPr>
            </a:lvl6pPr>
            <a:lvl7pPr lvl="6" algn="ctr" rtl="0">
              <a:lnSpc>
                <a:spcPct val="100000"/>
              </a:lnSpc>
              <a:spcBef>
                <a:spcPts val="0"/>
              </a:spcBef>
              <a:spcAft>
                <a:spcPts val="0"/>
              </a:spcAft>
              <a:buSzPts val="2400"/>
              <a:buFont typeface="Anton"/>
              <a:buNone/>
              <a:defRPr sz="2400">
                <a:latin typeface="Anton"/>
                <a:ea typeface="Anton"/>
                <a:cs typeface="Anton"/>
                <a:sym typeface="Anton"/>
              </a:defRPr>
            </a:lvl7pPr>
            <a:lvl8pPr lvl="7" algn="ctr" rtl="0">
              <a:lnSpc>
                <a:spcPct val="100000"/>
              </a:lnSpc>
              <a:spcBef>
                <a:spcPts val="0"/>
              </a:spcBef>
              <a:spcAft>
                <a:spcPts val="0"/>
              </a:spcAft>
              <a:buSzPts val="2400"/>
              <a:buFont typeface="Anton"/>
              <a:buNone/>
              <a:defRPr sz="2400">
                <a:latin typeface="Anton"/>
                <a:ea typeface="Anton"/>
                <a:cs typeface="Anton"/>
                <a:sym typeface="Anton"/>
              </a:defRPr>
            </a:lvl8pPr>
            <a:lvl9pPr lvl="8" algn="ctr" rtl="0">
              <a:lnSpc>
                <a:spcPct val="100000"/>
              </a:lnSpc>
              <a:spcBef>
                <a:spcPts val="0"/>
              </a:spcBef>
              <a:spcAft>
                <a:spcPts val="0"/>
              </a:spcAft>
              <a:buSzPts val="2400"/>
              <a:buFont typeface="Anton"/>
              <a:buNone/>
              <a:defRPr sz="2400">
                <a:latin typeface="Anton"/>
                <a:ea typeface="Anton"/>
                <a:cs typeface="Anton"/>
                <a:sym typeface="Anton"/>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248"/>
        <p:cNvGrpSpPr/>
        <p:nvPr/>
      </p:nvGrpSpPr>
      <p:grpSpPr>
        <a:xfrm>
          <a:off x="0" y="0"/>
          <a:ext cx="0" cy="0"/>
          <a:chOff x="0" y="0"/>
          <a:chExt cx="0" cy="0"/>
        </a:xfrm>
      </p:grpSpPr>
      <p:pic>
        <p:nvPicPr>
          <p:cNvPr id="249" name="Google Shape;249;p28"/>
          <p:cNvPicPr preferRelativeResize="0"/>
          <p:nvPr/>
        </p:nvPicPr>
        <p:blipFill>
          <a:blip r:embed="rId2">
            <a:alphaModFix amt="25000"/>
          </a:blip>
          <a:stretch>
            <a:fillRect/>
          </a:stretch>
        </p:blipFill>
        <p:spPr>
          <a:xfrm>
            <a:off x="-2" y="0"/>
            <a:ext cx="9143999" cy="5143500"/>
          </a:xfrm>
          <a:prstGeom prst="rect">
            <a:avLst/>
          </a:prstGeom>
          <a:noFill/>
          <a:ln>
            <a:noFill/>
          </a:ln>
        </p:spPr>
      </p:pic>
      <p:pic>
        <p:nvPicPr>
          <p:cNvPr id="250" name="Google Shape;250;p28"/>
          <p:cNvPicPr preferRelativeResize="0"/>
          <p:nvPr/>
        </p:nvPicPr>
        <p:blipFill rotWithShape="1">
          <a:blip r:embed="rId3">
            <a:alphaModFix amt="30000"/>
          </a:blip>
          <a:srcRect t="45647" b="-432"/>
          <a:stretch/>
        </p:blipFill>
        <p:spPr>
          <a:xfrm rot="-5400000">
            <a:off x="-1722937" y="1722937"/>
            <a:ext cx="5154475" cy="1708601"/>
          </a:xfrm>
          <a:prstGeom prst="rect">
            <a:avLst/>
          </a:prstGeom>
          <a:noFill/>
          <a:ln>
            <a:noFill/>
          </a:ln>
        </p:spPr>
      </p:pic>
      <p:pic>
        <p:nvPicPr>
          <p:cNvPr id="251" name="Google Shape;251;p28"/>
          <p:cNvPicPr preferRelativeResize="0"/>
          <p:nvPr/>
        </p:nvPicPr>
        <p:blipFill rotWithShape="1">
          <a:blip r:embed="rId3">
            <a:alphaModFix amt="30000"/>
          </a:blip>
          <a:srcRect t="45647" b="-432"/>
          <a:stretch/>
        </p:blipFill>
        <p:spPr>
          <a:xfrm rot="5400000">
            <a:off x="5712463" y="1722937"/>
            <a:ext cx="5154475" cy="1708601"/>
          </a:xfrm>
          <a:prstGeom prst="rect">
            <a:avLst/>
          </a:prstGeom>
          <a:noFill/>
          <a:ln>
            <a:noFill/>
          </a:ln>
        </p:spPr>
      </p:pic>
      <p:sp>
        <p:nvSpPr>
          <p:cNvPr id="252" name="Google Shape;252;p2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53" name="Google Shape;253;p28"/>
          <p:cNvSpPr txBox="1">
            <a:spLocks noGrp="1"/>
          </p:cNvSpPr>
          <p:nvPr>
            <p:ph type="subTitle" idx="1"/>
          </p:nvPr>
        </p:nvSpPr>
        <p:spPr>
          <a:xfrm>
            <a:off x="1809450" y="2230525"/>
            <a:ext cx="19782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54" name="Google Shape;254;p28"/>
          <p:cNvSpPr txBox="1">
            <a:spLocks noGrp="1"/>
          </p:cNvSpPr>
          <p:nvPr>
            <p:ph type="subTitle" idx="2"/>
          </p:nvPr>
        </p:nvSpPr>
        <p:spPr>
          <a:xfrm>
            <a:off x="4740952" y="2230525"/>
            <a:ext cx="19782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55" name="Google Shape;255;p28"/>
          <p:cNvSpPr txBox="1">
            <a:spLocks noGrp="1"/>
          </p:cNvSpPr>
          <p:nvPr>
            <p:ph type="subTitle" idx="3"/>
          </p:nvPr>
        </p:nvSpPr>
        <p:spPr>
          <a:xfrm>
            <a:off x="1809450" y="3993575"/>
            <a:ext cx="19782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56" name="Google Shape;256;p28"/>
          <p:cNvSpPr txBox="1">
            <a:spLocks noGrp="1"/>
          </p:cNvSpPr>
          <p:nvPr>
            <p:ph type="subTitle" idx="4"/>
          </p:nvPr>
        </p:nvSpPr>
        <p:spPr>
          <a:xfrm>
            <a:off x="4740952" y="3993575"/>
            <a:ext cx="19782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57" name="Google Shape;257;p28"/>
          <p:cNvSpPr txBox="1">
            <a:spLocks noGrp="1"/>
          </p:cNvSpPr>
          <p:nvPr>
            <p:ph type="subTitle" idx="5"/>
          </p:nvPr>
        </p:nvSpPr>
        <p:spPr>
          <a:xfrm>
            <a:off x="1809450" y="1903050"/>
            <a:ext cx="1978200" cy="477900"/>
          </a:xfrm>
          <a:prstGeom prst="rect">
            <a:avLst/>
          </a:prstGeom>
          <a:effectLst>
            <a:outerShdw blurRad="57150" dist="19050" dir="5400000" algn="bl" rotWithShape="0">
              <a:srgbClr val="000000">
                <a:alpha val="50000"/>
              </a:srgbClr>
            </a:outerShdw>
          </a:effectLst>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Anton"/>
              <a:buNone/>
              <a:defRPr sz="2400">
                <a:solidFill>
                  <a:schemeClr val="dk1"/>
                </a:solidFill>
                <a:latin typeface="Anton"/>
                <a:ea typeface="Anton"/>
                <a:cs typeface="Anton"/>
                <a:sym typeface="Anton"/>
              </a:defRPr>
            </a:lvl1pPr>
            <a:lvl2pPr lvl="1" algn="ctr" rtl="0">
              <a:lnSpc>
                <a:spcPct val="100000"/>
              </a:lnSpc>
              <a:spcBef>
                <a:spcPts val="0"/>
              </a:spcBef>
              <a:spcAft>
                <a:spcPts val="0"/>
              </a:spcAft>
              <a:buSzPts val="2400"/>
              <a:buFont typeface="Anton"/>
              <a:buNone/>
              <a:defRPr sz="2400">
                <a:latin typeface="Anton"/>
                <a:ea typeface="Anton"/>
                <a:cs typeface="Anton"/>
                <a:sym typeface="Anton"/>
              </a:defRPr>
            </a:lvl2pPr>
            <a:lvl3pPr lvl="2" algn="ctr" rtl="0">
              <a:lnSpc>
                <a:spcPct val="100000"/>
              </a:lnSpc>
              <a:spcBef>
                <a:spcPts val="0"/>
              </a:spcBef>
              <a:spcAft>
                <a:spcPts val="0"/>
              </a:spcAft>
              <a:buSzPts val="2400"/>
              <a:buFont typeface="Anton"/>
              <a:buNone/>
              <a:defRPr sz="2400">
                <a:latin typeface="Anton"/>
                <a:ea typeface="Anton"/>
                <a:cs typeface="Anton"/>
                <a:sym typeface="Anton"/>
              </a:defRPr>
            </a:lvl3pPr>
            <a:lvl4pPr lvl="3" algn="ctr" rtl="0">
              <a:lnSpc>
                <a:spcPct val="100000"/>
              </a:lnSpc>
              <a:spcBef>
                <a:spcPts val="0"/>
              </a:spcBef>
              <a:spcAft>
                <a:spcPts val="0"/>
              </a:spcAft>
              <a:buSzPts val="2400"/>
              <a:buFont typeface="Anton"/>
              <a:buNone/>
              <a:defRPr sz="2400">
                <a:latin typeface="Anton"/>
                <a:ea typeface="Anton"/>
                <a:cs typeface="Anton"/>
                <a:sym typeface="Anton"/>
              </a:defRPr>
            </a:lvl4pPr>
            <a:lvl5pPr lvl="4" algn="ctr" rtl="0">
              <a:lnSpc>
                <a:spcPct val="100000"/>
              </a:lnSpc>
              <a:spcBef>
                <a:spcPts val="0"/>
              </a:spcBef>
              <a:spcAft>
                <a:spcPts val="0"/>
              </a:spcAft>
              <a:buSzPts val="2400"/>
              <a:buFont typeface="Anton"/>
              <a:buNone/>
              <a:defRPr sz="2400">
                <a:latin typeface="Anton"/>
                <a:ea typeface="Anton"/>
                <a:cs typeface="Anton"/>
                <a:sym typeface="Anton"/>
              </a:defRPr>
            </a:lvl5pPr>
            <a:lvl6pPr lvl="5" algn="ctr" rtl="0">
              <a:lnSpc>
                <a:spcPct val="100000"/>
              </a:lnSpc>
              <a:spcBef>
                <a:spcPts val="0"/>
              </a:spcBef>
              <a:spcAft>
                <a:spcPts val="0"/>
              </a:spcAft>
              <a:buSzPts val="2400"/>
              <a:buFont typeface="Anton"/>
              <a:buNone/>
              <a:defRPr sz="2400">
                <a:latin typeface="Anton"/>
                <a:ea typeface="Anton"/>
                <a:cs typeface="Anton"/>
                <a:sym typeface="Anton"/>
              </a:defRPr>
            </a:lvl6pPr>
            <a:lvl7pPr lvl="6" algn="ctr" rtl="0">
              <a:lnSpc>
                <a:spcPct val="100000"/>
              </a:lnSpc>
              <a:spcBef>
                <a:spcPts val="0"/>
              </a:spcBef>
              <a:spcAft>
                <a:spcPts val="0"/>
              </a:spcAft>
              <a:buSzPts val="2400"/>
              <a:buFont typeface="Anton"/>
              <a:buNone/>
              <a:defRPr sz="2400">
                <a:latin typeface="Anton"/>
                <a:ea typeface="Anton"/>
                <a:cs typeface="Anton"/>
                <a:sym typeface="Anton"/>
              </a:defRPr>
            </a:lvl7pPr>
            <a:lvl8pPr lvl="7" algn="ctr" rtl="0">
              <a:lnSpc>
                <a:spcPct val="100000"/>
              </a:lnSpc>
              <a:spcBef>
                <a:spcPts val="0"/>
              </a:spcBef>
              <a:spcAft>
                <a:spcPts val="0"/>
              </a:spcAft>
              <a:buSzPts val="2400"/>
              <a:buFont typeface="Anton"/>
              <a:buNone/>
              <a:defRPr sz="2400">
                <a:latin typeface="Anton"/>
                <a:ea typeface="Anton"/>
                <a:cs typeface="Anton"/>
                <a:sym typeface="Anton"/>
              </a:defRPr>
            </a:lvl8pPr>
            <a:lvl9pPr lvl="8" algn="ctr" rtl="0">
              <a:lnSpc>
                <a:spcPct val="100000"/>
              </a:lnSpc>
              <a:spcBef>
                <a:spcPts val="0"/>
              </a:spcBef>
              <a:spcAft>
                <a:spcPts val="0"/>
              </a:spcAft>
              <a:buSzPts val="2400"/>
              <a:buFont typeface="Anton"/>
              <a:buNone/>
              <a:defRPr sz="2400">
                <a:latin typeface="Anton"/>
                <a:ea typeface="Anton"/>
                <a:cs typeface="Anton"/>
                <a:sym typeface="Anton"/>
              </a:defRPr>
            </a:lvl9pPr>
          </a:lstStyle>
          <a:p>
            <a:endParaRPr/>
          </a:p>
        </p:txBody>
      </p:sp>
      <p:sp>
        <p:nvSpPr>
          <p:cNvPr id="258" name="Google Shape;258;p28"/>
          <p:cNvSpPr txBox="1">
            <a:spLocks noGrp="1"/>
          </p:cNvSpPr>
          <p:nvPr>
            <p:ph type="subTitle" idx="6"/>
          </p:nvPr>
        </p:nvSpPr>
        <p:spPr>
          <a:xfrm>
            <a:off x="1809450" y="3666175"/>
            <a:ext cx="1978200" cy="477900"/>
          </a:xfrm>
          <a:prstGeom prst="rect">
            <a:avLst/>
          </a:prstGeom>
          <a:effectLst>
            <a:outerShdw blurRad="57150" dist="19050" dir="5400000" algn="bl" rotWithShape="0">
              <a:srgbClr val="000000">
                <a:alpha val="50000"/>
              </a:srgbClr>
            </a:outerShdw>
          </a:effectLst>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Anton"/>
              <a:buNone/>
              <a:defRPr sz="2400">
                <a:solidFill>
                  <a:schemeClr val="dk1"/>
                </a:solidFill>
                <a:latin typeface="Anton"/>
                <a:ea typeface="Anton"/>
                <a:cs typeface="Anton"/>
                <a:sym typeface="Anton"/>
              </a:defRPr>
            </a:lvl1pPr>
            <a:lvl2pPr lvl="1" algn="ctr" rtl="0">
              <a:lnSpc>
                <a:spcPct val="100000"/>
              </a:lnSpc>
              <a:spcBef>
                <a:spcPts val="0"/>
              </a:spcBef>
              <a:spcAft>
                <a:spcPts val="0"/>
              </a:spcAft>
              <a:buSzPts val="2400"/>
              <a:buFont typeface="Anton"/>
              <a:buNone/>
              <a:defRPr sz="2400">
                <a:latin typeface="Anton"/>
                <a:ea typeface="Anton"/>
                <a:cs typeface="Anton"/>
                <a:sym typeface="Anton"/>
              </a:defRPr>
            </a:lvl2pPr>
            <a:lvl3pPr lvl="2" algn="ctr" rtl="0">
              <a:lnSpc>
                <a:spcPct val="100000"/>
              </a:lnSpc>
              <a:spcBef>
                <a:spcPts val="0"/>
              </a:spcBef>
              <a:spcAft>
                <a:spcPts val="0"/>
              </a:spcAft>
              <a:buSzPts val="2400"/>
              <a:buFont typeface="Anton"/>
              <a:buNone/>
              <a:defRPr sz="2400">
                <a:latin typeface="Anton"/>
                <a:ea typeface="Anton"/>
                <a:cs typeface="Anton"/>
                <a:sym typeface="Anton"/>
              </a:defRPr>
            </a:lvl3pPr>
            <a:lvl4pPr lvl="3" algn="ctr" rtl="0">
              <a:lnSpc>
                <a:spcPct val="100000"/>
              </a:lnSpc>
              <a:spcBef>
                <a:spcPts val="0"/>
              </a:spcBef>
              <a:spcAft>
                <a:spcPts val="0"/>
              </a:spcAft>
              <a:buSzPts val="2400"/>
              <a:buFont typeface="Anton"/>
              <a:buNone/>
              <a:defRPr sz="2400">
                <a:latin typeface="Anton"/>
                <a:ea typeface="Anton"/>
                <a:cs typeface="Anton"/>
                <a:sym typeface="Anton"/>
              </a:defRPr>
            </a:lvl4pPr>
            <a:lvl5pPr lvl="4" algn="ctr" rtl="0">
              <a:lnSpc>
                <a:spcPct val="100000"/>
              </a:lnSpc>
              <a:spcBef>
                <a:spcPts val="0"/>
              </a:spcBef>
              <a:spcAft>
                <a:spcPts val="0"/>
              </a:spcAft>
              <a:buSzPts val="2400"/>
              <a:buFont typeface="Anton"/>
              <a:buNone/>
              <a:defRPr sz="2400">
                <a:latin typeface="Anton"/>
                <a:ea typeface="Anton"/>
                <a:cs typeface="Anton"/>
                <a:sym typeface="Anton"/>
              </a:defRPr>
            </a:lvl5pPr>
            <a:lvl6pPr lvl="5" algn="ctr" rtl="0">
              <a:lnSpc>
                <a:spcPct val="100000"/>
              </a:lnSpc>
              <a:spcBef>
                <a:spcPts val="0"/>
              </a:spcBef>
              <a:spcAft>
                <a:spcPts val="0"/>
              </a:spcAft>
              <a:buSzPts val="2400"/>
              <a:buFont typeface="Anton"/>
              <a:buNone/>
              <a:defRPr sz="2400">
                <a:latin typeface="Anton"/>
                <a:ea typeface="Anton"/>
                <a:cs typeface="Anton"/>
                <a:sym typeface="Anton"/>
              </a:defRPr>
            </a:lvl6pPr>
            <a:lvl7pPr lvl="6" algn="ctr" rtl="0">
              <a:lnSpc>
                <a:spcPct val="100000"/>
              </a:lnSpc>
              <a:spcBef>
                <a:spcPts val="0"/>
              </a:spcBef>
              <a:spcAft>
                <a:spcPts val="0"/>
              </a:spcAft>
              <a:buSzPts val="2400"/>
              <a:buFont typeface="Anton"/>
              <a:buNone/>
              <a:defRPr sz="2400">
                <a:latin typeface="Anton"/>
                <a:ea typeface="Anton"/>
                <a:cs typeface="Anton"/>
                <a:sym typeface="Anton"/>
              </a:defRPr>
            </a:lvl7pPr>
            <a:lvl8pPr lvl="7" algn="ctr" rtl="0">
              <a:lnSpc>
                <a:spcPct val="100000"/>
              </a:lnSpc>
              <a:spcBef>
                <a:spcPts val="0"/>
              </a:spcBef>
              <a:spcAft>
                <a:spcPts val="0"/>
              </a:spcAft>
              <a:buSzPts val="2400"/>
              <a:buFont typeface="Anton"/>
              <a:buNone/>
              <a:defRPr sz="2400">
                <a:latin typeface="Anton"/>
                <a:ea typeface="Anton"/>
                <a:cs typeface="Anton"/>
                <a:sym typeface="Anton"/>
              </a:defRPr>
            </a:lvl8pPr>
            <a:lvl9pPr lvl="8" algn="ctr" rtl="0">
              <a:lnSpc>
                <a:spcPct val="100000"/>
              </a:lnSpc>
              <a:spcBef>
                <a:spcPts val="0"/>
              </a:spcBef>
              <a:spcAft>
                <a:spcPts val="0"/>
              </a:spcAft>
              <a:buSzPts val="2400"/>
              <a:buFont typeface="Anton"/>
              <a:buNone/>
              <a:defRPr sz="2400">
                <a:latin typeface="Anton"/>
                <a:ea typeface="Anton"/>
                <a:cs typeface="Anton"/>
                <a:sym typeface="Anton"/>
              </a:defRPr>
            </a:lvl9pPr>
          </a:lstStyle>
          <a:p>
            <a:endParaRPr/>
          </a:p>
        </p:txBody>
      </p:sp>
      <p:sp>
        <p:nvSpPr>
          <p:cNvPr id="259" name="Google Shape;259;p28"/>
          <p:cNvSpPr txBox="1">
            <a:spLocks noGrp="1"/>
          </p:cNvSpPr>
          <p:nvPr>
            <p:ph type="subTitle" idx="7"/>
          </p:nvPr>
        </p:nvSpPr>
        <p:spPr>
          <a:xfrm>
            <a:off x="4740950" y="1903050"/>
            <a:ext cx="1978200" cy="477900"/>
          </a:xfrm>
          <a:prstGeom prst="rect">
            <a:avLst/>
          </a:prstGeom>
          <a:effectLst>
            <a:outerShdw blurRad="57150" dist="19050" dir="5400000" algn="bl" rotWithShape="0">
              <a:srgbClr val="000000">
                <a:alpha val="50000"/>
              </a:srgbClr>
            </a:outerShdw>
          </a:effectLst>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Anton"/>
              <a:buNone/>
              <a:defRPr sz="2400">
                <a:solidFill>
                  <a:schemeClr val="dk1"/>
                </a:solidFill>
                <a:latin typeface="Anton"/>
                <a:ea typeface="Anton"/>
                <a:cs typeface="Anton"/>
                <a:sym typeface="Anton"/>
              </a:defRPr>
            </a:lvl1pPr>
            <a:lvl2pPr lvl="1" algn="ctr" rtl="0">
              <a:lnSpc>
                <a:spcPct val="100000"/>
              </a:lnSpc>
              <a:spcBef>
                <a:spcPts val="0"/>
              </a:spcBef>
              <a:spcAft>
                <a:spcPts val="0"/>
              </a:spcAft>
              <a:buSzPts val="2400"/>
              <a:buFont typeface="Anton"/>
              <a:buNone/>
              <a:defRPr sz="2400">
                <a:latin typeface="Anton"/>
                <a:ea typeface="Anton"/>
                <a:cs typeface="Anton"/>
                <a:sym typeface="Anton"/>
              </a:defRPr>
            </a:lvl2pPr>
            <a:lvl3pPr lvl="2" algn="ctr" rtl="0">
              <a:lnSpc>
                <a:spcPct val="100000"/>
              </a:lnSpc>
              <a:spcBef>
                <a:spcPts val="0"/>
              </a:spcBef>
              <a:spcAft>
                <a:spcPts val="0"/>
              </a:spcAft>
              <a:buSzPts val="2400"/>
              <a:buFont typeface="Anton"/>
              <a:buNone/>
              <a:defRPr sz="2400">
                <a:latin typeface="Anton"/>
                <a:ea typeface="Anton"/>
                <a:cs typeface="Anton"/>
                <a:sym typeface="Anton"/>
              </a:defRPr>
            </a:lvl3pPr>
            <a:lvl4pPr lvl="3" algn="ctr" rtl="0">
              <a:lnSpc>
                <a:spcPct val="100000"/>
              </a:lnSpc>
              <a:spcBef>
                <a:spcPts val="0"/>
              </a:spcBef>
              <a:spcAft>
                <a:spcPts val="0"/>
              </a:spcAft>
              <a:buSzPts val="2400"/>
              <a:buFont typeface="Anton"/>
              <a:buNone/>
              <a:defRPr sz="2400">
                <a:latin typeface="Anton"/>
                <a:ea typeface="Anton"/>
                <a:cs typeface="Anton"/>
                <a:sym typeface="Anton"/>
              </a:defRPr>
            </a:lvl4pPr>
            <a:lvl5pPr lvl="4" algn="ctr" rtl="0">
              <a:lnSpc>
                <a:spcPct val="100000"/>
              </a:lnSpc>
              <a:spcBef>
                <a:spcPts val="0"/>
              </a:spcBef>
              <a:spcAft>
                <a:spcPts val="0"/>
              </a:spcAft>
              <a:buSzPts val="2400"/>
              <a:buFont typeface="Anton"/>
              <a:buNone/>
              <a:defRPr sz="2400">
                <a:latin typeface="Anton"/>
                <a:ea typeface="Anton"/>
                <a:cs typeface="Anton"/>
                <a:sym typeface="Anton"/>
              </a:defRPr>
            </a:lvl5pPr>
            <a:lvl6pPr lvl="5" algn="ctr" rtl="0">
              <a:lnSpc>
                <a:spcPct val="100000"/>
              </a:lnSpc>
              <a:spcBef>
                <a:spcPts val="0"/>
              </a:spcBef>
              <a:spcAft>
                <a:spcPts val="0"/>
              </a:spcAft>
              <a:buSzPts val="2400"/>
              <a:buFont typeface="Anton"/>
              <a:buNone/>
              <a:defRPr sz="2400">
                <a:latin typeface="Anton"/>
                <a:ea typeface="Anton"/>
                <a:cs typeface="Anton"/>
                <a:sym typeface="Anton"/>
              </a:defRPr>
            </a:lvl6pPr>
            <a:lvl7pPr lvl="6" algn="ctr" rtl="0">
              <a:lnSpc>
                <a:spcPct val="100000"/>
              </a:lnSpc>
              <a:spcBef>
                <a:spcPts val="0"/>
              </a:spcBef>
              <a:spcAft>
                <a:spcPts val="0"/>
              </a:spcAft>
              <a:buSzPts val="2400"/>
              <a:buFont typeface="Anton"/>
              <a:buNone/>
              <a:defRPr sz="2400">
                <a:latin typeface="Anton"/>
                <a:ea typeface="Anton"/>
                <a:cs typeface="Anton"/>
                <a:sym typeface="Anton"/>
              </a:defRPr>
            </a:lvl7pPr>
            <a:lvl8pPr lvl="7" algn="ctr" rtl="0">
              <a:lnSpc>
                <a:spcPct val="100000"/>
              </a:lnSpc>
              <a:spcBef>
                <a:spcPts val="0"/>
              </a:spcBef>
              <a:spcAft>
                <a:spcPts val="0"/>
              </a:spcAft>
              <a:buSzPts val="2400"/>
              <a:buFont typeface="Anton"/>
              <a:buNone/>
              <a:defRPr sz="2400">
                <a:latin typeface="Anton"/>
                <a:ea typeface="Anton"/>
                <a:cs typeface="Anton"/>
                <a:sym typeface="Anton"/>
              </a:defRPr>
            </a:lvl8pPr>
            <a:lvl9pPr lvl="8" algn="ctr" rtl="0">
              <a:lnSpc>
                <a:spcPct val="100000"/>
              </a:lnSpc>
              <a:spcBef>
                <a:spcPts val="0"/>
              </a:spcBef>
              <a:spcAft>
                <a:spcPts val="0"/>
              </a:spcAft>
              <a:buSzPts val="2400"/>
              <a:buFont typeface="Anton"/>
              <a:buNone/>
              <a:defRPr sz="2400">
                <a:latin typeface="Anton"/>
                <a:ea typeface="Anton"/>
                <a:cs typeface="Anton"/>
                <a:sym typeface="Anton"/>
              </a:defRPr>
            </a:lvl9pPr>
          </a:lstStyle>
          <a:p>
            <a:endParaRPr/>
          </a:p>
        </p:txBody>
      </p:sp>
      <p:sp>
        <p:nvSpPr>
          <p:cNvPr id="260" name="Google Shape;260;p28"/>
          <p:cNvSpPr txBox="1">
            <a:spLocks noGrp="1"/>
          </p:cNvSpPr>
          <p:nvPr>
            <p:ph type="subTitle" idx="8"/>
          </p:nvPr>
        </p:nvSpPr>
        <p:spPr>
          <a:xfrm>
            <a:off x="4740950" y="3666175"/>
            <a:ext cx="1978200" cy="477900"/>
          </a:xfrm>
          <a:prstGeom prst="rect">
            <a:avLst/>
          </a:prstGeom>
          <a:effectLst>
            <a:outerShdw blurRad="57150" dist="19050" dir="5400000" algn="bl" rotWithShape="0">
              <a:srgbClr val="000000">
                <a:alpha val="50000"/>
              </a:srgbClr>
            </a:outerShdw>
          </a:effectLst>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Anton"/>
              <a:buNone/>
              <a:defRPr sz="2400">
                <a:solidFill>
                  <a:schemeClr val="dk1"/>
                </a:solidFill>
                <a:latin typeface="Anton"/>
                <a:ea typeface="Anton"/>
                <a:cs typeface="Anton"/>
                <a:sym typeface="Anton"/>
              </a:defRPr>
            </a:lvl1pPr>
            <a:lvl2pPr lvl="1" algn="ctr" rtl="0">
              <a:lnSpc>
                <a:spcPct val="100000"/>
              </a:lnSpc>
              <a:spcBef>
                <a:spcPts val="0"/>
              </a:spcBef>
              <a:spcAft>
                <a:spcPts val="0"/>
              </a:spcAft>
              <a:buSzPts val="2400"/>
              <a:buFont typeface="Anton"/>
              <a:buNone/>
              <a:defRPr sz="2400">
                <a:latin typeface="Anton"/>
                <a:ea typeface="Anton"/>
                <a:cs typeface="Anton"/>
                <a:sym typeface="Anton"/>
              </a:defRPr>
            </a:lvl2pPr>
            <a:lvl3pPr lvl="2" algn="ctr" rtl="0">
              <a:lnSpc>
                <a:spcPct val="100000"/>
              </a:lnSpc>
              <a:spcBef>
                <a:spcPts val="0"/>
              </a:spcBef>
              <a:spcAft>
                <a:spcPts val="0"/>
              </a:spcAft>
              <a:buSzPts val="2400"/>
              <a:buFont typeface="Anton"/>
              <a:buNone/>
              <a:defRPr sz="2400">
                <a:latin typeface="Anton"/>
                <a:ea typeface="Anton"/>
                <a:cs typeface="Anton"/>
                <a:sym typeface="Anton"/>
              </a:defRPr>
            </a:lvl3pPr>
            <a:lvl4pPr lvl="3" algn="ctr" rtl="0">
              <a:lnSpc>
                <a:spcPct val="100000"/>
              </a:lnSpc>
              <a:spcBef>
                <a:spcPts val="0"/>
              </a:spcBef>
              <a:spcAft>
                <a:spcPts val="0"/>
              </a:spcAft>
              <a:buSzPts val="2400"/>
              <a:buFont typeface="Anton"/>
              <a:buNone/>
              <a:defRPr sz="2400">
                <a:latin typeface="Anton"/>
                <a:ea typeface="Anton"/>
                <a:cs typeface="Anton"/>
                <a:sym typeface="Anton"/>
              </a:defRPr>
            </a:lvl4pPr>
            <a:lvl5pPr lvl="4" algn="ctr" rtl="0">
              <a:lnSpc>
                <a:spcPct val="100000"/>
              </a:lnSpc>
              <a:spcBef>
                <a:spcPts val="0"/>
              </a:spcBef>
              <a:spcAft>
                <a:spcPts val="0"/>
              </a:spcAft>
              <a:buSzPts val="2400"/>
              <a:buFont typeface="Anton"/>
              <a:buNone/>
              <a:defRPr sz="2400">
                <a:latin typeface="Anton"/>
                <a:ea typeface="Anton"/>
                <a:cs typeface="Anton"/>
                <a:sym typeface="Anton"/>
              </a:defRPr>
            </a:lvl5pPr>
            <a:lvl6pPr lvl="5" algn="ctr" rtl="0">
              <a:lnSpc>
                <a:spcPct val="100000"/>
              </a:lnSpc>
              <a:spcBef>
                <a:spcPts val="0"/>
              </a:spcBef>
              <a:spcAft>
                <a:spcPts val="0"/>
              </a:spcAft>
              <a:buSzPts val="2400"/>
              <a:buFont typeface="Anton"/>
              <a:buNone/>
              <a:defRPr sz="2400">
                <a:latin typeface="Anton"/>
                <a:ea typeface="Anton"/>
                <a:cs typeface="Anton"/>
                <a:sym typeface="Anton"/>
              </a:defRPr>
            </a:lvl6pPr>
            <a:lvl7pPr lvl="6" algn="ctr" rtl="0">
              <a:lnSpc>
                <a:spcPct val="100000"/>
              </a:lnSpc>
              <a:spcBef>
                <a:spcPts val="0"/>
              </a:spcBef>
              <a:spcAft>
                <a:spcPts val="0"/>
              </a:spcAft>
              <a:buSzPts val="2400"/>
              <a:buFont typeface="Anton"/>
              <a:buNone/>
              <a:defRPr sz="2400">
                <a:latin typeface="Anton"/>
                <a:ea typeface="Anton"/>
                <a:cs typeface="Anton"/>
                <a:sym typeface="Anton"/>
              </a:defRPr>
            </a:lvl7pPr>
            <a:lvl8pPr lvl="7" algn="ctr" rtl="0">
              <a:lnSpc>
                <a:spcPct val="100000"/>
              </a:lnSpc>
              <a:spcBef>
                <a:spcPts val="0"/>
              </a:spcBef>
              <a:spcAft>
                <a:spcPts val="0"/>
              </a:spcAft>
              <a:buSzPts val="2400"/>
              <a:buFont typeface="Anton"/>
              <a:buNone/>
              <a:defRPr sz="2400">
                <a:latin typeface="Anton"/>
                <a:ea typeface="Anton"/>
                <a:cs typeface="Anton"/>
                <a:sym typeface="Anton"/>
              </a:defRPr>
            </a:lvl8pPr>
            <a:lvl9pPr lvl="8" algn="ctr" rtl="0">
              <a:lnSpc>
                <a:spcPct val="100000"/>
              </a:lnSpc>
              <a:spcBef>
                <a:spcPts val="0"/>
              </a:spcBef>
              <a:spcAft>
                <a:spcPts val="0"/>
              </a:spcAft>
              <a:buSzPts val="2400"/>
              <a:buFont typeface="Anton"/>
              <a:buNone/>
              <a:defRPr sz="2400">
                <a:latin typeface="Anton"/>
                <a:ea typeface="Anton"/>
                <a:cs typeface="Anton"/>
                <a:sym typeface="Anton"/>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five columns ">
  <p:cSld name="CUSTOM_12_1">
    <p:spTree>
      <p:nvGrpSpPr>
        <p:cNvPr id="1" name="Shape 261"/>
        <p:cNvGrpSpPr/>
        <p:nvPr/>
      </p:nvGrpSpPr>
      <p:grpSpPr>
        <a:xfrm>
          <a:off x="0" y="0"/>
          <a:ext cx="0" cy="0"/>
          <a:chOff x="0" y="0"/>
          <a:chExt cx="0" cy="0"/>
        </a:xfrm>
      </p:grpSpPr>
      <p:pic>
        <p:nvPicPr>
          <p:cNvPr id="262" name="Google Shape;262;p29"/>
          <p:cNvPicPr preferRelativeResize="0"/>
          <p:nvPr/>
        </p:nvPicPr>
        <p:blipFill>
          <a:blip r:embed="rId2">
            <a:alphaModFix amt="25000"/>
          </a:blip>
          <a:stretch>
            <a:fillRect/>
          </a:stretch>
        </p:blipFill>
        <p:spPr>
          <a:xfrm flipH="1">
            <a:off x="-2" y="0"/>
            <a:ext cx="9143999" cy="5143500"/>
          </a:xfrm>
          <a:prstGeom prst="rect">
            <a:avLst/>
          </a:prstGeom>
          <a:noFill/>
          <a:ln>
            <a:noFill/>
          </a:ln>
        </p:spPr>
      </p:pic>
      <p:pic>
        <p:nvPicPr>
          <p:cNvPr id="263" name="Google Shape;263;p29"/>
          <p:cNvPicPr preferRelativeResize="0"/>
          <p:nvPr/>
        </p:nvPicPr>
        <p:blipFill rotWithShape="1">
          <a:blip r:embed="rId3">
            <a:alphaModFix amt="40000"/>
          </a:blip>
          <a:srcRect l="51241" r="23032"/>
          <a:stretch/>
        </p:blipFill>
        <p:spPr>
          <a:xfrm>
            <a:off x="7163075" y="0"/>
            <a:ext cx="1980924" cy="5143500"/>
          </a:xfrm>
          <a:prstGeom prst="rect">
            <a:avLst/>
          </a:prstGeom>
          <a:noFill/>
          <a:ln>
            <a:noFill/>
          </a:ln>
        </p:spPr>
      </p:pic>
      <p:pic>
        <p:nvPicPr>
          <p:cNvPr id="264" name="Google Shape;264;p29"/>
          <p:cNvPicPr preferRelativeResize="0"/>
          <p:nvPr/>
        </p:nvPicPr>
        <p:blipFill rotWithShape="1">
          <a:blip r:embed="rId3">
            <a:alphaModFix amt="40000"/>
          </a:blip>
          <a:srcRect l="30148" r="40720"/>
          <a:stretch/>
        </p:blipFill>
        <p:spPr>
          <a:xfrm>
            <a:off x="2" y="0"/>
            <a:ext cx="2243199" cy="5143500"/>
          </a:xfrm>
          <a:prstGeom prst="rect">
            <a:avLst/>
          </a:prstGeom>
          <a:noFill/>
          <a:ln>
            <a:noFill/>
          </a:ln>
        </p:spPr>
      </p:pic>
      <p:sp>
        <p:nvSpPr>
          <p:cNvPr id="265" name="Google Shape;265;p29"/>
          <p:cNvSpPr txBox="1">
            <a:spLocks noGrp="1"/>
          </p:cNvSpPr>
          <p:nvPr>
            <p:ph type="subTitle" idx="1"/>
          </p:nvPr>
        </p:nvSpPr>
        <p:spPr>
          <a:xfrm>
            <a:off x="1148800" y="1905750"/>
            <a:ext cx="2073000" cy="509400"/>
          </a:xfrm>
          <a:prstGeom prst="rect">
            <a:avLst/>
          </a:prstGeom>
          <a:effectLst>
            <a:outerShdw blurRad="57150" dist="19050" dir="5400000" algn="bl" rotWithShape="0">
              <a:srgbClr val="000000">
                <a:alpha val="50000"/>
              </a:srgbClr>
            </a:outerShdw>
          </a:effectLst>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Anton"/>
              <a:buNone/>
              <a:defRPr sz="2400">
                <a:latin typeface="Anton"/>
                <a:ea typeface="Anton"/>
                <a:cs typeface="Anton"/>
                <a:sym typeface="Anton"/>
              </a:defRPr>
            </a:lvl1pPr>
            <a:lvl2pPr lvl="1" algn="ctr" rtl="0">
              <a:spcBef>
                <a:spcPts val="0"/>
              </a:spcBef>
              <a:spcAft>
                <a:spcPts val="0"/>
              </a:spcAft>
              <a:buSzPts val="2400"/>
              <a:buFont typeface="Anton"/>
              <a:buNone/>
              <a:defRPr sz="2400" b="1">
                <a:latin typeface="Anton"/>
                <a:ea typeface="Anton"/>
                <a:cs typeface="Anton"/>
                <a:sym typeface="Anton"/>
              </a:defRPr>
            </a:lvl2pPr>
            <a:lvl3pPr lvl="2" algn="ctr" rtl="0">
              <a:spcBef>
                <a:spcPts val="0"/>
              </a:spcBef>
              <a:spcAft>
                <a:spcPts val="0"/>
              </a:spcAft>
              <a:buSzPts val="2400"/>
              <a:buFont typeface="Anton"/>
              <a:buNone/>
              <a:defRPr sz="2400" b="1">
                <a:latin typeface="Anton"/>
                <a:ea typeface="Anton"/>
                <a:cs typeface="Anton"/>
                <a:sym typeface="Anton"/>
              </a:defRPr>
            </a:lvl3pPr>
            <a:lvl4pPr lvl="3" algn="ctr" rtl="0">
              <a:spcBef>
                <a:spcPts val="0"/>
              </a:spcBef>
              <a:spcAft>
                <a:spcPts val="0"/>
              </a:spcAft>
              <a:buSzPts val="2400"/>
              <a:buFont typeface="Anton"/>
              <a:buNone/>
              <a:defRPr sz="2400" b="1">
                <a:latin typeface="Anton"/>
                <a:ea typeface="Anton"/>
                <a:cs typeface="Anton"/>
                <a:sym typeface="Anton"/>
              </a:defRPr>
            </a:lvl4pPr>
            <a:lvl5pPr lvl="4" algn="ctr" rtl="0">
              <a:spcBef>
                <a:spcPts val="0"/>
              </a:spcBef>
              <a:spcAft>
                <a:spcPts val="0"/>
              </a:spcAft>
              <a:buSzPts val="2400"/>
              <a:buFont typeface="Anton"/>
              <a:buNone/>
              <a:defRPr sz="2400" b="1">
                <a:latin typeface="Anton"/>
                <a:ea typeface="Anton"/>
                <a:cs typeface="Anton"/>
                <a:sym typeface="Anton"/>
              </a:defRPr>
            </a:lvl5pPr>
            <a:lvl6pPr lvl="5" algn="ctr" rtl="0">
              <a:spcBef>
                <a:spcPts val="0"/>
              </a:spcBef>
              <a:spcAft>
                <a:spcPts val="0"/>
              </a:spcAft>
              <a:buSzPts val="2400"/>
              <a:buFont typeface="Anton"/>
              <a:buNone/>
              <a:defRPr sz="2400" b="1">
                <a:latin typeface="Anton"/>
                <a:ea typeface="Anton"/>
                <a:cs typeface="Anton"/>
                <a:sym typeface="Anton"/>
              </a:defRPr>
            </a:lvl6pPr>
            <a:lvl7pPr lvl="6" algn="ctr" rtl="0">
              <a:spcBef>
                <a:spcPts val="0"/>
              </a:spcBef>
              <a:spcAft>
                <a:spcPts val="0"/>
              </a:spcAft>
              <a:buSzPts val="2400"/>
              <a:buFont typeface="Anton"/>
              <a:buNone/>
              <a:defRPr sz="2400" b="1">
                <a:latin typeface="Anton"/>
                <a:ea typeface="Anton"/>
                <a:cs typeface="Anton"/>
                <a:sym typeface="Anton"/>
              </a:defRPr>
            </a:lvl7pPr>
            <a:lvl8pPr lvl="7" algn="ctr" rtl="0">
              <a:spcBef>
                <a:spcPts val="0"/>
              </a:spcBef>
              <a:spcAft>
                <a:spcPts val="0"/>
              </a:spcAft>
              <a:buSzPts val="2400"/>
              <a:buFont typeface="Anton"/>
              <a:buNone/>
              <a:defRPr sz="2400" b="1">
                <a:latin typeface="Anton"/>
                <a:ea typeface="Anton"/>
                <a:cs typeface="Anton"/>
                <a:sym typeface="Anton"/>
              </a:defRPr>
            </a:lvl8pPr>
            <a:lvl9pPr lvl="8" algn="ctr" rtl="0">
              <a:spcBef>
                <a:spcPts val="0"/>
              </a:spcBef>
              <a:spcAft>
                <a:spcPts val="0"/>
              </a:spcAft>
              <a:buSzPts val="2400"/>
              <a:buFont typeface="Anton"/>
              <a:buNone/>
              <a:defRPr sz="2400" b="1">
                <a:latin typeface="Anton"/>
                <a:ea typeface="Anton"/>
                <a:cs typeface="Anton"/>
                <a:sym typeface="Anton"/>
              </a:defRPr>
            </a:lvl9pPr>
          </a:lstStyle>
          <a:p>
            <a:endParaRPr/>
          </a:p>
        </p:txBody>
      </p:sp>
      <p:sp>
        <p:nvSpPr>
          <p:cNvPr id="266" name="Google Shape;266;p29"/>
          <p:cNvSpPr txBox="1">
            <a:spLocks noGrp="1"/>
          </p:cNvSpPr>
          <p:nvPr>
            <p:ph type="subTitle" idx="2"/>
          </p:nvPr>
        </p:nvSpPr>
        <p:spPr>
          <a:xfrm>
            <a:off x="1148850" y="2256525"/>
            <a:ext cx="2073000" cy="579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67" name="Google Shape;267;p29"/>
          <p:cNvSpPr txBox="1">
            <a:spLocks noGrp="1"/>
          </p:cNvSpPr>
          <p:nvPr>
            <p:ph type="subTitle" idx="3"/>
          </p:nvPr>
        </p:nvSpPr>
        <p:spPr>
          <a:xfrm>
            <a:off x="2342125" y="3646551"/>
            <a:ext cx="2073000" cy="509400"/>
          </a:xfrm>
          <a:prstGeom prst="rect">
            <a:avLst/>
          </a:prstGeom>
          <a:effectLst>
            <a:outerShdw blurRad="57150" dist="19050" dir="5400000" algn="bl" rotWithShape="0">
              <a:srgbClr val="000000">
                <a:alpha val="50000"/>
              </a:srgbClr>
            </a:outerShdw>
          </a:effectLst>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Anton"/>
              <a:buNone/>
              <a:defRPr sz="2400">
                <a:latin typeface="Anton"/>
                <a:ea typeface="Anton"/>
                <a:cs typeface="Anton"/>
                <a:sym typeface="Anton"/>
              </a:defRPr>
            </a:lvl1pPr>
            <a:lvl2pPr lvl="1" algn="ctr" rtl="0">
              <a:spcBef>
                <a:spcPts val="0"/>
              </a:spcBef>
              <a:spcAft>
                <a:spcPts val="0"/>
              </a:spcAft>
              <a:buSzPts val="2400"/>
              <a:buFont typeface="Anton"/>
              <a:buNone/>
              <a:defRPr sz="2400" b="1">
                <a:latin typeface="Anton"/>
                <a:ea typeface="Anton"/>
                <a:cs typeface="Anton"/>
                <a:sym typeface="Anton"/>
              </a:defRPr>
            </a:lvl2pPr>
            <a:lvl3pPr lvl="2" algn="ctr" rtl="0">
              <a:spcBef>
                <a:spcPts val="0"/>
              </a:spcBef>
              <a:spcAft>
                <a:spcPts val="0"/>
              </a:spcAft>
              <a:buSzPts val="2400"/>
              <a:buFont typeface="Anton"/>
              <a:buNone/>
              <a:defRPr sz="2400" b="1">
                <a:latin typeface="Anton"/>
                <a:ea typeface="Anton"/>
                <a:cs typeface="Anton"/>
                <a:sym typeface="Anton"/>
              </a:defRPr>
            </a:lvl3pPr>
            <a:lvl4pPr lvl="3" algn="ctr" rtl="0">
              <a:spcBef>
                <a:spcPts val="0"/>
              </a:spcBef>
              <a:spcAft>
                <a:spcPts val="0"/>
              </a:spcAft>
              <a:buSzPts val="2400"/>
              <a:buFont typeface="Anton"/>
              <a:buNone/>
              <a:defRPr sz="2400" b="1">
                <a:latin typeface="Anton"/>
                <a:ea typeface="Anton"/>
                <a:cs typeface="Anton"/>
                <a:sym typeface="Anton"/>
              </a:defRPr>
            </a:lvl4pPr>
            <a:lvl5pPr lvl="4" algn="ctr" rtl="0">
              <a:spcBef>
                <a:spcPts val="0"/>
              </a:spcBef>
              <a:spcAft>
                <a:spcPts val="0"/>
              </a:spcAft>
              <a:buSzPts val="2400"/>
              <a:buFont typeface="Anton"/>
              <a:buNone/>
              <a:defRPr sz="2400" b="1">
                <a:latin typeface="Anton"/>
                <a:ea typeface="Anton"/>
                <a:cs typeface="Anton"/>
                <a:sym typeface="Anton"/>
              </a:defRPr>
            </a:lvl5pPr>
            <a:lvl6pPr lvl="5" algn="ctr" rtl="0">
              <a:spcBef>
                <a:spcPts val="0"/>
              </a:spcBef>
              <a:spcAft>
                <a:spcPts val="0"/>
              </a:spcAft>
              <a:buSzPts val="2400"/>
              <a:buFont typeface="Anton"/>
              <a:buNone/>
              <a:defRPr sz="2400" b="1">
                <a:latin typeface="Anton"/>
                <a:ea typeface="Anton"/>
                <a:cs typeface="Anton"/>
                <a:sym typeface="Anton"/>
              </a:defRPr>
            </a:lvl6pPr>
            <a:lvl7pPr lvl="6" algn="ctr" rtl="0">
              <a:spcBef>
                <a:spcPts val="0"/>
              </a:spcBef>
              <a:spcAft>
                <a:spcPts val="0"/>
              </a:spcAft>
              <a:buSzPts val="2400"/>
              <a:buFont typeface="Anton"/>
              <a:buNone/>
              <a:defRPr sz="2400" b="1">
                <a:latin typeface="Anton"/>
                <a:ea typeface="Anton"/>
                <a:cs typeface="Anton"/>
                <a:sym typeface="Anton"/>
              </a:defRPr>
            </a:lvl7pPr>
            <a:lvl8pPr lvl="7" algn="ctr" rtl="0">
              <a:spcBef>
                <a:spcPts val="0"/>
              </a:spcBef>
              <a:spcAft>
                <a:spcPts val="0"/>
              </a:spcAft>
              <a:buSzPts val="2400"/>
              <a:buFont typeface="Anton"/>
              <a:buNone/>
              <a:defRPr sz="2400" b="1">
                <a:latin typeface="Anton"/>
                <a:ea typeface="Anton"/>
                <a:cs typeface="Anton"/>
                <a:sym typeface="Anton"/>
              </a:defRPr>
            </a:lvl8pPr>
            <a:lvl9pPr lvl="8" algn="ctr" rtl="0">
              <a:spcBef>
                <a:spcPts val="0"/>
              </a:spcBef>
              <a:spcAft>
                <a:spcPts val="0"/>
              </a:spcAft>
              <a:buSzPts val="2400"/>
              <a:buFont typeface="Anton"/>
              <a:buNone/>
              <a:defRPr sz="2400" b="1">
                <a:latin typeface="Anton"/>
                <a:ea typeface="Anton"/>
                <a:cs typeface="Anton"/>
                <a:sym typeface="Anton"/>
              </a:defRPr>
            </a:lvl9pPr>
          </a:lstStyle>
          <a:p>
            <a:endParaRPr/>
          </a:p>
        </p:txBody>
      </p:sp>
      <p:sp>
        <p:nvSpPr>
          <p:cNvPr id="268" name="Google Shape;268;p29"/>
          <p:cNvSpPr txBox="1">
            <a:spLocks noGrp="1"/>
          </p:cNvSpPr>
          <p:nvPr>
            <p:ph type="subTitle" idx="4"/>
          </p:nvPr>
        </p:nvSpPr>
        <p:spPr>
          <a:xfrm>
            <a:off x="2342175" y="4024696"/>
            <a:ext cx="2073000" cy="579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69" name="Google Shape;269;p29"/>
          <p:cNvSpPr txBox="1">
            <a:spLocks noGrp="1"/>
          </p:cNvSpPr>
          <p:nvPr>
            <p:ph type="subTitle" idx="5"/>
          </p:nvPr>
        </p:nvSpPr>
        <p:spPr>
          <a:xfrm>
            <a:off x="3535450" y="1905750"/>
            <a:ext cx="2073000" cy="509400"/>
          </a:xfrm>
          <a:prstGeom prst="rect">
            <a:avLst/>
          </a:prstGeom>
          <a:effectLst>
            <a:outerShdw blurRad="57150" dist="19050" dir="5400000" algn="bl" rotWithShape="0">
              <a:srgbClr val="000000">
                <a:alpha val="50000"/>
              </a:srgbClr>
            </a:outerShdw>
          </a:effectLst>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Anton"/>
              <a:buNone/>
              <a:defRPr sz="2400">
                <a:latin typeface="Anton"/>
                <a:ea typeface="Anton"/>
                <a:cs typeface="Anton"/>
                <a:sym typeface="Anton"/>
              </a:defRPr>
            </a:lvl1pPr>
            <a:lvl2pPr lvl="1" algn="ctr" rtl="0">
              <a:spcBef>
                <a:spcPts val="0"/>
              </a:spcBef>
              <a:spcAft>
                <a:spcPts val="0"/>
              </a:spcAft>
              <a:buSzPts val="2400"/>
              <a:buFont typeface="Anton"/>
              <a:buNone/>
              <a:defRPr sz="2400" b="1">
                <a:latin typeface="Anton"/>
                <a:ea typeface="Anton"/>
                <a:cs typeface="Anton"/>
                <a:sym typeface="Anton"/>
              </a:defRPr>
            </a:lvl2pPr>
            <a:lvl3pPr lvl="2" algn="ctr" rtl="0">
              <a:spcBef>
                <a:spcPts val="0"/>
              </a:spcBef>
              <a:spcAft>
                <a:spcPts val="0"/>
              </a:spcAft>
              <a:buSzPts val="2400"/>
              <a:buFont typeface="Anton"/>
              <a:buNone/>
              <a:defRPr sz="2400" b="1">
                <a:latin typeface="Anton"/>
                <a:ea typeface="Anton"/>
                <a:cs typeface="Anton"/>
                <a:sym typeface="Anton"/>
              </a:defRPr>
            </a:lvl3pPr>
            <a:lvl4pPr lvl="3" algn="ctr" rtl="0">
              <a:spcBef>
                <a:spcPts val="0"/>
              </a:spcBef>
              <a:spcAft>
                <a:spcPts val="0"/>
              </a:spcAft>
              <a:buSzPts val="2400"/>
              <a:buFont typeface="Anton"/>
              <a:buNone/>
              <a:defRPr sz="2400" b="1">
                <a:latin typeface="Anton"/>
                <a:ea typeface="Anton"/>
                <a:cs typeface="Anton"/>
                <a:sym typeface="Anton"/>
              </a:defRPr>
            </a:lvl4pPr>
            <a:lvl5pPr lvl="4" algn="ctr" rtl="0">
              <a:spcBef>
                <a:spcPts val="0"/>
              </a:spcBef>
              <a:spcAft>
                <a:spcPts val="0"/>
              </a:spcAft>
              <a:buSzPts val="2400"/>
              <a:buFont typeface="Anton"/>
              <a:buNone/>
              <a:defRPr sz="2400" b="1">
                <a:latin typeface="Anton"/>
                <a:ea typeface="Anton"/>
                <a:cs typeface="Anton"/>
                <a:sym typeface="Anton"/>
              </a:defRPr>
            </a:lvl5pPr>
            <a:lvl6pPr lvl="5" algn="ctr" rtl="0">
              <a:spcBef>
                <a:spcPts val="0"/>
              </a:spcBef>
              <a:spcAft>
                <a:spcPts val="0"/>
              </a:spcAft>
              <a:buSzPts val="2400"/>
              <a:buFont typeface="Anton"/>
              <a:buNone/>
              <a:defRPr sz="2400" b="1">
                <a:latin typeface="Anton"/>
                <a:ea typeface="Anton"/>
                <a:cs typeface="Anton"/>
                <a:sym typeface="Anton"/>
              </a:defRPr>
            </a:lvl6pPr>
            <a:lvl7pPr lvl="6" algn="ctr" rtl="0">
              <a:spcBef>
                <a:spcPts val="0"/>
              </a:spcBef>
              <a:spcAft>
                <a:spcPts val="0"/>
              </a:spcAft>
              <a:buSzPts val="2400"/>
              <a:buFont typeface="Anton"/>
              <a:buNone/>
              <a:defRPr sz="2400" b="1">
                <a:latin typeface="Anton"/>
                <a:ea typeface="Anton"/>
                <a:cs typeface="Anton"/>
                <a:sym typeface="Anton"/>
              </a:defRPr>
            </a:lvl7pPr>
            <a:lvl8pPr lvl="7" algn="ctr" rtl="0">
              <a:spcBef>
                <a:spcPts val="0"/>
              </a:spcBef>
              <a:spcAft>
                <a:spcPts val="0"/>
              </a:spcAft>
              <a:buSzPts val="2400"/>
              <a:buFont typeface="Anton"/>
              <a:buNone/>
              <a:defRPr sz="2400" b="1">
                <a:latin typeface="Anton"/>
                <a:ea typeface="Anton"/>
                <a:cs typeface="Anton"/>
                <a:sym typeface="Anton"/>
              </a:defRPr>
            </a:lvl8pPr>
            <a:lvl9pPr lvl="8" algn="ctr" rtl="0">
              <a:spcBef>
                <a:spcPts val="0"/>
              </a:spcBef>
              <a:spcAft>
                <a:spcPts val="0"/>
              </a:spcAft>
              <a:buSzPts val="2400"/>
              <a:buFont typeface="Anton"/>
              <a:buNone/>
              <a:defRPr sz="2400" b="1">
                <a:latin typeface="Anton"/>
                <a:ea typeface="Anton"/>
                <a:cs typeface="Anton"/>
                <a:sym typeface="Anton"/>
              </a:defRPr>
            </a:lvl9pPr>
          </a:lstStyle>
          <a:p>
            <a:endParaRPr/>
          </a:p>
        </p:txBody>
      </p:sp>
      <p:sp>
        <p:nvSpPr>
          <p:cNvPr id="270" name="Google Shape;270;p29"/>
          <p:cNvSpPr txBox="1">
            <a:spLocks noGrp="1"/>
          </p:cNvSpPr>
          <p:nvPr>
            <p:ph type="subTitle" idx="6"/>
          </p:nvPr>
        </p:nvSpPr>
        <p:spPr>
          <a:xfrm>
            <a:off x="3535500" y="2256525"/>
            <a:ext cx="2073000" cy="579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71" name="Google Shape;271;p29"/>
          <p:cNvSpPr txBox="1">
            <a:spLocks noGrp="1"/>
          </p:cNvSpPr>
          <p:nvPr>
            <p:ph type="subTitle" idx="7"/>
          </p:nvPr>
        </p:nvSpPr>
        <p:spPr>
          <a:xfrm>
            <a:off x="5922100" y="1905750"/>
            <a:ext cx="2073000" cy="509400"/>
          </a:xfrm>
          <a:prstGeom prst="rect">
            <a:avLst/>
          </a:prstGeom>
          <a:effectLst>
            <a:outerShdw blurRad="57150" dist="19050" dir="5400000" algn="bl" rotWithShape="0">
              <a:srgbClr val="000000">
                <a:alpha val="50000"/>
              </a:srgbClr>
            </a:outerShdw>
          </a:effectLst>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Anton"/>
              <a:buNone/>
              <a:defRPr sz="2400">
                <a:latin typeface="Anton"/>
                <a:ea typeface="Anton"/>
                <a:cs typeface="Anton"/>
                <a:sym typeface="Anton"/>
              </a:defRPr>
            </a:lvl1pPr>
            <a:lvl2pPr lvl="1" algn="ctr" rtl="0">
              <a:spcBef>
                <a:spcPts val="0"/>
              </a:spcBef>
              <a:spcAft>
                <a:spcPts val="0"/>
              </a:spcAft>
              <a:buSzPts val="2400"/>
              <a:buFont typeface="Anton"/>
              <a:buNone/>
              <a:defRPr sz="2400" b="1">
                <a:latin typeface="Anton"/>
                <a:ea typeface="Anton"/>
                <a:cs typeface="Anton"/>
                <a:sym typeface="Anton"/>
              </a:defRPr>
            </a:lvl2pPr>
            <a:lvl3pPr lvl="2" algn="ctr" rtl="0">
              <a:spcBef>
                <a:spcPts val="0"/>
              </a:spcBef>
              <a:spcAft>
                <a:spcPts val="0"/>
              </a:spcAft>
              <a:buSzPts val="2400"/>
              <a:buFont typeface="Anton"/>
              <a:buNone/>
              <a:defRPr sz="2400" b="1">
                <a:latin typeface="Anton"/>
                <a:ea typeface="Anton"/>
                <a:cs typeface="Anton"/>
                <a:sym typeface="Anton"/>
              </a:defRPr>
            </a:lvl3pPr>
            <a:lvl4pPr lvl="3" algn="ctr" rtl="0">
              <a:spcBef>
                <a:spcPts val="0"/>
              </a:spcBef>
              <a:spcAft>
                <a:spcPts val="0"/>
              </a:spcAft>
              <a:buSzPts val="2400"/>
              <a:buFont typeface="Anton"/>
              <a:buNone/>
              <a:defRPr sz="2400" b="1">
                <a:latin typeface="Anton"/>
                <a:ea typeface="Anton"/>
                <a:cs typeface="Anton"/>
                <a:sym typeface="Anton"/>
              </a:defRPr>
            </a:lvl4pPr>
            <a:lvl5pPr lvl="4" algn="ctr" rtl="0">
              <a:spcBef>
                <a:spcPts val="0"/>
              </a:spcBef>
              <a:spcAft>
                <a:spcPts val="0"/>
              </a:spcAft>
              <a:buSzPts val="2400"/>
              <a:buFont typeface="Anton"/>
              <a:buNone/>
              <a:defRPr sz="2400" b="1">
                <a:latin typeface="Anton"/>
                <a:ea typeface="Anton"/>
                <a:cs typeface="Anton"/>
                <a:sym typeface="Anton"/>
              </a:defRPr>
            </a:lvl5pPr>
            <a:lvl6pPr lvl="5" algn="ctr" rtl="0">
              <a:spcBef>
                <a:spcPts val="0"/>
              </a:spcBef>
              <a:spcAft>
                <a:spcPts val="0"/>
              </a:spcAft>
              <a:buSzPts val="2400"/>
              <a:buFont typeface="Anton"/>
              <a:buNone/>
              <a:defRPr sz="2400" b="1">
                <a:latin typeface="Anton"/>
                <a:ea typeface="Anton"/>
                <a:cs typeface="Anton"/>
                <a:sym typeface="Anton"/>
              </a:defRPr>
            </a:lvl6pPr>
            <a:lvl7pPr lvl="6" algn="ctr" rtl="0">
              <a:spcBef>
                <a:spcPts val="0"/>
              </a:spcBef>
              <a:spcAft>
                <a:spcPts val="0"/>
              </a:spcAft>
              <a:buSzPts val="2400"/>
              <a:buFont typeface="Anton"/>
              <a:buNone/>
              <a:defRPr sz="2400" b="1">
                <a:latin typeface="Anton"/>
                <a:ea typeface="Anton"/>
                <a:cs typeface="Anton"/>
                <a:sym typeface="Anton"/>
              </a:defRPr>
            </a:lvl7pPr>
            <a:lvl8pPr lvl="7" algn="ctr" rtl="0">
              <a:spcBef>
                <a:spcPts val="0"/>
              </a:spcBef>
              <a:spcAft>
                <a:spcPts val="0"/>
              </a:spcAft>
              <a:buSzPts val="2400"/>
              <a:buFont typeface="Anton"/>
              <a:buNone/>
              <a:defRPr sz="2400" b="1">
                <a:latin typeface="Anton"/>
                <a:ea typeface="Anton"/>
                <a:cs typeface="Anton"/>
                <a:sym typeface="Anton"/>
              </a:defRPr>
            </a:lvl8pPr>
            <a:lvl9pPr lvl="8" algn="ctr" rtl="0">
              <a:spcBef>
                <a:spcPts val="0"/>
              </a:spcBef>
              <a:spcAft>
                <a:spcPts val="0"/>
              </a:spcAft>
              <a:buSzPts val="2400"/>
              <a:buFont typeface="Anton"/>
              <a:buNone/>
              <a:defRPr sz="2400" b="1">
                <a:latin typeface="Anton"/>
                <a:ea typeface="Anton"/>
                <a:cs typeface="Anton"/>
                <a:sym typeface="Anton"/>
              </a:defRPr>
            </a:lvl9pPr>
          </a:lstStyle>
          <a:p>
            <a:endParaRPr/>
          </a:p>
        </p:txBody>
      </p:sp>
      <p:sp>
        <p:nvSpPr>
          <p:cNvPr id="272" name="Google Shape;272;p29"/>
          <p:cNvSpPr txBox="1">
            <a:spLocks noGrp="1"/>
          </p:cNvSpPr>
          <p:nvPr>
            <p:ph type="subTitle" idx="8"/>
          </p:nvPr>
        </p:nvSpPr>
        <p:spPr>
          <a:xfrm>
            <a:off x="5922150" y="2256525"/>
            <a:ext cx="2073000" cy="579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73" name="Google Shape;273;p29"/>
          <p:cNvSpPr txBox="1">
            <a:spLocks noGrp="1"/>
          </p:cNvSpPr>
          <p:nvPr>
            <p:ph type="subTitle" idx="9"/>
          </p:nvPr>
        </p:nvSpPr>
        <p:spPr>
          <a:xfrm>
            <a:off x="4728775" y="3646551"/>
            <a:ext cx="2073000" cy="509400"/>
          </a:xfrm>
          <a:prstGeom prst="rect">
            <a:avLst/>
          </a:prstGeom>
          <a:effectLst>
            <a:outerShdw blurRad="57150" dist="19050" dir="5400000" algn="bl" rotWithShape="0">
              <a:srgbClr val="000000">
                <a:alpha val="50000"/>
              </a:srgbClr>
            </a:outerShdw>
          </a:effectLst>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Anton"/>
              <a:buNone/>
              <a:defRPr sz="2400">
                <a:latin typeface="Anton"/>
                <a:ea typeface="Anton"/>
                <a:cs typeface="Anton"/>
                <a:sym typeface="Anton"/>
              </a:defRPr>
            </a:lvl1pPr>
            <a:lvl2pPr lvl="1" algn="ctr" rtl="0">
              <a:spcBef>
                <a:spcPts val="0"/>
              </a:spcBef>
              <a:spcAft>
                <a:spcPts val="0"/>
              </a:spcAft>
              <a:buSzPts val="2400"/>
              <a:buFont typeface="Anton"/>
              <a:buNone/>
              <a:defRPr sz="2400" b="1">
                <a:latin typeface="Anton"/>
                <a:ea typeface="Anton"/>
                <a:cs typeface="Anton"/>
                <a:sym typeface="Anton"/>
              </a:defRPr>
            </a:lvl2pPr>
            <a:lvl3pPr lvl="2" algn="ctr" rtl="0">
              <a:spcBef>
                <a:spcPts val="0"/>
              </a:spcBef>
              <a:spcAft>
                <a:spcPts val="0"/>
              </a:spcAft>
              <a:buSzPts val="2400"/>
              <a:buFont typeface="Anton"/>
              <a:buNone/>
              <a:defRPr sz="2400" b="1">
                <a:latin typeface="Anton"/>
                <a:ea typeface="Anton"/>
                <a:cs typeface="Anton"/>
                <a:sym typeface="Anton"/>
              </a:defRPr>
            </a:lvl3pPr>
            <a:lvl4pPr lvl="3" algn="ctr" rtl="0">
              <a:spcBef>
                <a:spcPts val="0"/>
              </a:spcBef>
              <a:spcAft>
                <a:spcPts val="0"/>
              </a:spcAft>
              <a:buSzPts val="2400"/>
              <a:buFont typeface="Anton"/>
              <a:buNone/>
              <a:defRPr sz="2400" b="1">
                <a:latin typeface="Anton"/>
                <a:ea typeface="Anton"/>
                <a:cs typeface="Anton"/>
                <a:sym typeface="Anton"/>
              </a:defRPr>
            </a:lvl4pPr>
            <a:lvl5pPr lvl="4" algn="ctr" rtl="0">
              <a:spcBef>
                <a:spcPts val="0"/>
              </a:spcBef>
              <a:spcAft>
                <a:spcPts val="0"/>
              </a:spcAft>
              <a:buSzPts val="2400"/>
              <a:buFont typeface="Anton"/>
              <a:buNone/>
              <a:defRPr sz="2400" b="1">
                <a:latin typeface="Anton"/>
                <a:ea typeface="Anton"/>
                <a:cs typeface="Anton"/>
                <a:sym typeface="Anton"/>
              </a:defRPr>
            </a:lvl5pPr>
            <a:lvl6pPr lvl="5" algn="ctr" rtl="0">
              <a:spcBef>
                <a:spcPts val="0"/>
              </a:spcBef>
              <a:spcAft>
                <a:spcPts val="0"/>
              </a:spcAft>
              <a:buSzPts val="2400"/>
              <a:buFont typeface="Anton"/>
              <a:buNone/>
              <a:defRPr sz="2400" b="1">
                <a:latin typeface="Anton"/>
                <a:ea typeface="Anton"/>
                <a:cs typeface="Anton"/>
                <a:sym typeface="Anton"/>
              </a:defRPr>
            </a:lvl6pPr>
            <a:lvl7pPr lvl="6" algn="ctr" rtl="0">
              <a:spcBef>
                <a:spcPts val="0"/>
              </a:spcBef>
              <a:spcAft>
                <a:spcPts val="0"/>
              </a:spcAft>
              <a:buSzPts val="2400"/>
              <a:buFont typeface="Anton"/>
              <a:buNone/>
              <a:defRPr sz="2400" b="1">
                <a:latin typeface="Anton"/>
                <a:ea typeface="Anton"/>
                <a:cs typeface="Anton"/>
                <a:sym typeface="Anton"/>
              </a:defRPr>
            </a:lvl7pPr>
            <a:lvl8pPr lvl="7" algn="ctr" rtl="0">
              <a:spcBef>
                <a:spcPts val="0"/>
              </a:spcBef>
              <a:spcAft>
                <a:spcPts val="0"/>
              </a:spcAft>
              <a:buSzPts val="2400"/>
              <a:buFont typeface="Anton"/>
              <a:buNone/>
              <a:defRPr sz="2400" b="1">
                <a:latin typeface="Anton"/>
                <a:ea typeface="Anton"/>
                <a:cs typeface="Anton"/>
                <a:sym typeface="Anton"/>
              </a:defRPr>
            </a:lvl8pPr>
            <a:lvl9pPr lvl="8" algn="ctr" rtl="0">
              <a:spcBef>
                <a:spcPts val="0"/>
              </a:spcBef>
              <a:spcAft>
                <a:spcPts val="0"/>
              </a:spcAft>
              <a:buSzPts val="2400"/>
              <a:buFont typeface="Anton"/>
              <a:buNone/>
              <a:defRPr sz="2400" b="1">
                <a:latin typeface="Anton"/>
                <a:ea typeface="Anton"/>
                <a:cs typeface="Anton"/>
                <a:sym typeface="Anton"/>
              </a:defRPr>
            </a:lvl9pPr>
          </a:lstStyle>
          <a:p>
            <a:endParaRPr/>
          </a:p>
        </p:txBody>
      </p:sp>
      <p:sp>
        <p:nvSpPr>
          <p:cNvPr id="274" name="Google Shape;274;p29"/>
          <p:cNvSpPr txBox="1">
            <a:spLocks noGrp="1"/>
          </p:cNvSpPr>
          <p:nvPr>
            <p:ph type="subTitle" idx="13"/>
          </p:nvPr>
        </p:nvSpPr>
        <p:spPr>
          <a:xfrm>
            <a:off x="4728825" y="4024696"/>
            <a:ext cx="2073000" cy="579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75" name="Google Shape;275;p2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276"/>
        <p:cNvGrpSpPr/>
        <p:nvPr/>
      </p:nvGrpSpPr>
      <p:grpSpPr>
        <a:xfrm>
          <a:off x="0" y="0"/>
          <a:ext cx="0" cy="0"/>
          <a:chOff x="0" y="0"/>
          <a:chExt cx="0" cy="0"/>
        </a:xfrm>
      </p:grpSpPr>
      <p:pic>
        <p:nvPicPr>
          <p:cNvPr id="277" name="Google Shape;277;p30"/>
          <p:cNvPicPr preferRelativeResize="0"/>
          <p:nvPr/>
        </p:nvPicPr>
        <p:blipFill rotWithShape="1">
          <a:blip r:embed="rId2">
            <a:alphaModFix amt="40000"/>
          </a:blip>
          <a:srcRect l="51241" r="23032"/>
          <a:stretch/>
        </p:blipFill>
        <p:spPr>
          <a:xfrm flipH="1">
            <a:off x="2" y="0"/>
            <a:ext cx="1980924" cy="5143500"/>
          </a:xfrm>
          <a:prstGeom prst="rect">
            <a:avLst/>
          </a:prstGeom>
          <a:noFill/>
          <a:ln>
            <a:noFill/>
          </a:ln>
        </p:spPr>
      </p:pic>
      <p:pic>
        <p:nvPicPr>
          <p:cNvPr id="278" name="Google Shape;278;p30"/>
          <p:cNvPicPr preferRelativeResize="0"/>
          <p:nvPr/>
        </p:nvPicPr>
        <p:blipFill>
          <a:blip r:embed="rId3">
            <a:alphaModFix amt="25000"/>
          </a:blip>
          <a:stretch>
            <a:fillRect/>
          </a:stretch>
        </p:blipFill>
        <p:spPr>
          <a:xfrm flipH="1">
            <a:off x="-2" y="0"/>
            <a:ext cx="9143999" cy="5143500"/>
          </a:xfrm>
          <a:prstGeom prst="rect">
            <a:avLst/>
          </a:prstGeom>
          <a:noFill/>
          <a:ln>
            <a:noFill/>
          </a:ln>
        </p:spPr>
      </p:pic>
      <p:pic>
        <p:nvPicPr>
          <p:cNvPr id="279" name="Google Shape;279;p30"/>
          <p:cNvPicPr preferRelativeResize="0"/>
          <p:nvPr/>
        </p:nvPicPr>
        <p:blipFill rotWithShape="1">
          <a:blip r:embed="rId2">
            <a:alphaModFix amt="40000"/>
          </a:blip>
          <a:srcRect l="30148" r="40720"/>
          <a:stretch/>
        </p:blipFill>
        <p:spPr>
          <a:xfrm flipH="1">
            <a:off x="6900800" y="0"/>
            <a:ext cx="2243199" cy="5143500"/>
          </a:xfrm>
          <a:prstGeom prst="rect">
            <a:avLst/>
          </a:prstGeom>
          <a:noFill/>
          <a:ln>
            <a:noFill/>
          </a:ln>
        </p:spPr>
      </p:pic>
      <p:sp>
        <p:nvSpPr>
          <p:cNvPr id="280" name="Google Shape;280;p3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81" name="Google Shape;281;p30"/>
          <p:cNvSpPr txBox="1">
            <a:spLocks noGrp="1"/>
          </p:cNvSpPr>
          <p:nvPr>
            <p:ph type="subTitle" idx="1"/>
          </p:nvPr>
        </p:nvSpPr>
        <p:spPr>
          <a:xfrm>
            <a:off x="1112600" y="2238024"/>
            <a:ext cx="19752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82" name="Google Shape;282;p30"/>
          <p:cNvSpPr txBox="1">
            <a:spLocks noGrp="1"/>
          </p:cNvSpPr>
          <p:nvPr>
            <p:ph type="subTitle" idx="2"/>
          </p:nvPr>
        </p:nvSpPr>
        <p:spPr>
          <a:xfrm>
            <a:off x="3582448" y="2238024"/>
            <a:ext cx="19752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83" name="Google Shape;283;p30"/>
          <p:cNvSpPr txBox="1">
            <a:spLocks noGrp="1"/>
          </p:cNvSpPr>
          <p:nvPr>
            <p:ph type="subTitle" idx="3"/>
          </p:nvPr>
        </p:nvSpPr>
        <p:spPr>
          <a:xfrm>
            <a:off x="1112600" y="3938451"/>
            <a:ext cx="19752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84" name="Google Shape;284;p30"/>
          <p:cNvSpPr txBox="1">
            <a:spLocks noGrp="1"/>
          </p:cNvSpPr>
          <p:nvPr>
            <p:ph type="subTitle" idx="4"/>
          </p:nvPr>
        </p:nvSpPr>
        <p:spPr>
          <a:xfrm>
            <a:off x="3582448" y="3938451"/>
            <a:ext cx="19752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85" name="Google Shape;285;p30"/>
          <p:cNvSpPr txBox="1">
            <a:spLocks noGrp="1"/>
          </p:cNvSpPr>
          <p:nvPr>
            <p:ph type="subTitle" idx="5"/>
          </p:nvPr>
        </p:nvSpPr>
        <p:spPr>
          <a:xfrm>
            <a:off x="6052297" y="2238024"/>
            <a:ext cx="19752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86" name="Google Shape;286;p30"/>
          <p:cNvSpPr txBox="1">
            <a:spLocks noGrp="1"/>
          </p:cNvSpPr>
          <p:nvPr>
            <p:ph type="subTitle" idx="6"/>
          </p:nvPr>
        </p:nvSpPr>
        <p:spPr>
          <a:xfrm>
            <a:off x="6052297" y="3938451"/>
            <a:ext cx="19752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87" name="Google Shape;287;p30"/>
          <p:cNvSpPr txBox="1">
            <a:spLocks noGrp="1"/>
          </p:cNvSpPr>
          <p:nvPr>
            <p:ph type="subTitle" idx="7"/>
          </p:nvPr>
        </p:nvSpPr>
        <p:spPr>
          <a:xfrm>
            <a:off x="1111100" y="1910604"/>
            <a:ext cx="1978200" cy="484800"/>
          </a:xfrm>
          <a:prstGeom prst="rect">
            <a:avLst/>
          </a:prstGeom>
          <a:effectLst>
            <a:outerShdw blurRad="57150" dist="19050" dir="5400000" algn="bl" rotWithShape="0">
              <a:srgbClr val="000000">
                <a:alpha val="50000"/>
              </a:srgbClr>
            </a:outerShdw>
          </a:effectLst>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Anton"/>
              <a:buNone/>
              <a:defRPr sz="2400">
                <a:solidFill>
                  <a:schemeClr val="dk1"/>
                </a:solidFill>
                <a:latin typeface="Anton"/>
                <a:ea typeface="Anton"/>
                <a:cs typeface="Anton"/>
                <a:sym typeface="Anton"/>
              </a:defRPr>
            </a:lvl1pPr>
            <a:lvl2pPr lvl="1" algn="ctr" rtl="0">
              <a:lnSpc>
                <a:spcPct val="100000"/>
              </a:lnSpc>
              <a:spcBef>
                <a:spcPts val="0"/>
              </a:spcBef>
              <a:spcAft>
                <a:spcPts val="0"/>
              </a:spcAft>
              <a:buSzPts val="2400"/>
              <a:buFont typeface="Anton"/>
              <a:buNone/>
              <a:defRPr sz="2400">
                <a:latin typeface="Anton"/>
                <a:ea typeface="Anton"/>
                <a:cs typeface="Anton"/>
                <a:sym typeface="Anton"/>
              </a:defRPr>
            </a:lvl2pPr>
            <a:lvl3pPr lvl="2" algn="ctr" rtl="0">
              <a:lnSpc>
                <a:spcPct val="100000"/>
              </a:lnSpc>
              <a:spcBef>
                <a:spcPts val="0"/>
              </a:spcBef>
              <a:spcAft>
                <a:spcPts val="0"/>
              </a:spcAft>
              <a:buSzPts val="2400"/>
              <a:buFont typeface="Anton"/>
              <a:buNone/>
              <a:defRPr sz="2400">
                <a:latin typeface="Anton"/>
                <a:ea typeface="Anton"/>
                <a:cs typeface="Anton"/>
                <a:sym typeface="Anton"/>
              </a:defRPr>
            </a:lvl3pPr>
            <a:lvl4pPr lvl="3" algn="ctr" rtl="0">
              <a:lnSpc>
                <a:spcPct val="100000"/>
              </a:lnSpc>
              <a:spcBef>
                <a:spcPts val="0"/>
              </a:spcBef>
              <a:spcAft>
                <a:spcPts val="0"/>
              </a:spcAft>
              <a:buSzPts val="2400"/>
              <a:buFont typeface="Anton"/>
              <a:buNone/>
              <a:defRPr sz="2400">
                <a:latin typeface="Anton"/>
                <a:ea typeface="Anton"/>
                <a:cs typeface="Anton"/>
                <a:sym typeface="Anton"/>
              </a:defRPr>
            </a:lvl4pPr>
            <a:lvl5pPr lvl="4" algn="ctr" rtl="0">
              <a:lnSpc>
                <a:spcPct val="100000"/>
              </a:lnSpc>
              <a:spcBef>
                <a:spcPts val="0"/>
              </a:spcBef>
              <a:spcAft>
                <a:spcPts val="0"/>
              </a:spcAft>
              <a:buSzPts val="2400"/>
              <a:buFont typeface="Anton"/>
              <a:buNone/>
              <a:defRPr sz="2400">
                <a:latin typeface="Anton"/>
                <a:ea typeface="Anton"/>
                <a:cs typeface="Anton"/>
                <a:sym typeface="Anton"/>
              </a:defRPr>
            </a:lvl5pPr>
            <a:lvl6pPr lvl="5" algn="ctr" rtl="0">
              <a:lnSpc>
                <a:spcPct val="100000"/>
              </a:lnSpc>
              <a:spcBef>
                <a:spcPts val="0"/>
              </a:spcBef>
              <a:spcAft>
                <a:spcPts val="0"/>
              </a:spcAft>
              <a:buSzPts val="2400"/>
              <a:buFont typeface="Anton"/>
              <a:buNone/>
              <a:defRPr sz="2400">
                <a:latin typeface="Anton"/>
                <a:ea typeface="Anton"/>
                <a:cs typeface="Anton"/>
                <a:sym typeface="Anton"/>
              </a:defRPr>
            </a:lvl6pPr>
            <a:lvl7pPr lvl="6" algn="ctr" rtl="0">
              <a:lnSpc>
                <a:spcPct val="100000"/>
              </a:lnSpc>
              <a:spcBef>
                <a:spcPts val="0"/>
              </a:spcBef>
              <a:spcAft>
                <a:spcPts val="0"/>
              </a:spcAft>
              <a:buSzPts val="2400"/>
              <a:buFont typeface="Anton"/>
              <a:buNone/>
              <a:defRPr sz="2400">
                <a:latin typeface="Anton"/>
                <a:ea typeface="Anton"/>
                <a:cs typeface="Anton"/>
                <a:sym typeface="Anton"/>
              </a:defRPr>
            </a:lvl7pPr>
            <a:lvl8pPr lvl="7" algn="ctr" rtl="0">
              <a:lnSpc>
                <a:spcPct val="100000"/>
              </a:lnSpc>
              <a:spcBef>
                <a:spcPts val="0"/>
              </a:spcBef>
              <a:spcAft>
                <a:spcPts val="0"/>
              </a:spcAft>
              <a:buSzPts val="2400"/>
              <a:buFont typeface="Anton"/>
              <a:buNone/>
              <a:defRPr sz="2400">
                <a:latin typeface="Anton"/>
                <a:ea typeface="Anton"/>
                <a:cs typeface="Anton"/>
                <a:sym typeface="Anton"/>
              </a:defRPr>
            </a:lvl8pPr>
            <a:lvl9pPr lvl="8" algn="ctr" rtl="0">
              <a:lnSpc>
                <a:spcPct val="100000"/>
              </a:lnSpc>
              <a:spcBef>
                <a:spcPts val="0"/>
              </a:spcBef>
              <a:spcAft>
                <a:spcPts val="0"/>
              </a:spcAft>
              <a:buSzPts val="2400"/>
              <a:buFont typeface="Anton"/>
              <a:buNone/>
              <a:defRPr sz="2400">
                <a:latin typeface="Anton"/>
                <a:ea typeface="Anton"/>
                <a:cs typeface="Anton"/>
                <a:sym typeface="Anton"/>
              </a:defRPr>
            </a:lvl9pPr>
          </a:lstStyle>
          <a:p>
            <a:endParaRPr/>
          </a:p>
        </p:txBody>
      </p:sp>
      <p:sp>
        <p:nvSpPr>
          <p:cNvPr id="288" name="Google Shape;288;p30"/>
          <p:cNvSpPr txBox="1">
            <a:spLocks noGrp="1"/>
          </p:cNvSpPr>
          <p:nvPr>
            <p:ph type="subTitle" idx="8"/>
          </p:nvPr>
        </p:nvSpPr>
        <p:spPr>
          <a:xfrm>
            <a:off x="3580948" y="1910604"/>
            <a:ext cx="1978200" cy="484800"/>
          </a:xfrm>
          <a:prstGeom prst="rect">
            <a:avLst/>
          </a:prstGeom>
          <a:effectLst>
            <a:outerShdw blurRad="57150" dist="19050" dir="5400000" algn="bl" rotWithShape="0">
              <a:srgbClr val="000000">
                <a:alpha val="50000"/>
              </a:srgbClr>
            </a:outerShdw>
          </a:effectLst>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Anton"/>
              <a:buNone/>
              <a:defRPr sz="2400">
                <a:solidFill>
                  <a:schemeClr val="dk1"/>
                </a:solidFill>
                <a:latin typeface="Anton"/>
                <a:ea typeface="Anton"/>
                <a:cs typeface="Anton"/>
                <a:sym typeface="Anton"/>
              </a:defRPr>
            </a:lvl1pPr>
            <a:lvl2pPr lvl="1" algn="ctr" rtl="0">
              <a:lnSpc>
                <a:spcPct val="100000"/>
              </a:lnSpc>
              <a:spcBef>
                <a:spcPts val="0"/>
              </a:spcBef>
              <a:spcAft>
                <a:spcPts val="0"/>
              </a:spcAft>
              <a:buSzPts val="2400"/>
              <a:buFont typeface="Anton"/>
              <a:buNone/>
              <a:defRPr sz="2400">
                <a:latin typeface="Anton"/>
                <a:ea typeface="Anton"/>
                <a:cs typeface="Anton"/>
                <a:sym typeface="Anton"/>
              </a:defRPr>
            </a:lvl2pPr>
            <a:lvl3pPr lvl="2" algn="ctr" rtl="0">
              <a:lnSpc>
                <a:spcPct val="100000"/>
              </a:lnSpc>
              <a:spcBef>
                <a:spcPts val="0"/>
              </a:spcBef>
              <a:spcAft>
                <a:spcPts val="0"/>
              </a:spcAft>
              <a:buSzPts val="2400"/>
              <a:buFont typeface="Anton"/>
              <a:buNone/>
              <a:defRPr sz="2400">
                <a:latin typeface="Anton"/>
                <a:ea typeface="Anton"/>
                <a:cs typeface="Anton"/>
                <a:sym typeface="Anton"/>
              </a:defRPr>
            </a:lvl3pPr>
            <a:lvl4pPr lvl="3" algn="ctr" rtl="0">
              <a:lnSpc>
                <a:spcPct val="100000"/>
              </a:lnSpc>
              <a:spcBef>
                <a:spcPts val="0"/>
              </a:spcBef>
              <a:spcAft>
                <a:spcPts val="0"/>
              </a:spcAft>
              <a:buSzPts val="2400"/>
              <a:buFont typeface="Anton"/>
              <a:buNone/>
              <a:defRPr sz="2400">
                <a:latin typeface="Anton"/>
                <a:ea typeface="Anton"/>
                <a:cs typeface="Anton"/>
                <a:sym typeface="Anton"/>
              </a:defRPr>
            </a:lvl4pPr>
            <a:lvl5pPr lvl="4" algn="ctr" rtl="0">
              <a:lnSpc>
                <a:spcPct val="100000"/>
              </a:lnSpc>
              <a:spcBef>
                <a:spcPts val="0"/>
              </a:spcBef>
              <a:spcAft>
                <a:spcPts val="0"/>
              </a:spcAft>
              <a:buSzPts val="2400"/>
              <a:buFont typeface="Anton"/>
              <a:buNone/>
              <a:defRPr sz="2400">
                <a:latin typeface="Anton"/>
                <a:ea typeface="Anton"/>
                <a:cs typeface="Anton"/>
                <a:sym typeface="Anton"/>
              </a:defRPr>
            </a:lvl5pPr>
            <a:lvl6pPr lvl="5" algn="ctr" rtl="0">
              <a:lnSpc>
                <a:spcPct val="100000"/>
              </a:lnSpc>
              <a:spcBef>
                <a:spcPts val="0"/>
              </a:spcBef>
              <a:spcAft>
                <a:spcPts val="0"/>
              </a:spcAft>
              <a:buSzPts val="2400"/>
              <a:buFont typeface="Anton"/>
              <a:buNone/>
              <a:defRPr sz="2400">
                <a:latin typeface="Anton"/>
                <a:ea typeface="Anton"/>
                <a:cs typeface="Anton"/>
                <a:sym typeface="Anton"/>
              </a:defRPr>
            </a:lvl6pPr>
            <a:lvl7pPr lvl="6" algn="ctr" rtl="0">
              <a:lnSpc>
                <a:spcPct val="100000"/>
              </a:lnSpc>
              <a:spcBef>
                <a:spcPts val="0"/>
              </a:spcBef>
              <a:spcAft>
                <a:spcPts val="0"/>
              </a:spcAft>
              <a:buSzPts val="2400"/>
              <a:buFont typeface="Anton"/>
              <a:buNone/>
              <a:defRPr sz="2400">
                <a:latin typeface="Anton"/>
                <a:ea typeface="Anton"/>
                <a:cs typeface="Anton"/>
                <a:sym typeface="Anton"/>
              </a:defRPr>
            </a:lvl7pPr>
            <a:lvl8pPr lvl="7" algn="ctr" rtl="0">
              <a:lnSpc>
                <a:spcPct val="100000"/>
              </a:lnSpc>
              <a:spcBef>
                <a:spcPts val="0"/>
              </a:spcBef>
              <a:spcAft>
                <a:spcPts val="0"/>
              </a:spcAft>
              <a:buSzPts val="2400"/>
              <a:buFont typeface="Anton"/>
              <a:buNone/>
              <a:defRPr sz="2400">
                <a:latin typeface="Anton"/>
                <a:ea typeface="Anton"/>
                <a:cs typeface="Anton"/>
                <a:sym typeface="Anton"/>
              </a:defRPr>
            </a:lvl8pPr>
            <a:lvl9pPr lvl="8" algn="ctr" rtl="0">
              <a:lnSpc>
                <a:spcPct val="100000"/>
              </a:lnSpc>
              <a:spcBef>
                <a:spcPts val="0"/>
              </a:spcBef>
              <a:spcAft>
                <a:spcPts val="0"/>
              </a:spcAft>
              <a:buSzPts val="2400"/>
              <a:buFont typeface="Anton"/>
              <a:buNone/>
              <a:defRPr sz="2400">
                <a:latin typeface="Anton"/>
                <a:ea typeface="Anton"/>
                <a:cs typeface="Anton"/>
                <a:sym typeface="Anton"/>
              </a:defRPr>
            </a:lvl9pPr>
          </a:lstStyle>
          <a:p>
            <a:endParaRPr/>
          </a:p>
        </p:txBody>
      </p:sp>
      <p:sp>
        <p:nvSpPr>
          <p:cNvPr id="289" name="Google Shape;289;p30"/>
          <p:cNvSpPr txBox="1">
            <a:spLocks noGrp="1"/>
          </p:cNvSpPr>
          <p:nvPr>
            <p:ph type="subTitle" idx="9"/>
          </p:nvPr>
        </p:nvSpPr>
        <p:spPr>
          <a:xfrm>
            <a:off x="6050797" y="1910604"/>
            <a:ext cx="1978200" cy="484800"/>
          </a:xfrm>
          <a:prstGeom prst="rect">
            <a:avLst/>
          </a:prstGeom>
          <a:effectLst>
            <a:outerShdw blurRad="57150" dist="19050" dir="5400000" algn="bl" rotWithShape="0">
              <a:srgbClr val="000000">
                <a:alpha val="50000"/>
              </a:srgbClr>
            </a:outerShdw>
          </a:effectLst>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Anton"/>
              <a:buNone/>
              <a:defRPr sz="2400">
                <a:solidFill>
                  <a:schemeClr val="dk1"/>
                </a:solidFill>
                <a:latin typeface="Anton"/>
                <a:ea typeface="Anton"/>
                <a:cs typeface="Anton"/>
                <a:sym typeface="Anton"/>
              </a:defRPr>
            </a:lvl1pPr>
            <a:lvl2pPr lvl="1" algn="ctr" rtl="0">
              <a:lnSpc>
                <a:spcPct val="100000"/>
              </a:lnSpc>
              <a:spcBef>
                <a:spcPts val="0"/>
              </a:spcBef>
              <a:spcAft>
                <a:spcPts val="0"/>
              </a:spcAft>
              <a:buSzPts val="2400"/>
              <a:buFont typeface="Anton"/>
              <a:buNone/>
              <a:defRPr sz="2400">
                <a:latin typeface="Anton"/>
                <a:ea typeface="Anton"/>
                <a:cs typeface="Anton"/>
                <a:sym typeface="Anton"/>
              </a:defRPr>
            </a:lvl2pPr>
            <a:lvl3pPr lvl="2" algn="ctr" rtl="0">
              <a:lnSpc>
                <a:spcPct val="100000"/>
              </a:lnSpc>
              <a:spcBef>
                <a:spcPts val="0"/>
              </a:spcBef>
              <a:spcAft>
                <a:spcPts val="0"/>
              </a:spcAft>
              <a:buSzPts val="2400"/>
              <a:buFont typeface="Anton"/>
              <a:buNone/>
              <a:defRPr sz="2400">
                <a:latin typeface="Anton"/>
                <a:ea typeface="Anton"/>
                <a:cs typeface="Anton"/>
                <a:sym typeface="Anton"/>
              </a:defRPr>
            </a:lvl3pPr>
            <a:lvl4pPr lvl="3" algn="ctr" rtl="0">
              <a:lnSpc>
                <a:spcPct val="100000"/>
              </a:lnSpc>
              <a:spcBef>
                <a:spcPts val="0"/>
              </a:spcBef>
              <a:spcAft>
                <a:spcPts val="0"/>
              </a:spcAft>
              <a:buSzPts val="2400"/>
              <a:buFont typeface="Anton"/>
              <a:buNone/>
              <a:defRPr sz="2400">
                <a:latin typeface="Anton"/>
                <a:ea typeface="Anton"/>
                <a:cs typeface="Anton"/>
                <a:sym typeface="Anton"/>
              </a:defRPr>
            </a:lvl4pPr>
            <a:lvl5pPr lvl="4" algn="ctr" rtl="0">
              <a:lnSpc>
                <a:spcPct val="100000"/>
              </a:lnSpc>
              <a:spcBef>
                <a:spcPts val="0"/>
              </a:spcBef>
              <a:spcAft>
                <a:spcPts val="0"/>
              </a:spcAft>
              <a:buSzPts val="2400"/>
              <a:buFont typeface="Anton"/>
              <a:buNone/>
              <a:defRPr sz="2400">
                <a:latin typeface="Anton"/>
                <a:ea typeface="Anton"/>
                <a:cs typeface="Anton"/>
                <a:sym typeface="Anton"/>
              </a:defRPr>
            </a:lvl5pPr>
            <a:lvl6pPr lvl="5" algn="ctr" rtl="0">
              <a:lnSpc>
                <a:spcPct val="100000"/>
              </a:lnSpc>
              <a:spcBef>
                <a:spcPts val="0"/>
              </a:spcBef>
              <a:spcAft>
                <a:spcPts val="0"/>
              </a:spcAft>
              <a:buSzPts val="2400"/>
              <a:buFont typeface="Anton"/>
              <a:buNone/>
              <a:defRPr sz="2400">
                <a:latin typeface="Anton"/>
                <a:ea typeface="Anton"/>
                <a:cs typeface="Anton"/>
                <a:sym typeface="Anton"/>
              </a:defRPr>
            </a:lvl6pPr>
            <a:lvl7pPr lvl="6" algn="ctr" rtl="0">
              <a:lnSpc>
                <a:spcPct val="100000"/>
              </a:lnSpc>
              <a:spcBef>
                <a:spcPts val="0"/>
              </a:spcBef>
              <a:spcAft>
                <a:spcPts val="0"/>
              </a:spcAft>
              <a:buSzPts val="2400"/>
              <a:buFont typeface="Anton"/>
              <a:buNone/>
              <a:defRPr sz="2400">
                <a:latin typeface="Anton"/>
                <a:ea typeface="Anton"/>
                <a:cs typeface="Anton"/>
                <a:sym typeface="Anton"/>
              </a:defRPr>
            </a:lvl7pPr>
            <a:lvl8pPr lvl="7" algn="ctr" rtl="0">
              <a:lnSpc>
                <a:spcPct val="100000"/>
              </a:lnSpc>
              <a:spcBef>
                <a:spcPts val="0"/>
              </a:spcBef>
              <a:spcAft>
                <a:spcPts val="0"/>
              </a:spcAft>
              <a:buSzPts val="2400"/>
              <a:buFont typeface="Anton"/>
              <a:buNone/>
              <a:defRPr sz="2400">
                <a:latin typeface="Anton"/>
                <a:ea typeface="Anton"/>
                <a:cs typeface="Anton"/>
                <a:sym typeface="Anton"/>
              </a:defRPr>
            </a:lvl8pPr>
            <a:lvl9pPr lvl="8" algn="ctr" rtl="0">
              <a:lnSpc>
                <a:spcPct val="100000"/>
              </a:lnSpc>
              <a:spcBef>
                <a:spcPts val="0"/>
              </a:spcBef>
              <a:spcAft>
                <a:spcPts val="0"/>
              </a:spcAft>
              <a:buSzPts val="2400"/>
              <a:buFont typeface="Anton"/>
              <a:buNone/>
              <a:defRPr sz="2400">
                <a:latin typeface="Anton"/>
                <a:ea typeface="Anton"/>
                <a:cs typeface="Anton"/>
                <a:sym typeface="Anton"/>
              </a:defRPr>
            </a:lvl9pPr>
          </a:lstStyle>
          <a:p>
            <a:endParaRPr/>
          </a:p>
        </p:txBody>
      </p:sp>
      <p:sp>
        <p:nvSpPr>
          <p:cNvPr id="290" name="Google Shape;290;p30"/>
          <p:cNvSpPr txBox="1">
            <a:spLocks noGrp="1"/>
          </p:cNvSpPr>
          <p:nvPr>
            <p:ph type="subTitle" idx="13"/>
          </p:nvPr>
        </p:nvSpPr>
        <p:spPr>
          <a:xfrm>
            <a:off x="1111100" y="3590663"/>
            <a:ext cx="1978200" cy="484800"/>
          </a:xfrm>
          <a:prstGeom prst="rect">
            <a:avLst/>
          </a:prstGeom>
          <a:effectLst>
            <a:outerShdw blurRad="57150" dist="19050" dir="5400000" algn="bl" rotWithShape="0">
              <a:srgbClr val="000000">
                <a:alpha val="50000"/>
              </a:srgbClr>
            </a:outerShdw>
          </a:effectLst>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Anton"/>
              <a:buNone/>
              <a:defRPr sz="2400">
                <a:solidFill>
                  <a:schemeClr val="dk1"/>
                </a:solidFill>
                <a:latin typeface="Anton"/>
                <a:ea typeface="Anton"/>
                <a:cs typeface="Anton"/>
                <a:sym typeface="Anton"/>
              </a:defRPr>
            </a:lvl1pPr>
            <a:lvl2pPr lvl="1" algn="ctr" rtl="0">
              <a:lnSpc>
                <a:spcPct val="100000"/>
              </a:lnSpc>
              <a:spcBef>
                <a:spcPts val="0"/>
              </a:spcBef>
              <a:spcAft>
                <a:spcPts val="0"/>
              </a:spcAft>
              <a:buSzPts val="2400"/>
              <a:buFont typeface="Anton"/>
              <a:buNone/>
              <a:defRPr sz="2400">
                <a:latin typeface="Anton"/>
                <a:ea typeface="Anton"/>
                <a:cs typeface="Anton"/>
                <a:sym typeface="Anton"/>
              </a:defRPr>
            </a:lvl2pPr>
            <a:lvl3pPr lvl="2" algn="ctr" rtl="0">
              <a:lnSpc>
                <a:spcPct val="100000"/>
              </a:lnSpc>
              <a:spcBef>
                <a:spcPts val="0"/>
              </a:spcBef>
              <a:spcAft>
                <a:spcPts val="0"/>
              </a:spcAft>
              <a:buSzPts val="2400"/>
              <a:buFont typeface="Anton"/>
              <a:buNone/>
              <a:defRPr sz="2400">
                <a:latin typeface="Anton"/>
                <a:ea typeface="Anton"/>
                <a:cs typeface="Anton"/>
                <a:sym typeface="Anton"/>
              </a:defRPr>
            </a:lvl3pPr>
            <a:lvl4pPr lvl="3" algn="ctr" rtl="0">
              <a:lnSpc>
                <a:spcPct val="100000"/>
              </a:lnSpc>
              <a:spcBef>
                <a:spcPts val="0"/>
              </a:spcBef>
              <a:spcAft>
                <a:spcPts val="0"/>
              </a:spcAft>
              <a:buSzPts val="2400"/>
              <a:buFont typeface="Anton"/>
              <a:buNone/>
              <a:defRPr sz="2400">
                <a:latin typeface="Anton"/>
                <a:ea typeface="Anton"/>
                <a:cs typeface="Anton"/>
                <a:sym typeface="Anton"/>
              </a:defRPr>
            </a:lvl4pPr>
            <a:lvl5pPr lvl="4" algn="ctr" rtl="0">
              <a:lnSpc>
                <a:spcPct val="100000"/>
              </a:lnSpc>
              <a:spcBef>
                <a:spcPts val="0"/>
              </a:spcBef>
              <a:spcAft>
                <a:spcPts val="0"/>
              </a:spcAft>
              <a:buSzPts val="2400"/>
              <a:buFont typeface="Anton"/>
              <a:buNone/>
              <a:defRPr sz="2400">
                <a:latin typeface="Anton"/>
                <a:ea typeface="Anton"/>
                <a:cs typeface="Anton"/>
                <a:sym typeface="Anton"/>
              </a:defRPr>
            </a:lvl5pPr>
            <a:lvl6pPr lvl="5" algn="ctr" rtl="0">
              <a:lnSpc>
                <a:spcPct val="100000"/>
              </a:lnSpc>
              <a:spcBef>
                <a:spcPts val="0"/>
              </a:spcBef>
              <a:spcAft>
                <a:spcPts val="0"/>
              </a:spcAft>
              <a:buSzPts val="2400"/>
              <a:buFont typeface="Anton"/>
              <a:buNone/>
              <a:defRPr sz="2400">
                <a:latin typeface="Anton"/>
                <a:ea typeface="Anton"/>
                <a:cs typeface="Anton"/>
                <a:sym typeface="Anton"/>
              </a:defRPr>
            </a:lvl6pPr>
            <a:lvl7pPr lvl="6" algn="ctr" rtl="0">
              <a:lnSpc>
                <a:spcPct val="100000"/>
              </a:lnSpc>
              <a:spcBef>
                <a:spcPts val="0"/>
              </a:spcBef>
              <a:spcAft>
                <a:spcPts val="0"/>
              </a:spcAft>
              <a:buSzPts val="2400"/>
              <a:buFont typeface="Anton"/>
              <a:buNone/>
              <a:defRPr sz="2400">
                <a:latin typeface="Anton"/>
                <a:ea typeface="Anton"/>
                <a:cs typeface="Anton"/>
                <a:sym typeface="Anton"/>
              </a:defRPr>
            </a:lvl7pPr>
            <a:lvl8pPr lvl="7" algn="ctr" rtl="0">
              <a:lnSpc>
                <a:spcPct val="100000"/>
              </a:lnSpc>
              <a:spcBef>
                <a:spcPts val="0"/>
              </a:spcBef>
              <a:spcAft>
                <a:spcPts val="0"/>
              </a:spcAft>
              <a:buSzPts val="2400"/>
              <a:buFont typeface="Anton"/>
              <a:buNone/>
              <a:defRPr sz="2400">
                <a:latin typeface="Anton"/>
                <a:ea typeface="Anton"/>
                <a:cs typeface="Anton"/>
                <a:sym typeface="Anton"/>
              </a:defRPr>
            </a:lvl8pPr>
            <a:lvl9pPr lvl="8" algn="ctr" rtl="0">
              <a:lnSpc>
                <a:spcPct val="100000"/>
              </a:lnSpc>
              <a:spcBef>
                <a:spcPts val="0"/>
              </a:spcBef>
              <a:spcAft>
                <a:spcPts val="0"/>
              </a:spcAft>
              <a:buSzPts val="2400"/>
              <a:buFont typeface="Anton"/>
              <a:buNone/>
              <a:defRPr sz="2400">
                <a:latin typeface="Anton"/>
                <a:ea typeface="Anton"/>
                <a:cs typeface="Anton"/>
                <a:sym typeface="Anton"/>
              </a:defRPr>
            </a:lvl9pPr>
          </a:lstStyle>
          <a:p>
            <a:endParaRPr/>
          </a:p>
        </p:txBody>
      </p:sp>
      <p:sp>
        <p:nvSpPr>
          <p:cNvPr id="291" name="Google Shape;291;p30"/>
          <p:cNvSpPr txBox="1">
            <a:spLocks noGrp="1"/>
          </p:cNvSpPr>
          <p:nvPr>
            <p:ph type="subTitle" idx="14"/>
          </p:nvPr>
        </p:nvSpPr>
        <p:spPr>
          <a:xfrm>
            <a:off x="3580948" y="3590663"/>
            <a:ext cx="1978200" cy="484800"/>
          </a:xfrm>
          <a:prstGeom prst="rect">
            <a:avLst/>
          </a:prstGeom>
          <a:effectLst>
            <a:outerShdw blurRad="57150" dist="19050" dir="5400000" algn="bl" rotWithShape="0">
              <a:srgbClr val="000000">
                <a:alpha val="50000"/>
              </a:srgbClr>
            </a:outerShdw>
          </a:effectLst>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Anton"/>
              <a:buNone/>
              <a:defRPr sz="2400">
                <a:solidFill>
                  <a:schemeClr val="dk1"/>
                </a:solidFill>
                <a:latin typeface="Anton"/>
                <a:ea typeface="Anton"/>
                <a:cs typeface="Anton"/>
                <a:sym typeface="Anton"/>
              </a:defRPr>
            </a:lvl1pPr>
            <a:lvl2pPr lvl="1" algn="ctr" rtl="0">
              <a:lnSpc>
                <a:spcPct val="100000"/>
              </a:lnSpc>
              <a:spcBef>
                <a:spcPts val="0"/>
              </a:spcBef>
              <a:spcAft>
                <a:spcPts val="0"/>
              </a:spcAft>
              <a:buSzPts val="2400"/>
              <a:buFont typeface="Anton"/>
              <a:buNone/>
              <a:defRPr sz="2400">
                <a:latin typeface="Anton"/>
                <a:ea typeface="Anton"/>
                <a:cs typeface="Anton"/>
                <a:sym typeface="Anton"/>
              </a:defRPr>
            </a:lvl2pPr>
            <a:lvl3pPr lvl="2" algn="ctr" rtl="0">
              <a:lnSpc>
                <a:spcPct val="100000"/>
              </a:lnSpc>
              <a:spcBef>
                <a:spcPts val="0"/>
              </a:spcBef>
              <a:spcAft>
                <a:spcPts val="0"/>
              </a:spcAft>
              <a:buSzPts val="2400"/>
              <a:buFont typeface="Anton"/>
              <a:buNone/>
              <a:defRPr sz="2400">
                <a:latin typeface="Anton"/>
                <a:ea typeface="Anton"/>
                <a:cs typeface="Anton"/>
                <a:sym typeface="Anton"/>
              </a:defRPr>
            </a:lvl3pPr>
            <a:lvl4pPr lvl="3" algn="ctr" rtl="0">
              <a:lnSpc>
                <a:spcPct val="100000"/>
              </a:lnSpc>
              <a:spcBef>
                <a:spcPts val="0"/>
              </a:spcBef>
              <a:spcAft>
                <a:spcPts val="0"/>
              </a:spcAft>
              <a:buSzPts val="2400"/>
              <a:buFont typeface="Anton"/>
              <a:buNone/>
              <a:defRPr sz="2400">
                <a:latin typeface="Anton"/>
                <a:ea typeface="Anton"/>
                <a:cs typeface="Anton"/>
                <a:sym typeface="Anton"/>
              </a:defRPr>
            </a:lvl4pPr>
            <a:lvl5pPr lvl="4" algn="ctr" rtl="0">
              <a:lnSpc>
                <a:spcPct val="100000"/>
              </a:lnSpc>
              <a:spcBef>
                <a:spcPts val="0"/>
              </a:spcBef>
              <a:spcAft>
                <a:spcPts val="0"/>
              </a:spcAft>
              <a:buSzPts val="2400"/>
              <a:buFont typeface="Anton"/>
              <a:buNone/>
              <a:defRPr sz="2400">
                <a:latin typeface="Anton"/>
                <a:ea typeface="Anton"/>
                <a:cs typeface="Anton"/>
                <a:sym typeface="Anton"/>
              </a:defRPr>
            </a:lvl5pPr>
            <a:lvl6pPr lvl="5" algn="ctr" rtl="0">
              <a:lnSpc>
                <a:spcPct val="100000"/>
              </a:lnSpc>
              <a:spcBef>
                <a:spcPts val="0"/>
              </a:spcBef>
              <a:spcAft>
                <a:spcPts val="0"/>
              </a:spcAft>
              <a:buSzPts val="2400"/>
              <a:buFont typeface="Anton"/>
              <a:buNone/>
              <a:defRPr sz="2400">
                <a:latin typeface="Anton"/>
                <a:ea typeface="Anton"/>
                <a:cs typeface="Anton"/>
                <a:sym typeface="Anton"/>
              </a:defRPr>
            </a:lvl6pPr>
            <a:lvl7pPr lvl="6" algn="ctr" rtl="0">
              <a:lnSpc>
                <a:spcPct val="100000"/>
              </a:lnSpc>
              <a:spcBef>
                <a:spcPts val="0"/>
              </a:spcBef>
              <a:spcAft>
                <a:spcPts val="0"/>
              </a:spcAft>
              <a:buSzPts val="2400"/>
              <a:buFont typeface="Anton"/>
              <a:buNone/>
              <a:defRPr sz="2400">
                <a:latin typeface="Anton"/>
                <a:ea typeface="Anton"/>
                <a:cs typeface="Anton"/>
                <a:sym typeface="Anton"/>
              </a:defRPr>
            </a:lvl7pPr>
            <a:lvl8pPr lvl="7" algn="ctr" rtl="0">
              <a:lnSpc>
                <a:spcPct val="100000"/>
              </a:lnSpc>
              <a:spcBef>
                <a:spcPts val="0"/>
              </a:spcBef>
              <a:spcAft>
                <a:spcPts val="0"/>
              </a:spcAft>
              <a:buSzPts val="2400"/>
              <a:buFont typeface="Anton"/>
              <a:buNone/>
              <a:defRPr sz="2400">
                <a:latin typeface="Anton"/>
                <a:ea typeface="Anton"/>
                <a:cs typeface="Anton"/>
                <a:sym typeface="Anton"/>
              </a:defRPr>
            </a:lvl8pPr>
            <a:lvl9pPr lvl="8" algn="ctr" rtl="0">
              <a:lnSpc>
                <a:spcPct val="100000"/>
              </a:lnSpc>
              <a:spcBef>
                <a:spcPts val="0"/>
              </a:spcBef>
              <a:spcAft>
                <a:spcPts val="0"/>
              </a:spcAft>
              <a:buSzPts val="2400"/>
              <a:buFont typeface="Anton"/>
              <a:buNone/>
              <a:defRPr sz="2400">
                <a:latin typeface="Anton"/>
                <a:ea typeface="Anton"/>
                <a:cs typeface="Anton"/>
                <a:sym typeface="Anton"/>
              </a:defRPr>
            </a:lvl9pPr>
          </a:lstStyle>
          <a:p>
            <a:endParaRPr/>
          </a:p>
        </p:txBody>
      </p:sp>
      <p:sp>
        <p:nvSpPr>
          <p:cNvPr id="292" name="Google Shape;292;p30"/>
          <p:cNvSpPr txBox="1">
            <a:spLocks noGrp="1"/>
          </p:cNvSpPr>
          <p:nvPr>
            <p:ph type="subTitle" idx="15"/>
          </p:nvPr>
        </p:nvSpPr>
        <p:spPr>
          <a:xfrm>
            <a:off x="6050797" y="3590663"/>
            <a:ext cx="1978200" cy="484800"/>
          </a:xfrm>
          <a:prstGeom prst="rect">
            <a:avLst/>
          </a:prstGeom>
          <a:effectLst>
            <a:outerShdw blurRad="57150" dist="19050" dir="5400000" algn="bl" rotWithShape="0">
              <a:srgbClr val="000000">
                <a:alpha val="50000"/>
              </a:srgbClr>
            </a:outerShdw>
          </a:effectLst>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Anton"/>
              <a:buNone/>
              <a:defRPr sz="2400">
                <a:solidFill>
                  <a:schemeClr val="dk1"/>
                </a:solidFill>
                <a:latin typeface="Anton"/>
                <a:ea typeface="Anton"/>
                <a:cs typeface="Anton"/>
                <a:sym typeface="Anton"/>
              </a:defRPr>
            </a:lvl1pPr>
            <a:lvl2pPr lvl="1" algn="ctr" rtl="0">
              <a:lnSpc>
                <a:spcPct val="100000"/>
              </a:lnSpc>
              <a:spcBef>
                <a:spcPts val="0"/>
              </a:spcBef>
              <a:spcAft>
                <a:spcPts val="0"/>
              </a:spcAft>
              <a:buSzPts val="2400"/>
              <a:buFont typeface="Anton"/>
              <a:buNone/>
              <a:defRPr sz="2400">
                <a:latin typeface="Anton"/>
                <a:ea typeface="Anton"/>
                <a:cs typeface="Anton"/>
                <a:sym typeface="Anton"/>
              </a:defRPr>
            </a:lvl2pPr>
            <a:lvl3pPr lvl="2" algn="ctr" rtl="0">
              <a:lnSpc>
                <a:spcPct val="100000"/>
              </a:lnSpc>
              <a:spcBef>
                <a:spcPts val="0"/>
              </a:spcBef>
              <a:spcAft>
                <a:spcPts val="0"/>
              </a:spcAft>
              <a:buSzPts val="2400"/>
              <a:buFont typeface="Anton"/>
              <a:buNone/>
              <a:defRPr sz="2400">
                <a:latin typeface="Anton"/>
                <a:ea typeface="Anton"/>
                <a:cs typeface="Anton"/>
                <a:sym typeface="Anton"/>
              </a:defRPr>
            </a:lvl3pPr>
            <a:lvl4pPr lvl="3" algn="ctr" rtl="0">
              <a:lnSpc>
                <a:spcPct val="100000"/>
              </a:lnSpc>
              <a:spcBef>
                <a:spcPts val="0"/>
              </a:spcBef>
              <a:spcAft>
                <a:spcPts val="0"/>
              </a:spcAft>
              <a:buSzPts val="2400"/>
              <a:buFont typeface="Anton"/>
              <a:buNone/>
              <a:defRPr sz="2400">
                <a:latin typeface="Anton"/>
                <a:ea typeface="Anton"/>
                <a:cs typeface="Anton"/>
                <a:sym typeface="Anton"/>
              </a:defRPr>
            </a:lvl4pPr>
            <a:lvl5pPr lvl="4" algn="ctr" rtl="0">
              <a:lnSpc>
                <a:spcPct val="100000"/>
              </a:lnSpc>
              <a:spcBef>
                <a:spcPts val="0"/>
              </a:spcBef>
              <a:spcAft>
                <a:spcPts val="0"/>
              </a:spcAft>
              <a:buSzPts val="2400"/>
              <a:buFont typeface="Anton"/>
              <a:buNone/>
              <a:defRPr sz="2400">
                <a:latin typeface="Anton"/>
                <a:ea typeface="Anton"/>
                <a:cs typeface="Anton"/>
                <a:sym typeface="Anton"/>
              </a:defRPr>
            </a:lvl5pPr>
            <a:lvl6pPr lvl="5" algn="ctr" rtl="0">
              <a:lnSpc>
                <a:spcPct val="100000"/>
              </a:lnSpc>
              <a:spcBef>
                <a:spcPts val="0"/>
              </a:spcBef>
              <a:spcAft>
                <a:spcPts val="0"/>
              </a:spcAft>
              <a:buSzPts val="2400"/>
              <a:buFont typeface="Anton"/>
              <a:buNone/>
              <a:defRPr sz="2400">
                <a:latin typeface="Anton"/>
                <a:ea typeface="Anton"/>
                <a:cs typeface="Anton"/>
                <a:sym typeface="Anton"/>
              </a:defRPr>
            </a:lvl6pPr>
            <a:lvl7pPr lvl="6" algn="ctr" rtl="0">
              <a:lnSpc>
                <a:spcPct val="100000"/>
              </a:lnSpc>
              <a:spcBef>
                <a:spcPts val="0"/>
              </a:spcBef>
              <a:spcAft>
                <a:spcPts val="0"/>
              </a:spcAft>
              <a:buSzPts val="2400"/>
              <a:buFont typeface="Anton"/>
              <a:buNone/>
              <a:defRPr sz="2400">
                <a:latin typeface="Anton"/>
                <a:ea typeface="Anton"/>
                <a:cs typeface="Anton"/>
                <a:sym typeface="Anton"/>
              </a:defRPr>
            </a:lvl7pPr>
            <a:lvl8pPr lvl="7" algn="ctr" rtl="0">
              <a:lnSpc>
                <a:spcPct val="100000"/>
              </a:lnSpc>
              <a:spcBef>
                <a:spcPts val="0"/>
              </a:spcBef>
              <a:spcAft>
                <a:spcPts val="0"/>
              </a:spcAft>
              <a:buSzPts val="2400"/>
              <a:buFont typeface="Anton"/>
              <a:buNone/>
              <a:defRPr sz="2400">
                <a:latin typeface="Anton"/>
                <a:ea typeface="Anton"/>
                <a:cs typeface="Anton"/>
                <a:sym typeface="Anton"/>
              </a:defRPr>
            </a:lvl8pPr>
            <a:lvl9pPr lvl="8" algn="ctr" rtl="0">
              <a:lnSpc>
                <a:spcPct val="100000"/>
              </a:lnSpc>
              <a:spcBef>
                <a:spcPts val="0"/>
              </a:spcBef>
              <a:spcAft>
                <a:spcPts val="0"/>
              </a:spcAft>
              <a:buSzPts val="2400"/>
              <a:buFont typeface="Anton"/>
              <a:buNone/>
              <a:defRPr sz="2400">
                <a:latin typeface="Anton"/>
                <a:ea typeface="Anton"/>
                <a:cs typeface="Anton"/>
                <a:sym typeface="Anton"/>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362"/>
        <p:cNvGrpSpPr/>
        <p:nvPr/>
      </p:nvGrpSpPr>
      <p:grpSpPr>
        <a:xfrm>
          <a:off x="0" y="0"/>
          <a:ext cx="0" cy="0"/>
          <a:chOff x="0" y="0"/>
          <a:chExt cx="0" cy="0"/>
        </a:xfrm>
      </p:grpSpPr>
      <p:pic>
        <p:nvPicPr>
          <p:cNvPr id="363" name="Google Shape;363;p34"/>
          <p:cNvPicPr preferRelativeResize="0"/>
          <p:nvPr/>
        </p:nvPicPr>
        <p:blipFill>
          <a:blip r:embed="rId2">
            <a:alphaModFix amt="16000"/>
          </a:blip>
          <a:stretch>
            <a:fillRect/>
          </a:stretch>
        </p:blipFill>
        <p:spPr>
          <a:xfrm flipH="1">
            <a:off x="-2" y="0"/>
            <a:ext cx="9143999" cy="5143500"/>
          </a:xfrm>
          <a:prstGeom prst="rect">
            <a:avLst/>
          </a:prstGeom>
          <a:noFill/>
          <a:ln>
            <a:noFill/>
          </a:ln>
        </p:spPr>
      </p:pic>
      <p:pic>
        <p:nvPicPr>
          <p:cNvPr id="364" name="Google Shape;364;p34"/>
          <p:cNvPicPr preferRelativeResize="0"/>
          <p:nvPr/>
        </p:nvPicPr>
        <p:blipFill rotWithShape="1">
          <a:blip r:embed="rId3">
            <a:alphaModFix amt="40000"/>
          </a:blip>
          <a:srcRect t="52810" b="4082"/>
          <a:stretch/>
        </p:blipFill>
        <p:spPr>
          <a:xfrm rot="10800000">
            <a:off x="9650" y="2512150"/>
            <a:ext cx="9144000" cy="2631350"/>
          </a:xfrm>
          <a:prstGeom prst="rect">
            <a:avLst/>
          </a:prstGeom>
          <a:noFill/>
          <a:ln>
            <a:noFill/>
          </a:ln>
        </p:spPr>
      </p:pic>
      <p:pic>
        <p:nvPicPr>
          <p:cNvPr id="365" name="Google Shape;365;p34"/>
          <p:cNvPicPr preferRelativeResize="0"/>
          <p:nvPr/>
        </p:nvPicPr>
        <p:blipFill rotWithShape="1">
          <a:blip r:embed="rId3">
            <a:alphaModFix amt="40000"/>
          </a:blip>
          <a:srcRect t="52810" b="4082"/>
          <a:stretch/>
        </p:blipFill>
        <p:spPr>
          <a:xfrm>
            <a:off x="9650" y="0"/>
            <a:ext cx="9144000" cy="263135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366"/>
        <p:cNvGrpSpPr/>
        <p:nvPr/>
      </p:nvGrpSpPr>
      <p:grpSpPr>
        <a:xfrm>
          <a:off x="0" y="0"/>
          <a:ext cx="0" cy="0"/>
          <a:chOff x="0" y="0"/>
          <a:chExt cx="0" cy="0"/>
        </a:xfrm>
      </p:grpSpPr>
      <p:pic>
        <p:nvPicPr>
          <p:cNvPr id="367" name="Google Shape;367;p35"/>
          <p:cNvPicPr preferRelativeResize="0"/>
          <p:nvPr/>
        </p:nvPicPr>
        <p:blipFill>
          <a:blip r:embed="rId2">
            <a:alphaModFix amt="25000"/>
          </a:blip>
          <a:stretch>
            <a:fillRect/>
          </a:stretch>
        </p:blipFill>
        <p:spPr>
          <a:xfrm flipH="1">
            <a:off x="-2" y="0"/>
            <a:ext cx="9143999" cy="5143500"/>
          </a:xfrm>
          <a:prstGeom prst="rect">
            <a:avLst/>
          </a:prstGeom>
          <a:noFill/>
          <a:ln>
            <a:noFill/>
          </a:ln>
        </p:spPr>
      </p:pic>
      <p:pic>
        <p:nvPicPr>
          <p:cNvPr id="368" name="Google Shape;368;p35"/>
          <p:cNvPicPr preferRelativeResize="0"/>
          <p:nvPr/>
        </p:nvPicPr>
        <p:blipFill rotWithShape="1">
          <a:blip r:embed="rId3">
            <a:alphaModFix amt="30000"/>
          </a:blip>
          <a:srcRect b="-23992"/>
          <a:stretch/>
        </p:blipFill>
        <p:spPr>
          <a:xfrm rot="-5400000">
            <a:off x="-643637" y="643638"/>
            <a:ext cx="5154475" cy="3867200"/>
          </a:xfrm>
          <a:prstGeom prst="rect">
            <a:avLst/>
          </a:prstGeom>
          <a:noFill/>
          <a:ln>
            <a:noFill/>
          </a:ln>
        </p:spPr>
      </p:pic>
      <p:pic>
        <p:nvPicPr>
          <p:cNvPr id="369" name="Google Shape;369;p35"/>
          <p:cNvPicPr preferRelativeResize="0"/>
          <p:nvPr/>
        </p:nvPicPr>
        <p:blipFill rotWithShape="1">
          <a:blip r:embed="rId3">
            <a:alphaModFix amt="30000"/>
          </a:blip>
          <a:srcRect b="-21698"/>
          <a:stretch/>
        </p:blipFill>
        <p:spPr>
          <a:xfrm rot="5400000">
            <a:off x="4669112" y="679587"/>
            <a:ext cx="5154475" cy="379530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6234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Anton"/>
              <a:buNone/>
              <a:defRPr sz="3500">
                <a:solidFill>
                  <a:schemeClr val="dk1"/>
                </a:solidFill>
                <a:latin typeface="Anton"/>
                <a:ea typeface="Anton"/>
                <a:cs typeface="Anton"/>
                <a:sym typeface="Anton"/>
              </a:defRPr>
            </a:lvl1pPr>
            <a:lvl2pPr lvl="1" rtl="0">
              <a:spcBef>
                <a:spcPts val="0"/>
              </a:spcBef>
              <a:spcAft>
                <a:spcPts val="0"/>
              </a:spcAft>
              <a:buClr>
                <a:schemeClr val="dk1"/>
              </a:buClr>
              <a:buSzPts val="3500"/>
              <a:buFont typeface="Anton"/>
              <a:buNone/>
              <a:defRPr sz="3500">
                <a:solidFill>
                  <a:schemeClr val="dk1"/>
                </a:solidFill>
                <a:latin typeface="Anton"/>
                <a:ea typeface="Anton"/>
                <a:cs typeface="Anton"/>
                <a:sym typeface="Anton"/>
              </a:defRPr>
            </a:lvl2pPr>
            <a:lvl3pPr lvl="2" rtl="0">
              <a:spcBef>
                <a:spcPts val="0"/>
              </a:spcBef>
              <a:spcAft>
                <a:spcPts val="0"/>
              </a:spcAft>
              <a:buClr>
                <a:schemeClr val="dk1"/>
              </a:buClr>
              <a:buSzPts val="3500"/>
              <a:buFont typeface="Anton"/>
              <a:buNone/>
              <a:defRPr sz="3500">
                <a:solidFill>
                  <a:schemeClr val="dk1"/>
                </a:solidFill>
                <a:latin typeface="Anton"/>
                <a:ea typeface="Anton"/>
                <a:cs typeface="Anton"/>
                <a:sym typeface="Anton"/>
              </a:defRPr>
            </a:lvl3pPr>
            <a:lvl4pPr lvl="3" rtl="0">
              <a:spcBef>
                <a:spcPts val="0"/>
              </a:spcBef>
              <a:spcAft>
                <a:spcPts val="0"/>
              </a:spcAft>
              <a:buClr>
                <a:schemeClr val="dk1"/>
              </a:buClr>
              <a:buSzPts val="3500"/>
              <a:buFont typeface="Anton"/>
              <a:buNone/>
              <a:defRPr sz="3500">
                <a:solidFill>
                  <a:schemeClr val="dk1"/>
                </a:solidFill>
                <a:latin typeface="Anton"/>
                <a:ea typeface="Anton"/>
                <a:cs typeface="Anton"/>
                <a:sym typeface="Anton"/>
              </a:defRPr>
            </a:lvl4pPr>
            <a:lvl5pPr lvl="4" rtl="0">
              <a:spcBef>
                <a:spcPts val="0"/>
              </a:spcBef>
              <a:spcAft>
                <a:spcPts val="0"/>
              </a:spcAft>
              <a:buClr>
                <a:schemeClr val="dk1"/>
              </a:buClr>
              <a:buSzPts val="3500"/>
              <a:buFont typeface="Anton"/>
              <a:buNone/>
              <a:defRPr sz="3500">
                <a:solidFill>
                  <a:schemeClr val="dk1"/>
                </a:solidFill>
                <a:latin typeface="Anton"/>
                <a:ea typeface="Anton"/>
                <a:cs typeface="Anton"/>
                <a:sym typeface="Anton"/>
              </a:defRPr>
            </a:lvl5pPr>
            <a:lvl6pPr lvl="5" rtl="0">
              <a:spcBef>
                <a:spcPts val="0"/>
              </a:spcBef>
              <a:spcAft>
                <a:spcPts val="0"/>
              </a:spcAft>
              <a:buClr>
                <a:schemeClr val="dk1"/>
              </a:buClr>
              <a:buSzPts val="3500"/>
              <a:buFont typeface="Anton"/>
              <a:buNone/>
              <a:defRPr sz="3500">
                <a:solidFill>
                  <a:schemeClr val="dk1"/>
                </a:solidFill>
                <a:latin typeface="Anton"/>
                <a:ea typeface="Anton"/>
                <a:cs typeface="Anton"/>
                <a:sym typeface="Anton"/>
              </a:defRPr>
            </a:lvl6pPr>
            <a:lvl7pPr lvl="6" rtl="0">
              <a:spcBef>
                <a:spcPts val="0"/>
              </a:spcBef>
              <a:spcAft>
                <a:spcPts val="0"/>
              </a:spcAft>
              <a:buClr>
                <a:schemeClr val="dk1"/>
              </a:buClr>
              <a:buSzPts val="3500"/>
              <a:buFont typeface="Anton"/>
              <a:buNone/>
              <a:defRPr sz="3500">
                <a:solidFill>
                  <a:schemeClr val="dk1"/>
                </a:solidFill>
                <a:latin typeface="Anton"/>
                <a:ea typeface="Anton"/>
                <a:cs typeface="Anton"/>
                <a:sym typeface="Anton"/>
              </a:defRPr>
            </a:lvl7pPr>
            <a:lvl8pPr lvl="7" rtl="0">
              <a:spcBef>
                <a:spcPts val="0"/>
              </a:spcBef>
              <a:spcAft>
                <a:spcPts val="0"/>
              </a:spcAft>
              <a:buClr>
                <a:schemeClr val="dk1"/>
              </a:buClr>
              <a:buSzPts val="3500"/>
              <a:buFont typeface="Anton"/>
              <a:buNone/>
              <a:defRPr sz="3500">
                <a:solidFill>
                  <a:schemeClr val="dk1"/>
                </a:solidFill>
                <a:latin typeface="Anton"/>
                <a:ea typeface="Anton"/>
                <a:cs typeface="Anton"/>
                <a:sym typeface="Anton"/>
              </a:defRPr>
            </a:lvl8pPr>
            <a:lvl9pPr lvl="8" rtl="0">
              <a:spcBef>
                <a:spcPts val="0"/>
              </a:spcBef>
              <a:spcAft>
                <a:spcPts val="0"/>
              </a:spcAft>
              <a:buClr>
                <a:schemeClr val="dk1"/>
              </a:buClr>
              <a:buSzPts val="3500"/>
              <a:buFont typeface="Anton"/>
              <a:buNone/>
              <a:defRPr sz="3500">
                <a:solidFill>
                  <a:schemeClr val="dk1"/>
                </a:solidFill>
                <a:latin typeface="Anton"/>
                <a:ea typeface="Anton"/>
                <a:cs typeface="Anton"/>
                <a:sym typeface="Anton"/>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1pPr>
            <a:lvl2pPr marL="914400" lvl="1" indent="-317500">
              <a:lnSpc>
                <a:spcPct val="100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2pPr>
            <a:lvl3pPr marL="1371600" lvl="2" indent="-317500">
              <a:lnSpc>
                <a:spcPct val="100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3pPr>
            <a:lvl4pPr marL="1828800" lvl="3" indent="-317500">
              <a:lnSpc>
                <a:spcPct val="100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4pPr>
            <a:lvl5pPr marL="2286000" lvl="4" indent="-317500">
              <a:lnSpc>
                <a:spcPct val="100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5pPr>
            <a:lvl6pPr marL="2743200" lvl="5" indent="-317500">
              <a:lnSpc>
                <a:spcPct val="100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6pPr>
            <a:lvl7pPr marL="3200400" lvl="6" indent="-317500">
              <a:lnSpc>
                <a:spcPct val="100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7pPr>
            <a:lvl8pPr marL="3657600" lvl="7" indent="-317500">
              <a:lnSpc>
                <a:spcPct val="100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8pPr>
            <a:lvl9pPr marL="4114800" lvl="8" indent="-317500">
              <a:lnSpc>
                <a:spcPct val="100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5" r:id="rId3"/>
    <p:sldLayoutId id="2147483658" r:id="rId4"/>
    <p:sldLayoutId id="2147483659" r:id="rId5"/>
    <p:sldLayoutId id="2147483664" r:id="rId6"/>
    <p:sldLayoutId id="2147483669" r:id="rId7"/>
    <p:sldLayoutId id="2147483670" r:id="rId8"/>
    <p:sldLayoutId id="2147483672" r:id="rId9"/>
    <p:sldLayoutId id="2147483674" r:id="rId10"/>
    <p:sldLayoutId id="2147483675" r:id="rId11"/>
    <p:sldLayoutId id="2147483676" r:id="rId12"/>
    <p:sldLayoutId id="2147483680" r:id="rId13"/>
    <p:sldLayoutId id="2147483681"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0.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15.jpg"/></Relationships>
</file>

<file path=ppt/slides/_rels/slide11.xml.rels><?xml version="1.0" encoding="UTF-8" standalone="yes"?>
<Relationships xmlns="http://schemas.openxmlformats.org/package/2006/relationships"><Relationship Id="rId3" Type="http://schemas.openxmlformats.org/officeDocument/2006/relationships/hyperlink" Target="https://doi.org/10.3390/s19235235" TargetMode="External"/><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79"/>
        <p:cNvGrpSpPr/>
        <p:nvPr/>
      </p:nvGrpSpPr>
      <p:grpSpPr>
        <a:xfrm>
          <a:off x="0" y="0"/>
          <a:ext cx="0" cy="0"/>
          <a:chOff x="0" y="0"/>
          <a:chExt cx="0" cy="0"/>
        </a:xfrm>
      </p:grpSpPr>
      <p:grpSp>
        <p:nvGrpSpPr>
          <p:cNvPr id="380" name="Google Shape;380;p39"/>
          <p:cNvGrpSpPr/>
          <p:nvPr/>
        </p:nvGrpSpPr>
        <p:grpSpPr>
          <a:xfrm>
            <a:off x="-703227" y="2924403"/>
            <a:ext cx="10499852" cy="3432297"/>
            <a:chOff x="-703227" y="2924403"/>
            <a:chExt cx="10499852" cy="3432297"/>
          </a:xfrm>
        </p:grpSpPr>
        <p:sp>
          <p:nvSpPr>
            <p:cNvPr id="381" name="Google Shape;381;p39"/>
            <p:cNvSpPr/>
            <p:nvPr/>
          </p:nvSpPr>
          <p:spPr>
            <a:xfrm rot="-1183418">
              <a:off x="-485748" y="3389457"/>
              <a:ext cx="3034260" cy="1600582"/>
            </a:xfrm>
            <a:custGeom>
              <a:avLst/>
              <a:gdLst/>
              <a:ahLst/>
              <a:cxnLst/>
              <a:rect l="l" t="t" r="r" b="b"/>
              <a:pathLst>
                <a:path w="39541" h="20858" extrusionOk="0">
                  <a:moveTo>
                    <a:pt x="5740" y="2558"/>
                  </a:moveTo>
                  <a:lnTo>
                    <a:pt x="8619" y="2231"/>
                  </a:lnTo>
                  <a:lnTo>
                    <a:pt x="12153" y="1"/>
                  </a:lnTo>
                  <a:cubicBezTo>
                    <a:pt x="12153" y="1"/>
                    <a:pt x="13963" y="1020"/>
                    <a:pt x="14612" y="1020"/>
                  </a:cubicBezTo>
                  <a:cubicBezTo>
                    <a:pt x="15260" y="1020"/>
                    <a:pt x="17219" y="1434"/>
                    <a:pt x="17219" y="1434"/>
                  </a:cubicBezTo>
                  <a:lnTo>
                    <a:pt x="18281" y="2453"/>
                  </a:lnTo>
                  <a:lnTo>
                    <a:pt x="18702" y="4875"/>
                  </a:lnTo>
                  <a:cubicBezTo>
                    <a:pt x="18702" y="4875"/>
                    <a:pt x="20561" y="6593"/>
                    <a:pt x="21581" y="6549"/>
                  </a:cubicBezTo>
                  <a:cubicBezTo>
                    <a:pt x="22600" y="6500"/>
                    <a:pt x="24880" y="6827"/>
                    <a:pt x="24880" y="6827"/>
                  </a:cubicBezTo>
                  <a:lnTo>
                    <a:pt x="25806" y="10170"/>
                  </a:lnTo>
                  <a:cubicBezTo>
                    <a:pt x="25806" y="10170"/>
                    <a:pt x="26362" y="11560"/>
                    <a:pt x="26591" y="11844"/>
                  </a:cubicBezTo>
                  <a:lnTo>
                    <a:pt x="28030" y="12863"/>
                  </a:lnTo>
                  <a:lnTo>
                    <a:pt x="33232" y="13840"/>
                  </a:lnTo>
                  <a:lnTo>
                    <a:pt x="35419" y="14025"/>
                  </a:lnTo>
                  <a:lnTo>
                    <a:pt x="36254" y="15607"/>
                  </a:lnTo>
                  <a:cubicBezTo>
                    <a:pt x="36254" y="15607"/>
                    <a:pt x="36717" y="17466"/>
                    <a:pt x="37273" y="17608"/>
                  </a:cubicBezTo>
                  <a:cubicBezTo>
                    <a:pt x="37829" y="17744"/>
                    <a:pt x="38570" y="18535"/>
                    <a:pt x="38570" y="18535"/>
                  </a:cubicBezTo>
                  <a:lnTo>
                    <a:pt x="39540" y="20302"/>
                  </a:lnTo>
                  <a:lnTo>
                    <a:pt x="28716" y="20024"/>
                  </a:lnTo>
                  <a:lnTo>
                    <a:pt x="28809" y="20815"/>
                  </a:lnTo>
                  <a:lnTo>
                    <a:pt x="27604" y="20858"/>
                  </a:lnTo>
                  <a:lnTo>
                    <a:pt x="13710" y="20722"/>
                  </a:lnTo>
                  <a:lnTo>
                    <a:pt x="9854" y="20765"/>
                  </a:lnTo>
                  <a:lnTo>
                    <a:pt x="6697" y="20580"/>
                  </a:lnTo>
                  <a:lnTo>
                    <a:pt x="5209" y="20629"/>
                  </a:lnTo>
                  <a:cubicBezTo>
                    <a:pt x="5209" y="20629"/>
                    <a:pt x="939" y="16539"/>
                    <a:pt x="464" y="15699"/>
                  </a:cubicBezTo>
                  <a:cubicBezTo>
                    <a:pt x="0" y="14865"/>
                    <a:pt x="93" y="13098"/>
                    <a:pt x="278" y="12079"/>
                  </a:cubicBezTo>
                  <a:cubicBezTo>
                    <a:pt x="464" y="11059"/>
                    <a:pt x="1255" y="10077"/>
                    <a:pt x="2138" y="9243"/>
                  </a:cubicBezTo>
                  <a:cubicBezTo>
                    <a:pt x="3021" y="8409"/>
                    <a:pt x="4189" y="5901"/>
                    <a:pt x="4189" y="5901"/>
                  </a:cubicBezTo>
                  <a:lnTo>
                    <a:pt x="4189" y="4647"/>
                  </a:lnTo>
                  <a:lnTo>
                    <a:pt x="5437" y="3442"/>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2" name="Google Shape;382;p39"/>
            <p:cNvGrpSpPr/>
            <p:nvPr/>
          </p:nvGrpSpPr>
          <p:grpSpPr>
            <a:xfrm>
              <a:off x="-703227" y="4354718"/>
              <a:ext cx="10499852" cy="2001982"/>
              <a:chOff x="-703227" y="4354718"/>
              <a:chExt cx="10499852" cy="2001982"/>
            </a:xfrm>
          </p:grpSpPr>
          <p:grpSp>
            <p:nvGrpSpPr>
              <p:cNvPr id="383" name="Google Shape;383;p39"/>
              <p:cNvGrpSpPr/>
              <p:nvPr/>
            </p:nvGrpSpPr>
            <p:grpSpPr>
              <a:xfrm>
                <a:off x="-703227" y="4354718"/>
                <a:ext cx="10217380" cy="1953430"/>
                <a:chOff x="-55080" y="4663610"/>
                <a:chExt cx="2919168" cy="558123"/>
              </a:xfrm>
            </p:grpSpPr>
            <p:sp>
              <p:nvSpPr>
                <p:cNvPr id="384" name="Google Shape;384;p39"/>
                <p:cNvSpPr/>
                <p:nvPr/>
              </p:nvSpPr>
              <p:spPr>
                <a:xfrm>
                  <a:off x="34040" y="4663610"/>
                  <a:ext cx="2804243" cy="537976"/>
                </a:xfrm>
                <a:custGeom>
                  <a:avLst/>
                  <a:gdLst/>
                  <a:ahLst/>
                  <a:cxnLst/>
                  <a:rect l="l" t="t" r="r" b="b"/>
                  <a:pathLst>
                    <a:path w="94650" h="18158" extrusionOk="0">
                      <a:moveTo>
                        <a:pt x="934" y="3843"/>
                      </a:moveTo>
                      <a:lnTo>
                        <a:pt x="24719" y="1"/>
                      </a:lnTo>
                      <a:lnTo>
                        <a:pt x="42061" y="1"/>
                      </a:lnTo>
                      <a:lnTo>
                        <a:pt x="94650" y="5758"/>
                      </a:lnTo>
                      <a:lnTo>
                        <a:pt x="94650" y="18158"/>
                      </a:lnTo>
                      <a:lnTo>
                        <a:pt x="1" y="18158"/>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39"/>
                <p:cNvSpPr/>
                <p:nvPr/>
              </p:nvSpPr>
              <p:spPr>
                <a:xfrm>
                  <a:off x="1390386" y="4675698"/>
                  <a:ext cx="1447896" cy="289964"/>
                </a:xfrm>
                <a:custGeom>
                  <a:avLst/>
                  <a:gdLst/>
                  <a:ahLst/>
                  <a:cxnLst/>
                  <a:rect l="l" t="t" r="r" b="b"/>
                  <a:pathLst>
                    <a:path w="48870" h="9787" extrusionOk="0">
                      <a:moveTo>
                        <a:pt x="42209" y="4628"/>
                      </a:moveTo>
                      <a:lnTo>
                        <a:pt x="45972" y="5598"/>
                      </a:lnTo>
                      <a:lnTo>
                        <a:pt x="46534" y="7278"/>
                      </a:lnTo>
                      <a:lnTo>
                        <a:pt x="45231" y="7507"/>
                      </a:lnTo>
                      <a:lnTo>
                        <a:pt x="36217" y="7970"/>
                      </a:lnTo>
                      <a:lnTo>
                        <a:pt x="32040" y="5888"/>
                      </a:lnTo>
                      <a:lnTo>
                        <a:pt x="37415" y="4103"/>
                      </a:lnTo>
                      <a:lnTo>
                        <a:pt x="1" y="0"/>
                      </a:lnTo>
                      <a:lnTo>
                        <a:pt x="2633" y="680"/>
                      </a:lnTo>
                      <a:lnTo>
                        <a:pt x="2725" y="2533"/>
                      </a:lnTo>
                      <a:lnTo>
                        <a:pt x="5975" y="3003"/>
                      </a:lnTo>
                      <a:lnTo>
                        <a:pt x="10435" y="3466"/>
                      </a:lnTo>
                      <a:lnTo>
                        <a:pt x="22983" y="5227"/>
                      </a:lnTo>
                      <a:lnTo>
                        <a:pt x="21216" y="6629"/>
                      </a:lnTo>
                      <a:lnTo>
                        <a:pt x="26882" y="9323"/>
                      </a:lnTo>
                      <a:lnTo>
                        <a:pt x="43890" y="8112"/>
                      </a:lnTo>
                      <a:lnTo>
                        <a:pt x="48808" y="9786"/>
                      </a:lnTo>
                      <a:lnTo>
                        <a:pt x="48870" y="9786"/>
                      </a:lnTo>
                      <a:lnTo>
                        <a:pt x="48870" y="5350"/>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39"/>
                <p:cNvSpPr/>
                <p:nvPr/>
              </p:nvSpPr>
              <p:spPr>
                <a:xfrm>
                  <a:off x="-55080" y="5115163"/>
                  <a:ext cx="1158139" cy="95578"/>
                </a:xfrm>
                <a:custGeom>
                  <a:avLst/>
                  <a:gdLst/>
                  <a:ahLst/>
                  <a:cxnLst/>
                  <a:rect l="l" t="t" r="r" b="b"/>
                  <a:pathLst>
                    <a:path w="39090" h="3226" extrusionOk="0">
                      <a:moveTo>
                        <a:pt x="0" y="3226"/>
                      </a:moveTo>
                      <a:cubicBezTo>
                        <a:pt x="185" y="3195"/>
                        <a:pt x="14871" y="1576"/>
                        <a:pt x="14871" y="1576"/>
                      </a:cubicBezTo>
                      <a:lnTo>
                        <a:pt x="20320" y="792"/>
                      </a:lnTo>
                      <a:lnTo>
                        <a:pt x="24218" y="1"/>
                      </a:lnTo>
                      <a:lnTo>
                        <a:pt x="28555" y="1014"/>
                      </a:lnTo>
                      <a:lnTo>
                        <a:pt x="36056" y="1743"/>
                      </a:lnTo>
                      <a:lnTo>
                        <a:pt x="39089" y="3226"/>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39"/>
                <p:cNvSpPr/>
                <p:nvPr/>
              </p:nvSpPr>
              <p:spPr>
                <a:xfrm>
                  <a:off x="47964" y="4663610"/>
                  <a:ext cx="884114" cy="323829"/>
                </a:xfrm>
                <a:custGeom>
                  <a:avLst/>
                  <a:gdLst/>
                  <a:ahLst/>
                  <a:cxnLst/>
                  <a:rect l="l" t="t" r="r" b="b"/>
                  <a:pathLst>
                    <a:path w="29841" h="10930" extrusionOk="0">
                      <a:moveTo>
                        <a:pt x="0" y="10930"/>
                      </a:moveTo>
                      <a:lnTo>
                        <a:pt x="11053" y="10658"/>
                      </a:lnTo>
                      <a:lnTo>
                        <a:pt x="11177" y="8489"/>
                      </a:lnTo>
                      <a:lnTo>
                        <a:pt x="7711" y="7377"/>
                      </a:lnTo>
                      <a:lnTo>
                        <a:pt x="11671" y="5944"/>
                      </a:lnTo>
                      <a:lnTo>
                        <a:pt x="29569" y="2231"/>
                      </a:lnTo>
                      <a:lnTo>
                        <a:pt x="28642" y="933"/>
                      </a:lnTo>
                      <a:lnTo>
                        <a:pt x="29841" y="1"/>
                      </a:lnTo>
                      <a:lnTo>
                        <a:pt x="27950" y="1"/>
                      </a:lnTo>
                      <a:lnTo>
                        <a:pt x="27777" y="124"/>
                      </a:lnTo>
                      <a:lnTo>
                        <a:pt x="20400" y="872"/>
                      </a:lnTo>
                      <a:lnTo>
                        <a:pt x="23008" y="1922"/>
                      </a:lnTo>
                      <a:lnTo>
                        <a:pt x="20845" y="2293"/>
                      </a:lnTo>
                      <a:lnTo>
                        <a:pt x="13839" y="3411"/>
                      </a:lnTo>
                      <a:lnTo>
                        <a:pt x="8946" y="2725"/>
                      </a:lnTo>
                      <a:lnTo>
                        <a:pt x="8891" y="2484"/>
                      </a:lnTo>
                      <a:lnTo>
                        <a:pt x="464" y="3843"/>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39"/>
                <p:cNvSpPr/>
                <p:nvPr/>
              </p:nvSpPr>
              <p:spPr>
                <a:xfrm>
                  <a:off x="1485757" y="4874854"/>
                  <a:ext cx="1378331" cy="346879"/>
                </a:xfrm>
                <a:custGeom>
                  <a:avLst/>
                  <a:gdLst/>
                  <a:ahLst/>
                  <a:cxnLst/>
                  <a:rect l="l" t="t" r="r" b="b"/>
                  <a:pathLst>
                    <a:path w="46522" h="11708" extrusionOk="0">
                      <a:moveTo>
                        <a:pt x="0" y="1297"/>
                      </a:moveTo>
                      <a:lnTo>
                        <a:pt x="6444" y="2230"/>
                      </a:lnTo>
                      <a:lnTo>
                        <a:pt x="5147" y="2910"/>
                      </a:lnTo>
                      <a:lnTo>
                        <a:pt x="11399" y="3651"/>
                      </a:lnTo>
                      <a:lnTo>
                        <a:pt x="11893" y="4146"/>
                      </a:lnTo>
                      <a:lnTo>
                        <a:pt x="11708" y="5017"/>
                      </a:lnTo>
                      <a:lnTo>
                        <a:pt x="26820" y="6746"/>
                      </a:lnTo>
                      <a:lnTo>
                        <a:pt x="25399" y="7241"/>
                      </a:lnTo>
                      <a:lnTo>
                        <a:pt x="26696" y="8544"/>
                      </a:lnTo>
                      <a:lnTo>
                        <a:pt x="16916" y="9039"/>
                      </a:lnTo>
                      <a:lnTo>
                        <a:pt x="13876" y="11028"/>
                      </a:lnTo>
                      <a:lnTo>
                        <a:pt x="46274" y="11707"/>
                      </a:lnTo>
                      <a:lnTo>
                        <a:pt x="46522" y="6190"/>
                      </a:lnTo>
                      <a:lnTo>
                        <a:pt x="43921" y="5264"/>
                      </a:lnTo>
                      <a:lnTo>
                        <a:pt x="40949" y="2477"/>
                      </a:lnTo>
                      <a:lnTo>
                        <a:pt x="24219" y="2972"/>
                      </a:lnTo>
                      <a:lnTo>
                        <a:pt x="19826" y="2169"/>
                      </a:lnTo>
                      <a:lnTo>
                        <a:pt x="16409" y="1915"/>
                      </a:lnTo>
                      <a:lnTo>
                        <a:pt x="13691" y="0"/>
                      </a:lnTo>
                      <a:lnTo>
                        <a:pt x="10466" y="927"/>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39"/>
                <p:cNvSpPr/>
                <p:nvPr/>
              </p:nvSpPr>
              <p:spPr>
                <a:xfrm>
                  <a:off x="1793261" y="4874854"/>
                  <a:ext cx="98156" cy="151219"/>
                </a:xfrm>
                <a:custGeom>
                  <a:avLst/>
                  <a:gdLst/>
                  <a:ahLst/>
                  <a:cxnLst/>
                  <a:rect l="l" t="t" r="r" b="b"/>
                  <a:pathLst>
                    <a:path w="3313" h="5104" extrusionOk="0">
                      <a:moveTo>
                        <a:pt x="1020" y="3651"/>
                      </a:moveTo>
                      <a:lnTo>
                        <a:pt x="1514" y="4146"/>
                      </a:lnTo>
                      <a:lnTo>
                        <a:pt x="1329" y="5017"/>
                      </a:lnTo>
                      <a:lnTo>
                        <a:pt x="2101" y="5103"/>
                      </a:lnTo>
                      <a:lnTo>
                        <a:pt x="3312" y="0"/>
                      </a:lnTo>
                      <a:lnTo>
                        <a:pt x="87" y="927"/>
                      </a:lnTo>
                      <a:lnTo>
                        <a:pt x="1" y="3528"/>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39"/>
                <p:cNvSpPr/>
                <p:nvPr/>
              </p:nvSpPr>
              <p:spPr>
                <a:xfrm>
                  <a:off x="2474546" y="5027673"/>
                  <a:ext cx="147189" cy="187838"/>
                </a:xfrm>
                <a:custGeom>
                  <a:avLst/>
                  <a:gdLst/>
                  <a:ahLst/>
                  <a:cxnLst/>
                  <a:rect l="l" t="t" r="r" b="b"/>
                  <a:pathLst>
                    <a:path w="4968" h="6340" extrusionOk="0">
                      <a:moveTo>
                        <a:pt x="4968" y="112"/>
                      </a:moveTo>
                      <a:lnTo>
                        <a:pt x="3856" y="1"/>
                      </a:lnTo>
                      <a:lnTo>
                        <a:pt x="2064" y="4696"/>
                      </a:lnTo>
                      <a:lnTo>
                        <a:pt x="1020" y="4554"/>
                      </a:lnTo>
                      <a:lnTo>
                        <a:pt x="1255" y="2509"/>
                      </a:lnTo>
                      <a:lnTo>
                        <a:pt x="909" y="2348"/>
                      </a:lnTo>
                      <a:cubicBezTo>
                        <a:pt x="909" y="2348"/>
                        <a:pt x="260" y="5172"/>
                        <a:pt x="1" y="6278"/>
                      </a:cubicBezTo>
                      <a:lnTo>
                        <a:pt x="3102" y="6339"/>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39"/>
                <p:cNvSpPr/>
                <p:nvPr/>
              </p:nvSpPr>
              <p:spPr>
                <a:xfrm>
                  <a:off x="1855509" y="4874854"/>
                  <a:ext cx="116436" cy="161262"/>
                </a:xfrm>
                <a:custGeom>
                  <a:avLst/>
                  <a:gdLst/>
                  <a:ahLst/>
                  <a:cxnLst/>
                  <a:rect l="l" t="t" r="r" b="b"/>
                  <a:pathLst>
                    <a:path w="3930" h="5443" extrusionOk="0">
                      <a:moveTo>
                        <a:pt x="2966" y="5443"/>
                      </a:moveTo>
                      <a:lnTo>
                        <a:pt x="3929" y="1915"/>
                      </a:lnTo>
                      <a:lnTo>
                        <a:pt x="1211" y="0"/>
                      </a:lnTo>
                      <a:lnTo>
                        <a:pt x="0" y="5103"/>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39"/>
                <p:cNvSpPr/>
                <p:nvPr/>
              </p:nvSpPr>
              <p:spPr>
                <a:xfrm>
                  <a:off x="1896869" y="5074721"/>
                  <a:ext cx="492587" cy="137116"/>
                </a:xfrm>
                <a:custGeom>
                  <a:avLst/>
                  <a:gdLst/>
                  <a:ahLst/>
                  <a:cxnLst/>
                  <a:rect l="l" t="t" r="r" b="b"/>
                  <a:pathLst>
                    <a:path w="16626" h="4628" extrusionOk="0">
                      <a:moveTo>
                        <a:pt x="12944" y="0"/>
                      </a:moveTo>
                      <a:lnTo>
                        <a:pt x="11523" y="495"/>
                      </a:lnTo>
                      <a:lnTo>
                        <a:pt x="12820" y="1798"/>
                      </a:lnTo>
                      <a:lnTo>
                        <a:pt x="3040" y="2293"/>
                      </a:lnTo>
                      <a:lnTo>
                        <a:pt x="0" y="4282"/>
                      </a:lnTo>
                      <a:lnTo>
                        <a:pt x="16626" y="4628"/>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39"/>
                <p:cNvSpPr/>
                <p:nvPr/>
              </p:nvSpPr>
              <p:spPr>
                <a:xfrm>
                  <a:off x="2213172" y="4979350"/>
                  <a:ext cx="66099" cy="95223"/>
                </a:xfrm>
                <a:custGeom>
                  <a:avLst/>
                  <a:gdLst/>
                  <a:ahLst/>
                  <a:cxnLst/>
                  <a:rect l="l" t="t" r="r" b="b"/>
                  <a:pathLst>
                    <a:path w="2231" h="3214" extrusionOk="0">
                      <a:moveTo>
                        <a:pt x="2039" y="2231"/>
                      </a:moveTo>
                      <a:lnTo>
                        <a:pt x="742" y="1539"/>
                      </a:lnTo>
                      <a:lnTo>
                        <a:pt x="0" y="1"/>
                      </a:lnTo>
                      <a:cubicBezTo>
                        <a:pt x="0" y="1"/>
                        <a:pt x="93" y="1836"/>
                        <a:pt x="149" y="2972"/>
                      </a:cubicBezTo>
                      <a:lnTo>
                        <a:pt x="2231" y="3213"/>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39"/>
                <p:cNvSpPr/>
                <p:nvPr/>
              </p:nvSpPr>
              <p:spPr>
                <a:xfrm>
                  <a:off x="1638221" y="4940923"/>
                  <a:ext cx="45241" cy="25480"/>
                </a:xfrm>
                <a:custGeom>
                  <a:avLst/>
                  <a:gdLst/>
                  <a:ahLst/>
                  <a:cxnLst/>
                  <a:rect l="l" t="t" r="r" b="b"/>
                  <a:pathLst>
                    <a:path w="1527" h="860" extrusionOk="0">
                      <a:moveTo>
                        <a:pt x="1298" y="0"/>
                      </a:moveTo>
                      <a:lnTo>
                        <a:pt x="1" y="680"/>
                      </a:lnTo>
                      <a:lnTo>
                        <a:pt x="1527" y="859"/>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39"/>
                <p:cNvSpPr/>
                <p:nvPr/>
              </p:nvSpPr>
              <p:spPr>
                <a:xfrm>
                  <a:off x="1572892" y="5118481"/>
                  <a:ext cx="438043" cy="83105"/>
                </a:xfrm>
                <a:custGeom>
                  <a:avLst/>
                  <a:gdLst/>
                  <a:ahLst/>
                  <a:cxnLst/>
                  <a:rect l="l" t="t" r="r" b="b"/>
                  <a:pathLst>
                    <a:path w="14785" h="2805" extrusionOk="0">
                      <a:moveTo>
                        <a:pt x="13975" y="816"/>
                      </a:moveTo>
                      <a:lnTo>
                        <a:pt x="12078" y="692"/>
                      </a:lnTo>
                      <a:lnTo>
                        <a:pt x="7383" y="877"/>
                      </a:lnTo>
                      <a:lnTo>
                        <a:pt x="7809" y="371"/>
                      </a:lnTo>
                      <a:lnTo>
                        <a:pt x="5486" y="0"/>
                      </a:lnTo>
                      <a:lnTo>
                        <a:pt x="0" y="0"/>
                      </a:lnTo>
                      <a:lnTo>
                        <a:pt x="5437" y="278"/>
                      </a:lnTo>
                      <a:lnTo>
                        <a:pt x="7290" y="463"/>
                      </a:lnTo>
                      <a:lnTo>
                        <a:pt x="6691" y="1019"/>
                      </a:lnTo>
                      <a:lnTo>
                        <a:pt x="4838" y="1205"/>
                      </a:lnTo>
                      <a:lnTo>
                        <a:pt x="7105" y="1248"/>
                      </a:lnTo>
                      <a:lnTo>
                        <a:pt x="11986" y="970"/>
                      </a:lnTo>
                      <a:lnTo>
                        <a:pt x="13468" y="1143"/>
                      </a:lnTo>
                      <a:lnTo>
                        <a:pt x="14068" y="2805"/>
                      </a:lnTo>
                      <a:lnTo>
                        <a:pt x="14784" y="2805"/>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39"/>
                <p:cNvSpPr/>
                <p:nvPr/>
              </p:nvSpPr>
              <p:spPr>
                <a:xfrm>
                  <a:off x="1113073" y="5042694"/>
                  <a:ext cx="205230" cy="99045"/>
                </a:xfrm>
                <a:custGeom>
                  <a:avLst/>
                  <a:gdLst/>
                  <a:ahLst/>
                  <a:cxnLst/>
                  <a:rect l="l" t="t" r="r" b="b"/>
                  <a:pathLst>
                    <a:path w="6927" h="3343" extrusionOk="0">
                      <a:moveTo>
                        <a:pt x="6926" y="0"/>
                      </a:moveTo>
                      <a:cubicBezTo>
                        <a:pt x="6791" y="50"/>
                        <a:pt x="3862" y="1020"/>
                        <a:pt x="3862" y="1020"/>
                      </a:cubicBezTo>
                      <a:lnTo>
                        <a:pt x="5295" y="1347"/>
                      </a:lnTo>
                      <a:lnTo>
                        <a:pt x="1" y="3343"/>
                      </a:lnTo>
                      <a:lnTo>
                        <a:pt x="5994" y="1298"/>
                      </a:lnTo>
                      <a:lnTo>
                        <a:pt x="4832" y="976"/>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39"/>
                <p:cNvSpPr/>
                <p:nvPr/>
              </p:nvSpPr>
              <p:spPr>
                <a:xfrm>
                  <a:off x="778312" y="4663610"/>
                  <a:ext cx="546390" cy="352745"/>
                </a:xfrm>
                <a:custGeom>
                  <a:avLst/>
                  <a:gdLst/>
                  <a:ahLst/>
                  <a:cxnLst/>
                  <a:rect l="l" t="t" r="r" b="b"/>
                  <a:pathLst>
                    <a:path w="18442" h="11906" extrusionOk="0">
                      <a:moveTo>
                        <a:pt x="10107" y="1"/>
                      </a:moveTo>
                      <a:lnTo>
                        <a:pt x="7877" y="1"/>
                      </a:lnTo>
                      <a:lnTo>
                        <a:pt x="7253" y="940"/>
                      </a:lnTo>
                      <a:lnTo>
                        <a:pt x="10768" y="940"/>
                      </a:lnTo>
                      <a:close/>
                      <a:moveTo>
                        <a:pt x="13925" y="5450"/>
                      </a:moveTo>
                      <a:lnTo>
                        <a:pt x="4269" y="5450"/>
                      </a:lnTo>
                      <a:lnTo>
                        <a:pt x="0" y="11906"/>
                      </a:lnTo>
                      <a:lnTo>
                        <a:pt x="18442" y="11906"/>
                      </a:lnTo>
                      <a:close/>
                      <a:moveTo>
                        <a:pt x="11096" y="1415"/>
                      </a:moveTo>
                      <a:lnTo>
                        <a:pt x="6950" y="1415"/>
                      </a:lnTo>
                      <a:lnTo>
                        <a:pt x="5381" y="3781"/>
                      </a:lnTo>
                      <a:lnTo>
                        <a:pt x="12758" y="378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39"/>
                <p:cNvSpPr/>
                <p:nvPr/>
              </p:nvSpPr>
              <p:spPr>
                <a:xfrm>
                  <a:off x="984756" y="4857463"/>
                  <a:ext cx="634828" cy="77980"/>
                </a:xfrm>
                <a:custGeom>
                  <a:avLst/>
                  <a:gdLst/>
                  <a:ahLst/>
                  <a:cxnLst/>
                  <a:rect l="l" t="t" r="r" b="b"/>
                  <a:pathLst>
                    <a:path w="21427" h="2632" extrusionOk="0">
                      <a:moveTo>
                        <a:pt x="16818" y="587"/>
                      </a:moveTo>
                      <a:lnTo>
                        <a:pt x="17744" y="0"/>
                      </a:lnTo>
                      <a:lnTo>
                        <a:pt x="14927" y="1155"/>
                      </a:lnTo>
                      <a:lnTo>
                        <a:pt x="10257" y="914"/>
                      </a:lnTo>
                      <a:lnTo>
                        <a:pt x="11276" y="785"/>
                      </a:lnTo>
                      <a:lnTo>
                        <a:pt x="12827" y="717"/>
                      </a:lnTo>
                      <a:lnTo>
                        <a:pt x="14217" y="62"/>
                      </a:lnTo>
                      <a:lnTo>
                        <a:pt x="12635" y="655"/>
                      </a:lnTo>
                      <a:lnTo>
                        <a:pt x="11208" y="606"/>
                      </a:lnTo>
                      <a:lnTo>
                        <a:pt x="9750" y="846"/>
                      </a:lnTo>
                      <a:lnTo>
                        <a:pt x="5975" y="630"/>
                      </a:lnTo>
                      <a:lnTo>
                        <a:pt x="3158" y="680"/>
                      </a:lnTo>
                      <a:lnTo>
                        <a:pt x="5883" y="717"/>
                      </a:lnTo>
                      <a:lnTo>
                        <a:pt x="6939" y="809"/>
                      </a:lnTo>
                      <a:lnTo>
                        <a:pt x="3807" y="1267"/>
                      </a:lnTo>
                      <a:lnTo>
                        <a:pt x="1583" y="1421"/>
                      </a:lnTo>
                      <a:lnTo>
                        <a:pt x="1" y="1464"/>
                      </a:lnTo>
                      <a:lnTo>
                        <a:pt x="1397" y="1551"/>
                      </a:lnTo>
                      <a:lnTo>
                        <a:pt x="3405" y="1440"/>
                      </a:lnTo>
                      <a:lnTo>
                        <a:pt x="2973" y="2101"/>
                      </a:lnTo>
                      <a:lnTo>
                        <a:pt x="1583" y="2410"/>
                      </a:lnTo>
                      <a:lnTo>
                        <a:pt x="2725" y="2632"/>
                      </a:lnTo>
                      <a:lnTo>
                        <a:pt x="2262" y="2360"/>
                      </a:lnTo>
                      <a:lnTo>
                        <a:pt x="3251" y="2101"/>
                      </a:lnTo>
                      <a:lnTo>
                        <a:pt x="3652" y="1440"/>
                      </a:lnTo>
                      <a:lnTo>
                        <a:pt x="7427" y="846"/>
                      </a:lnTo>
                      <a:lnTo>
                        <a:pt x="11461" y="1180"/>
                      </a:lnTo>
                      <a:lnTo>
                        <a:pt x="14958" y="1359"/>
                      </a:lnTo>
                      <a:lnTo>
                        <a:pt x="16602" y="698"/>
                      </a:lnTo>
                      <a:lnTo>
                        <a:pt x="21427" y="587"/>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39"/>
                <p:cNvSpPr/>
                <p:nvPr/>
              </p:nvSpPr>
              <p:spPr>
                <a:xfrm>
                  <a:off x="1105577" y="4973691"/>
                  <a:ext cx="120288" cy="29302"/>
                </a:xfrm>
                <a:custGeom>
                  <a:avLst/>
                  <a:gdLst/>
                  <a:ahLst/>
                  <a:cxnLst/>
                  <a:rect l="l" t="t" r="r" b="b"/>
                  <a:pathLst>
                    <a:path w="4060" h="989" extrusionOk="0">
                      <a:moveTo>
                        <a:pt x="0" y="0"/>
                      </a:moveTo>
                      <a:lnTo>
                        <a:pt x="198" y="439"/>
                      </a:lnTo>
                      <a:cubicBezTo>
                        <a:pt x="198" y="439"/>
                        <a:pt x="865" y="698"/>
                        <a:pt x="1125" y="760"/>
                      </a:cubicBezTo>
                      <a:cubicBezTo>
                        <a:pt x="1391" y="822"/>
                        <a:pt x="1903" y="884"/>
                        <a:pt x="1903" y="884"/>
                      </a:cubicBezTo>
                      <a:cubicBezTo>
                        <a:pt x="1903" y="884"/>
                        <a:pt x="2645" y="989"/>
                        <a:pt x="2886" y="945"/>
                      </a:cubicBezTo>
                      <a:cubicBezTo>
                        <a:pt x="3127" y="908"/>
                        <a:pt x="3967" y="587"/>
                        <a:pt x="3967" y="587"/>
                      </a:cubicBezTo>
                      <a:lnTo>
                        <a:pt x="4060" y="80"/>
                      </a:lnTo>
                      <a:lnTo>
                        <a:pt x="2577" y="186"/>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39"/>
                <p:cNvSpPr/>
                <p:nvPr/>
              </p:nvSpPr>
              <p:spPr>
                <a:xfrm>
                  <a:off x="1105577" y="4965811"/>
                  <a:ext cx="120851" cy="27109"/>
                </a:xfrm>
                <a:custGeom>
                  <a:avLst/>
                  <a:gdLst/>
                  <a:ahLst/>
                  <a:cxnLst/>
                  <a:rect l="l" t="t" r="r" b="b"/>
                  <a:pathLst>
                    <a:path w="4079" h="915" extrusionOk="0">
                      <a:moveTo>
                        <a:pt x="0" y="266"/>
                      </a:moveTo>
                      <a:cubicBezTo>
                        <a:pt x="235" y="241"/>
                        <a:pt x="1471" y="81"/>
                        <a:pt x="1471" y="81"/>
                      </a:cubicBezTo>
                      <a:cubicBezTo>
                        <a:pt x="1471" y="81"/>
                        <a:pt x="1798" y="1"/>
                        <a:pt x="2490" y="25"/>
                      </a:cubicBezTo>
                      <a:cubicBezTo>
                        <a:pt x="3188" y="44"/>
                        <a:pt x="4078" y="346"/>
                        <a:pt x="4078" y="346"/>
                      </a:cubicBezTo>
                      <a:lnTo>
                        <a:pt x="2923" y="859"/>
                      </a:lnTo>
                      <a:cubicBezTo>
                        <a:pt x="2923" y="859"/>
                        <a:pt x="2120" y="915"/>
                        <a:pt x="1483" y="804"/>
                      </a:cubicBezTo>
                      <a:cubicBezTo>
                        <a:pt x="822" y="699"/>
                        <a:pt x="0" y="266"/>
                        <a:pt x="0" y="266"/>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39"/>
                <p:cNvSpPr/>
                <p:nvPr/>
              </p:nvSpPr>
              <p:spPr>
                <a:xfrm>
                  <a:off x="815465" y="5022725"/>
                  <a:ext cx="67936" cy="24206"/>
                </a:xfrm>
                <a:custGeom>
                  <a:avLst/>
                  <a:gdLst/>
                  <a:ahLst/>
                  <a:cxnLst/>
                  <a:rect l="l" t="t" r="r" b="b"/>
                  <a:pathLst>
                    <a:path w="2293" h="817" extrusionOk="0">
                      <a:moveTo>
                        <a:pt x="2292" y="1"/>
                      </a:moveTo>
                      <a:lnTo>
                        <a:pt x="2292" y="458"/>
                      </a:lnTo>
                      <a:cubicBezTo>
                        <a:pt x="2292" y="458"/>
                        <a:pt x="1699" y="724"/>
                        <a:pt x="1378" y="724"/>
                      </a:cubicBezTo>
                      <a:cubicBezTo>
                        <a:pt x="1063" y="724"/>
                        <a:pt x="204" y="816"/>
                        <a:pt x="204" y="816"/>
                      </a:cubicBezTo>
                      <a:lnTo>
                        <a:pt x="0" y="816"/>
                      </a:lnTo>
                      <a:lnTo>
                        <a:pt x="13" y="508"/>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39"/>
                <p:cNvSpPr/>
                <p:nvPr/>
              </p:nvSpPr>
              <p:spPr>
                <a:xfrm>
                  <a:off x="815643" y="5003882"/>
                  <a:ext cx="71402" cy="33894"/>
                </a:xfrm>
                <a:custGeom>
                  <a:avLst/>
                  <a:gdLst/>
                  <a:ahLst/>
                  <a:cxnLst/>
                  <a:rect l="l" t="t" r="r" b="b"/>
                  <a:pathLst>
                    <a:path w="2410" h="1144" extrusionOk="0">
                      <a:moveTo>
                        <a:pt x="2169" y="1"/>
                      </a:moveTo>
                      <a:cubicBezTo>
                        <a:pt x="2169" y="93"/>
                        <a:pt x="2410" y="686"/>
                        <a:pt x="2187" y="810"/>
                      </a:cubicBezTo>
                      <a:cubicBezTo>
                        <a:pt x="1959" y="927"/>
                        <a:pt x="1434" y="1026"/>
                        <a:pt x="1434" y="1026"/>
                      </a:cubicBezTo>
                      <a:lnTo>
                        <a:pt x="0" y="1144"/>
                      </a:lnTo>
                      <a:lnTo>
                        <a:pt x="748" y="569"/>
                      </a:lnTo>
                      <a:lnTo>
                        <a:pt x="878" y="44"/>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39"/>
                <p:cNvSpPr/>
                <p:nvPr/>
              </p:nvSpPr>
              <p:spPr>
                <a:xfrm>
                  <a:off x="254261" y="4872454"/>
                  <a:ext cx="55848" cy="9185"/>
                </a:xfrm>
                <a:custGeom>
                  <a:avLst/>
                  <a:gdLst/>
                  <a:ahLst/>
                  <a:cxnLst/>
                  <a:rect l="l" t="t" r="r" b="b"/>
                  <a:pathLst>
                    <a:path w="1885" h="310" extrusionOk="0">
                      <a:moveTo>
                        <a:pt x="297" y="25"/>
                      </a:moveTo>
                      <a:cubicBezTo>
                        <a:pt x="358" y="25"/>
                        <a:pt x="853" y="38"/>
                        <a:pt x="1131" y="25"/>
                      </a:cubicBezTo>
                      <a:cubicBezTo>
                        <a:pt x="1403" y="7"/>
                        <a:pt x="1557" y="1"/>
                        <a:pt x="1687" y="25"/>
                      </a:cubicBezTo>
                      <a:cubicBezTo>
                        <a:pt x="1816" y="50"/>
                        <a:pt x="1884" y="143"/>
                        <a:pt x="1884" y="143"/>
                      </a:cubicBezTo>
                      <a:lnTo>
                        <a:pt x="1032" y="310"/>
                      </a:lnTo>
                      <a:lnTo>
                        <a:pt x="426" y="266"/>
                      </a:lnTo>
                      <a:lnTo>
                        <a:pt x="0" y="205"/>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39"/>
                <p:cNvSpPr/>
                <p:nvPr/>
              </p:nvSpPr>
              <p:spPr>
                <a:xfrm>
                  <a:off x="2333430" y="4906141"/>
                  <a:ext cx="29687" cy="9540"/>
                </a:xfrm>
                <a:custGeom>
                  <a:avLst/>
                  <a:gdLst/>
                  <a:ahLst/>
                  <a:cxnLst/>
                  <a:rect l="l" t="t" r="r" b="b"/>
                  <a:pathLst>
                    <a:path w="1002" h="322" extrusionOk="0">
                      <a:moveTo>
                        <a:pt x="1001" y="62"/>
                      </a:moveTo>
                      <a:lnTo>
                        <a:pt x="1001" y="217"/>
                      </a:lnTo>
                      <a:lnTo>
                        <a:pt x="445" y="322"/>
                      </a:lnTo>
                      <a:lnTo>
                        <a:pt x="13" y="198"/>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39"/>
                <p:cNvSpPr/>
                <p:nvPr/>
              </p:nvSpPr>
              <p:spPr>
                <a:xfrm>
                  <a:off x="58216" y="4663610"/>
                  <a:ext cx="2746380" cy="166951"/>
                </a:xfrm>
                <a:custGeom>
                  <a:avLst/>
                  <a:gdLst/>
                  <a:ahLst/>
                  <a:cxnLst/>
                  <a:rect l="l" t="t" r="r" b="b"/>
                  <a:pathLst>
                    <a:path w="92697" h="5635" extrusionOk="0">
                      <a:moveTo>
                        <a:pt x="41245" y="1"/>
                      </a:moveTo>
                      <a:lnTo>
                        <a:pt x="92697" y="5635"/>
                      </a:lnTo>
                      <a:lnTo>
                        <a:pt x="92697" y="1"/>
                      </a:lnTo>
                      <a:close/>
                      <a:moveTo>
                        <a:pt x="0" y="5567"/>
                      </a:moveTo>
                      <a:lnTo>
                        <a:pt x="118" y="3837"/>
                      </a:lnTo>
                      <a:lnTo>
                        <a:pt x="23903" y="1"/>
                      </a:lnTo>
                      <a:lnTo>
                        <a:pt x="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39"/>
                <p:cNvSpPr/>
                <p:nvPr/>
              </p:nvSpPr>
              <p:spPr>
                <a:xfrm>
                  <a:off x="1953072" y="4663610"/>
                  <a:ext cx="851702" cy="125413"/>
                </a:xfrm>
                <a:custGeom>
                  <a:avLst/>
                  <a:gdLst/>
                  <a:ahLst/>
                  <a:cxnLst/>
                  <a:rect l="l" t="t" r="r" b="b"/>
                  <a:pathLst>
                    <a:path w="28747" h="4233" extrusionOk="0">
                      <a:moveTo>
                        <a:pt x="22322" y="1489"/>
                      </a:moveTo>
                      <a:lnTo>
                        <a:pt x="18238" y="1366"/>
                      </a:lnTo>
                      <a:lnTo>
                        <a:pt x="402" y="1922"/>
                      </a:lnTo>
                      <a:lnTo>
                        <a:pt x="0" y="2484"/>
                      </a:lnTo>
                      <a:lnTo>
                        <a:pt x="15909" y="4232"/>
                      </a:lnTo>
                      <a:lnTo>
                        <a:pt x="17676" y="3343"/>
                      </a:lnTo>
                      <a:lnTo>
                        <a:pt x="23248" y="3961"/>
                      </a:lnTo>
                      <a:lnTo>
                        <a:pt x="20338" y="2787"/>
                      </a:lnTo>
                      <a:lnTo>
                        <a:pt x="24991" y="2725"/>
                      </a:lnTo>
                      <a:lnTo>
                        <a:pt x="28741" y="2639"/>
                      </a:lnTo>
                      <a:lnTo>
                        <a:pt x="28741" y="1848"/>
                      </a:lnTo>
                      <a:lnTo>
                        <a:pt x="25794" y="1737"/>
                      </a:lnTo>
                      <a:close/>
                      <a:moveTo>
                        <a:pt x="22631" y="1"/>
                      </a:moveTo>
                      <a:lnTo>
                        <a:pt x="24126" y="557"/>
                      </a:lnTo>
                      <a:lnTo>
                        <a:pt x="28747" y="649"/>
                      </a:lnTo>
                      <a:lnTo>
                        <a:pt x="28747" y="1"/>
                      </a:lnTo>
                      <a:lnTo>
                        <a:pt x="226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39"/>
                <p:cNvSpPr/>
                <p:nvPr/>
              </p:nvSpPr>
              <p:spPr>
                <a:xfrm>
                  <a:off x="51816" y="4663610"/>
                  <a:ext cx="714615" cy="138212"/>
                </a:xfrm>
                <a:custGeom>
                  <a:avLst/>
                  <a:gdLst/>
                  <a:ahLst/>
                  <a:cxnLst/>
                  <a:rect l="l" t="t" r="r" b="b"/>
                  <a:pathLst>
                    <a:path w="24120" h="4665" extrusionOk="0">
                      <a:moveTo>
                        <a:pt x="24119" y="1"/>
                      </a:moveTo>
                      <a:lnTo>
                        <a:pt x="0" y="4665"/>
                      </a:lnTo>
                      <a:lnTo>
                        <a:pt x="334" y="3843"/>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39"/>
                <p:cNvSpPr/>
                <p:nvPr/>
              </p:nvSpPr>
              <p:spPr>
                <a:xfrm>
                  <a:off x="1280202" y="4663610"/>
                  <a:ext cx="1568895" cy="201556"/>
                </a:xfrm>
                <a:custGeom>
                  <a:avLst/>
                  <a:gdLst/>
                  <a:ahLst/>
                  <a:cxnLst/>
                  <a:rect l="l" t="t" r="r" b="b"/>
                  <a:pathLst>
                    <a:path w="52954" h="6803" extrusionOk="0">
                      <a:moveTo>
                        <a:pt x="0" y="1"/>
                      </a:moveTo>
                      <a:lnTo>
                        <a:pt x="52953" y="6803"/>
                      </a:lnTo>
                      <a:lnTo>
                        <a:pt x="52589" y="5758"/>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39"/>
                <p:cNvSpPr/>
                <p:nvPr/>
              </p:nvSpPr>
              <p:spPr>
                <a:xfrm>
                  <a:off x="2383767" y="4883091"/>
                  <a:ext cx="10281" cy="13006"/>
                </a:xfrm>
                <a:custGeom>
                  <a:avLst/>
                  <a:gdLst/>
                  <a:ahLst/>
                  <a:cxnLst/>
                  <a:rect l="l" t="t" r="r" b="b"/>
                  <a:pathLst>
                    <a:path w="347" h="439" extrusionOk="0">
                      <a:moveTo>
                        <a:pt x="56" y="414"/>
                      </a:moveTo>
                      <a:cubicBezTo>
                        <a:pt x="93" y="439"/>
                        <a:pt x="136" y="420"/>
                        <a:pt x="155" y="383"/>
                      </a:cubicBezTo>
                      <a:cubicBezTo>
                        <a:pt x="186" y="340"/>
                        <a:pt x="229" y="290"/>
                        <a:pt x="247" y="247"/>
                      </a:cubicBezTo>
                      <a:cubicBezTo>
                        <a:pt x="278" y="198"/>
                        <a:pt x="309" y="154"/>
                        <a:pt x="334" y="105"/>
                      </a:cubicBezTo>
                      <a:cubicBezTo>
                        <a:pt x="346" y="80"/>
                        <a:pt x="340" y="43"/>
                        <a:pt x="315" y="19"/>
                      </a:cubicBezTo>
                      <a:cubicBezTo>
                        <a:pt x="297" y="6"/>
                        <a:pt x="254" y="0"/>
                        <a:pt x="235" y="31"/>
                      </a:cubicBezTo>
                      <a:cubicBezTo>
                        <a:pt x="192" y="74"/>
                        <a:pt x="161" y="111"/>
                        <a:pt x="124" y="161"/>
                      </a:cubicBezTo>
                      <a:cubicBezTo>
                        <a:pt x="87" y="204"/>
                        <a:pt x="56" y="260"/>
                        <a:pt x="19" y="309"/>
                      </a:cubicBezTo>
                      <a:cubicBezTo>
                        <a:pt x="0" y="346"/>
                        <a:pt x="19" y="402"/>
                        <a:pt x="56" y="414"/>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39"/>
                <p:cNvSpPr/>
                <p:nvPr/>
              </p:nvSpPr>
              <p:spPr>
                <a:xfrm>
                  <a:off x="2304306" y="4910703"/>
                  <a:ext cx="6074" cy="5718"/>
                </a:xfrm>
                <a:custGeom>
                  <a:avLst/>
                  <a:gdLst/>
                  <a:ahLst/>
                  <a:cxnLst/>
                  <a:rect l="l" t="t" r="r" b="b"/>
                  <a:pathLst>
                    <a:path w="205" h="193" extrusionOk="0">
                      <a:moveTo>
                        <a:pt x="19" y="180"/>
                      </a:moveTo>
                      <a:cubicBezTo>
                        <a:pt x="26" y="186"/>
                        <a:pt x="44" y="192"/>
                        <a:pt x="57" y="192"/>
                      </a:cubicBezTo>
                      <a:lnTo>
                        <a:pt x="81" y="192"/>
                      </a:lnTo>
                      <a:lnTo>
                        <a:pt x="100" y="192"/>
                      </a:lnTo>
                      <a:lnTo>
                        <a:pt x="106" y="192"/>
                      </a:lnTo>
                      <a:cubicBezTo>
                        <a:pt x="118" y="186"/>
                        <a:pt x="131" y="186"/>
                        <a:pt x="143" y="168"/>
                      </a:cubicBezTo>
                      <a:cubicBezTo>
                        <a:pt x="162" y="155"/>
                        <a:pt x="174" y="149"/>
                        <a:pt x="180" y="131"/>
                      </a:cubicBezTo>
                      <a:cubicBezTo>
                        <a:pt x="192" y="124"/>
                        <a:pt x="199" y="118"/>
                        <a:pt x="199" y="106"/>
                      </a:cubicBezTo>
                      <a:cubicBezTo>
                        <a:pt x="205" y="100"/>
                        <a:pt x="205" y="94"/>
                        <a:pt x="205" y="75"/>
                      </a:cubicBezTo>
                      <a:cubicBezTo>
                        <a:pt x="205" y="69"/>
                        <a:pt x="205" y="57"/>
                        <a:pt x="199" y="44"/>
                      </a:cubicBezTo>
                      <a:cubicBezTo>
                        <a:pt x="199" y="38"/>
                        <a:pt x="192" y="32"/>
                        <a:pt x="180" y="26"/>
                      </a:cubicBezTo>
                      <a:cubicBezTo>
                        <a:pt x="168" y="7"/>
                        <a:pt x="149" y="1"/>
                        <a:pt x="125" y="1"/>
                      </a:cubicBezTo>
                      <a:cubicBezTo>
                        <a:pt x="106" y="1"/>
                        <a:pt x="87" y="7"/>
                        <a:pt x="75" y="26"/>
                      </a:cubicBezTo>
                      <a:cubicBezTo>
                        <a:pt x="57" y="38"/>
                        <a:pt x="50" y="57"/>
                        <a:pt x="32" y="63"/>
                      </a:cubicBezTo>
                      <a:cubicBezTo>
                        <a:pt x="26" y="69"/>
                        <a:pt x="19" y="87"/>
                        <a:pt x="13" y="100"/>
                      </a:cubicBezTo>
                      <a:lnTo>
                        <a:pt x="13" y="106"/>
                      </a:lnTo>
                      <a:lnTo>
                        <a:pt x="13" y="124"/>
                      </a:lnTo>
                      <a:cubicBezTo>
                        <a:pt x="13" y="131"/>
                        <a:pt x="1" y="137"/>
                        <a:pt x="13" y="149"/>
                      </a:cubicBezTo>
                      <a:cubicBezTo>
                        <a:pt x="7" y="155"/>
                        <a:pt x="13" y="168"/>
                        <a:pt x="19" y="18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39"/>
                <p:cNvSpPr/>
                <p:nvPr/>
              </p:nvSpPr>
              <p:spPr>
                <a:xfrm>
                  <a:off x="2441955" y="5058782"/>
                  <a:ext cx="10488" cy="13036"/>
                </a:xfrm>
                <a:custGeom>
                  <a:avLst/>
                  <a:gdLst/>
                  <a:ahLst/>
                  <a:cxnLst/>
                  <a:rect l="l" t="t" r="r" b="b"/>
                  <a:pathLst>
                    <a:path w="354" h="440" extrusionOk="0">
                      <a:moveTo>
                        <a:pt x="26" y="390"/>
                      </a:moveTo>
                      <a:cubicBezTo>
                        <a:pt x="38" y="409"/>
                        <a:pt x="63" y="415"/>
                        <a:pt x="81" y="421"/>
                      </a:cubicBezTo>
                      <a:cubicBezTo>
                        <a:pt x="94" y="421"/>
                        <a:pt x="100" y="433"/>
                        <a:pt x="106" y="433"/>
                      </a:cubicBezTo>
                      <a:cubicBezTo>
                        <a:pt x="137" y="440"/>
                        <a:pt x="168" y="433"/>
                        <a:pt x="199" y="415"/>
                      </a:cubicBezTo>
                      <a:cubicBezTo>
                        <a:pt x="248" y="390"/>
                        <a:pt x="279" y="353"/>
                        <a:pt x="310" y="316"/>
                      </a:cubicBezTo>
                      <a:cubicBezTo>
                        <a:pt x="341" y="267"/>
                        <a:pt x="347" y="223"/>
                        <a:pt x="353" y="174"/>
                      </a:cubicBezTo>
                      <a:cubicBezTo>
                        <a:pt x="353" y="155"/>
                        <a:pt x="347" y="131"/>
                        <a:pt x="341" y="112"/>
                      </a:cubicBezTo>
                      <a:cubicBezTo>
                        <a:pt x="341" y="106"/>
                        <a:pt x="335" y="106"/>
                        <a:pt x="335" y="100"/>
                      </a:cubicBezTo>
                      <a:cubicBezTo>
                        <a:pt x="322" y="81"/>
                        <a:pt x="316" y="63"/>
                        <a:pt x="310" y="44"/>
                      </a:cubicBezTo>
                      <a:cubicBezTo>
                        <a:pt x="285" y="13"/>
                        <a:pt x="254" y="1"/>
                        <a:pt x="223" y="13"/>
                      </a:cubicBezTo>
                      <a:cubicBezTo>
                        <a:pt x="192" y="32"/>
                        <a:pt x="180" y="63"/>
                        <a:pt x="186" y="100"/>
                      </a:cubicBezTo>
                      <a:lnTo>
                        <a:pt x="186" y="100"/>
                      </a:lnTo>
                      <a:lnTo>
                        <a:pt x="186" y="106"/>
                      </a:lnTo>
                      <a:lnTo>
                        <a:pt x="186" y="106"/>
                      </a:lnTo>
                      <a:lnTo>
                        <a:pt x="186" y="106"/>
                      </a:lnTo>
                      <a:lnTo>
                        <a:pt x="186" y="106"/>
                      </a:lnTo>
                      <a:lnTo>
                        <a:pt x="186" y="106"/>
                      </a:lnTo>
                      <a:lnTo>
                        <a:pt x="186" y="106"/>
                      </a:lnTo>
                      <a:cubicBezTo>
                        <a:pt x="180" y="125"/>
                        <a:pt x="168" y="137"/>
                        <a:pt x="168" y="155"/>
                      </a:cubicBezTo>
                      <a:cubicBezTo>
                        <a:pt x="168" y="162"/>
                        <a:pt x="162" y="168"/>
                        <a:pt x="162" y="186"/>
                      </a:cubicBezTo>
                      <a:cubicBezTo>
                        <a:pt x="155" y="193"/>
                        <a:pt x="155" y="205"/>
                        <a:pt x="149" y="217"/>
                      </a:cubicBezTo>
                      <a:cubicBezTo>
                        <a:pt x="131" y="230"/>
                        <a:pt x="124" y="248"/>
                        <a:pt x="106" y="254"/>
                      </a:cubicBezTo>
                      <a:cubicBezTo>
                        <a:pt x="100" y="260"/>
                        <a:pt x="94" y="260"/>
                        <a:pt x="87" y="267"/>
                      </a:cubicBezTo>
                      <a:cubicBezTo>
                        <a:pt x="75" y="279"/>
                        <a:pt x="69" y="291"/>
                        <a:pt x="63" y="298"/>
                      </a:cubicBezTo>
                      <a:lnTo>
                        <a:pt x="63" y="298"/>
                      </a:lnTo>
                      <a:lnTo>
                        <a:pt x="44" y="316"/>
                      </a:lnTo>
                      <a:cubicBezTo>
                        <a:pt x="7" y="328"/>
                        <a:pt x="1" y="372"/>
                        <a:pt x="26" y="39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39"/>
                <p:cNvSpPr/>
                <p:nvPr/>
              </p:nvSpPr>
              <p:spPr>
                <a:xfrm>
                  <a:off x="2446903" y="5061537"/>
                  <a:ext cx="30" cy="207"/>
                </a:xfrm>
                <a:custGeom>
                  <a:avLst/>
                  <a:gdLst/>
                  <a:ahLst/>
                  <a:cxnLst/>
                  <a:rect l="l" t="t" r="r" b="b"/>
                  <a:pathLst>
                    <a:path w="1" h="7" extrusionOk="0">
                      <a:moveTo>
                        <a:pt x="1" y="1"/>
                      </a:moveTo>
                      <a:lnTo>
                        <a:pt x="1" y="7"/>
                      </a:lnTo>
                      <a:lnTo>
                        <a:pt x="1" y="7"/>
                      </a:lnTo>
                      <a:close/>
                    </a:path>
                  </a:pathLst>
                </a:custGeom>
                <a:solidFill>
                  <a:srgbClr val="F596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39"/>
                <p:cNvSpPr/>
                <p:nvPr/>
              </p:nvSpPr>
              <p:spPr>
                <a:xfrm>
                  <a:off x="2391440" y="5061181"/>
                  <a:ext cx="10459" cy="10636"/>
                </a:xfrm>
                <a:custGeom>
                  <a:avLst/>
                  <a:gdLst/>
                  <a:ahLst/>
                  <a:cxnLst/>
                  <a:rect l="l" t="t" r="r" b="b"/>
                  <a:pathLst>
                    <a:path w="353" h="359" extrusionOk="0">
                      <a:moveTo>
                        <a:pt x="32" y="328"/>
                      </a:moveTo>
                      <a:cubicBezTo>
                        <a:pt x="50" y="352"/>
                        <a:pt x="100" y="359"/>
                        <a:pt x="130" y="340"/>
                      </a:cubicBezTo>
                      <a:cubicBezTo>
                        <a:pt x="137" y="334"/>
                        <a:pt x="143" y="334"/>
                        <a:pt x="161" y="328"/>
                      </a:cubicBezTo>
                      <a:cubicBezTo>
                        <a:pt x="174" y="322"/>
                        <a:pt x="186" y="303"/>
                        <a:pt x="198" y="291"/>
                      </a:cubicBezTo>
                      <a:cubicBezTo>
                        <a:pt x="217" y="272"/>
                        <a:pt x="229" y="260"/>
                        <a:pt x="242" y="235"/>
                      </a:cubicBezTo>
                      <a:cubicBezTo>
                        <a:pt x="279" y="204"/>
                        <a:pt x="303" y="167"/>
                        <a:pt x="328" y="136"/>
                      </a:cubicBezTo>
                      <a:cubicBezTo>
                        <a:pt x="347" y="118"/>
                        <a:pt x="353" y="105"/>
                        <a:pt x="353" y="81"/>
                      </a:cubicBezTo>
                      <a:cubicBezTo>
                        <a:pt x="353" y="62"/>
                        <a:pt x="347" y="44"/>
                        <a:pt x="328" y="25"/>
                      </a:cubicBezTo>
                      <a:cubicBezTo>
                        <a:pt x="316" y="6"/>
                        <a:pt x="297" y="0"/>
                        <a:pt x="273" y="0"/>
                      </a:cubicBezTo>
                      <a:cubicBezTo>
                        <a:pt x="254" y="0"/>
                        <a:pt x="235" y="13"/>
                        <a:pt x="223" y="25"/>
                      </a:cubicBezTo>
                      <a:cubicBezTo>
                        <a:pt x="192" y="56"/>
                        <a:pt x="149" y="87"/>
                        <a:pt x="118" y="112"/>
                      </a:cubicBezTo>
                      <a:lnTo>
                        <a:pt x="75" y="155"/>
                      </a:lnTo>
                      <a:cubicBezTo>
                        <a:pt x="69" y="167"/>
                        <a:pt x="50" y="173"/>
                        <a:pt x="44" y="186"/>
                      </a:cubicBezTo>
                      <a:cubicBezTo>
                        <a:pt x="38" y="198"/>
                        <a:pt x="25" y="210"/>
                        <a:pt x="19" y="223"/>
                      </a:cubicBezTo>
                      <a:cubicBezTo>
                        <a:pt x="1" y="260"/>
                        <a:pt x="7" y="303"/>
                        <a:pt x="32" y="328"/>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9"/>
                <p:cNvSpPr/>
                <p:nvPr/>
              </p:nvSpPr>
              <p:spPr>
                <a:xfrm>
                  <a:off x="2384122" y="4995645"/>
                  <a:ext cx="12118" cy="11940"/>
                </a:xfrm>
                <a:custGeom>
                  <a:avLst/>
                  <a:gdLst/>
                  <a:ahLst/>
                  <a:cxnLst/>
                  <a:rect l="l" t="t" r="r" b="b"/>
                  <a:pathLst>
                    <a:path w="409" h="403" extrusionOk="0">
                      <a:moveTo>
                        <a:pt x="38" y="384"/>
                      </a:moveTo>
                      <a:cubicBezTo>
                        <a:pt x="50" y="390"/>
                        <a:pt x="69" y="402"/>
                        <a:pt x="81" y="402"/>
                      </a:cubicBezTo>
                      <a:lnTo>
                        <a:pt x="124" y="402"/>
                      </a:lnTo>
                      <a:cubicBezTo>
                        <a:pt x="137" y="402"/>
                        <a:pt x="161" y="390"/>
                        <a:pt x="174" y="384"/>
                      </a:cubicBezTo>
                      <a:cubicBezTo>
                        <a:pt x="223" y="371"/>
                        <a:pt x="260" y="347"/>
                        <a:pt x="297" y="316"/>
                      </a:cubicBezTo>
                      <a:cubicBezTo>
                        <a:pt x="371" y="254"/>
                        <a:pt x="408" y="161"/>
                        <a:pt x="408" y="69"/>
                      </a:cubicBezTo>
                      <a:cubicBezTo>
                        <a:pt x="408" y="31"/>
                        <a:pt x="377" y="1"/>
                        <a:pt x="334" y="1"/>
                      </a:cubicBezTo>
                      <a:cubicBezTo>
                        <a:pt x="322" y="1"/>
                        <a:pt x="297" y="7"/>
                        <a:pt x="291" y="19"/>
                      </a:cubicBezTo>
                      <a:cubicBezTo>
                        <a:pt x="279" y="38"/>
                        <a:pt x="279" y="50"/>
                        <a:pt x="266" y="69"/>
                      </a:cubicBezTo>
                      <a:cubicBezTo>
                        <a:pt x="266" y="44"/>
                        <a:pt x="266" y="62"/>
                        <a:pt x="266" y="69"/>
                      </a:cubicBezTo>
                      <a:lnTo>
                        <a:pt x="266" y="75"/>
                      </a:lnTo>
                      <a:cubicBezTo>
                        <a:pt x="266" y="81"/>
                        <a:pt x="260" y="93"/>
                        <a:pt x="260" y="99"/>
                      </a:cubicBezTo>
                      <a:lnTo>
                        <a:pt x="260" y="106"/>
                      </a:lnTo>
                      <a:cubicBezTo>
                        <a:pt x="254" y="112"/>
                        <a:pt x="254" y="124"/>
                        <a:pt x="248" y="130"/>
                      </a:cubicBezTo>
                      <a:cubicBezTo>
                        <a:pt x="235" y="136"/>
                        <a:pt x="235" y="143"/>
                        <a:pt x="229" y="149"/>
                      </a:cubicBezTo>
                      <a:lnTo>
                        <a:pt x="223" y="161"/>
                      </a:lnTo>
                      <a:lnTo>
                        <a:pt x="223" y="161"/>
                      </a:lnTo>
                      <a:cubicBezTo>
                        <a:pt x="217" y="167"/>
                        <a:pt x="204" y="180"/>
                        <a:pt x="198" y="192"/>
                      </a:cubicBezTo>
                      <a:lnTo>
                        <a:pt x="198" y="192"/>
                      </a:lnTo>
                      <a:lnTo>
                        <a:pt x="192" y="198"/>
                      </a:lnTo>
                      <a:cubicBezTo>
                        <a:pt x="186" y="217"/>
                        <a:pt x="167" y="223"/>
                        <a:pt x="155" y="235"/>
                      </a:cubicBezTo>
                      <a:lnTo>
                        <a:pt x="143" y="248"/>
                      </a:lnTo>
                      <a:cubicBezTo>
                        <a:pt x="137" y="254"/>
                        <a:pt x="130" y="254"/>
                        <a:pt x="124" y="260"/>
                      </a:cubicBezTo>
                      <a:cubicBezTo>
                        <a:pt x="112" y="266"/>
                        <a:pt x="106" y="266"/>
                        <a:pt x="99" y="279"/>
                      </a:cubicBezTo>
                      <a:lnTo>
                        <a:pt x="99" y="279"/>
                      </a:lnTo>
                      <a:cubicBezTo>
                        <a:pt x="99" y="279"/>
                        <a:pt x="93" y="279"/>
                        <a:pt x="93" y="285"/>
                      </a:cubicBezTo>
                      <a:cubicBezTo>
                        <a:pt x="81" y="285"/>
                        <a:pt x="75" y="291"/>
                        <a:pt x="69" y="291"/>
                      </a:cubicBezTo>
                      <a:cubicBezTo>
                        <a:pt x="50" y="297"/>
                        <a:pt x="44" y="309"/>
                        <a:pt x="31" y="316"/>
                      </a:cubicBezTo>
                      <a:cubicBezTo>
                        <a:pt x="1" y="328"/>
                        <a:pt x="7" y="371"/>
                        <a:pt x="38" y="38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39"/>
                <p:cNvSpPr/>
                <p:nvPr/>
              </p:nvSpPr>
              <p:spPr>
                <a:xfrm>
                  <a:off x="1216680" y="5016888"/>
                  <a:ext cx="7348" cy="7170"/>
                </a:xfrm>
                <a:custGeom>
                  <a:avLst/>
                  <a:gdLst/>
                  <a:ahLst/>
                  <a:cxnLst/>
                  <a:rect l="l" t="t" r="r" b="b"/>
                  <a:pathLst>
                    <a:path w="248" h="242" extrusionOk="0">
                      <a:moveTo>
                        <a:pt x="7" y="192"/>
                      </a:moveTo>
                      <a:lnTo>
                        <a:pt x="19" y="210"/>
                      </a:lnTo>
                      <a:lnTo>
                        <a:pt x="19" y="210"/>
                      </a:lnTo>
                      <a:cubicBezTo>
                        <a:pt x="19" y="216"/>
                        <a:pt x="19" y="210"/>
                        <a:pt x="25" y="223"/>
                      </a:cubicBezTo>
                      <a:cubicBezTo>
                        <a:pt x="25" y="223"/>
                        <a:pt x="32" y="229"/>
                        <a:pt x="38" y="229"/>
                      </a:cubicBezTo>
                      <a:lnTo>
                        <a:pt x="38" y="229"/>
                      </a:lnTo>
                      <a:lnTo>
                        <a:pt x="38" y="229"/>
                      </a:lnTo>
                      <a:lnTo>
                        <a:pt x="50" y="229"/>
                      </a:lnTo>
                      <a:cubicBezTo>
                        <a:pt x="56" y="229"/>
                        <a:pt x="56" y="241"/>
                        <a:pt x="62" y="241"/>
                      </a:cubicBezTo>
                      <a:lnTo>
                        <a:pt x="93" y="241"/>
                      </a:lnTo>
                      <a:cubicBezTo>
                        <a:pt x="99" y="241"/>
                        <a:pt x="112" y="229"/>
                        <a:pt x="112" y="229"/>
                      </a:cubicBezTo>
                      <a:cubicBezTo>
                        <a:pt x="118" y="223"/>
                        <a:pt x="124" y="223"/>
                        <a:pt x="130" y="216"/>
                      </a:cubicBezTo>
                      <a:cubicBezTo>
                        <a:pt x="143" y="210"/>
                        <a:pt x="149" y="210"/>
                        <a:pt x="155" y="198"/>
                      </a:cubicBezTo>
                      <a:cubicBezTo>
                        <a:pt x="174" y="186"/>
                        <a:pt x="186" y="179"/>
                        <a:pt x="204" y="161"/>
                      </a:cubicBezTo>
                      <a:cubicBezTo>
                        <a:pt x="217" y="155"/>
                        <a:pt x="223" y="148"/>
                        <a:pt x="235" y="130"/>
                      </a:cubicBezTo>
                      <a:cubicBezTo>
                        <a:pt x="242" y="118"/>
                        <a:pt x="248" y="99"/>
                        <a:pt x="248" y="87"/>
                      </a:cubicBezTo>
                      <a:lnTo>
                        <a:pt x="248" y="62"/>
                      </a:lnTo>
                      <a:cubicBezTo>
                        <a:pt x="242" y="43"/>
                        <a:pt x="235" y="31"/>
                        <a:pt x="223" y="25"/>
                      </a:cubicBezTo>
                      <a:cubicBezTo>
                        <a:pt x="217" y="13"/>
                        <a:pt x="211" y="6"/>
                        <a:pt x="192" y="6"/>
                      </a:cubicBezTo>
                      <a:cubicBezTo>
                        <a:pt x="186" y="0"/>
                        <a:pt x="174" y="0"/>
                        <a:pt x="155" y="0"/>
                      </a:cubicBezTo>
                      <a:cubicBezTo>
                        <a:pt x="143" y="0"/>
                        <a:pt x="124" y="6"/>
                        <a:pt x="112" y="13"/>
                      </a:cubicBezTo>
                      <a:cubicBezTo>
                        <a:pt x="93" y="25"/>
                        <a:pt x="87" y="31"/>
                        <a:pt x="81" y="43"/>
                      </a:cubicBezTo>
                      <a:cubicBezTo>
                        <a:pt x="69" y="62"/>
                        <a:pt x="56" y="74"/>
                        <a:pt x="50" y="93"/>
                      </a:cubicBezTo>
                      <a:cubicBezTo>
                        <a:pt x="38" y="105"/>
                        <a:pt x="25" y="124"/>
                        <a:pt x="19" y="136"/>
                      </a:cubicBezTo>
                      <a:lnTo>
                        <a:pt x="19" y="148"/>
                      </a:lnTo>
                      <a:cubicBezTo>
                        <a:pt x="19" y="148"/>
                        <a:pt x="19" y="155"/>
                        <a:pt x="7" y="155"/>
                      </a:cubicBezTo>
                      <a:cubicBezTo>
                        <a:pt x="1" y="161"/>
                        <a:pt x="7" y="161"/>
                        <a:pt x="1" y="167"/>
                      </a:cubicBezTo>
                      <a:lnTo>
                        <a:pt x="1" y="179"/>
                      </a:lnTo>
                      <a:cubicBezTo>
                        <a:pt x="7" y="186"/>
                        <a:pt x="7" y="192"/>
                        <a:pt x="7" y="192"/>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39"/>
                <p:cNvSpPr/>
                <p:nvPr/>
              </p:nvSpPr>
              <p:spPr>
                <a:xfrm>
                  <a:off x="822783" y="4984654"/>
                  <a:ext cx="15762" cy="12858"/>
                </a:xfrm>
                <a:custGeom>
                  <a:avLst/>
                  <a:gdLst/>
                  <a:ahLst/>
                  <a:cxnLst/>
                  <a:rect l="l" t="t" r="r" b="b"/>
                  <a:pathLst>
                    <a:path w="532" h="434" extrusionOk="0">
                      <a:moveTo>
                        <a:pt x="99" y="415"/>
                      </a:moveTo>
                      <a:cubicBezTo>
                        <a:pt x="124" y="409"/>
                        <a:pt x="142" y="402"/>
                        <a:pt x="161" y="390"/>
                      </a:cubicBezTo>
                      <a:cubicBezTo>
                        <a:pt x="173" y="384"/>
                        <a:pt x="192" y="372"/>
                        <a:pt x="204" y="353"/>
                      </a:cubicBezTo>
                      <a:cubicBezTo>
                        <a:pt x="247" y="328"/>
                        <a:pt x="278" y="297"/>
                        <a:pt x="315" y="279"/>
                      </a:cubicBezTo>
                      <a:cubicBezTo>
                        <a:pt x="377" y="229"/>
                        <a:pt x="439" y="174"/>
                        <a:pt x="501" y="131"/>
                      </a:cubicBezTo>
                      <a:cubicBezTo>
                        <a:pt x="532" y="106"/>
                        <a:pt x="525" y="63"/>
                        <a:pt x="507" y="38"/>
                      </a:cubicBezTo>
                      <a:cubicBezTo>
                        <a:pt x="482" y="13"/>
                        <a:pt x="445" y="1"/>
                        <a:pt x="414" y="19"/>
                      </a:cubicBezTo>
                      <a:cubicBezTo>
                        <a:pt x="352" y="69"/>
                        <a:pt x="285" y="112"/>
                        <a:pt x="223" y="162"/>
                      </a:cubicBezTo>
                      <a:lnTo>
                        <a:pt x="130" y="229"/>
                      </a:lnTo>
                      <a:cubicBezTo>
                        <a:pt x="112" y="248"/>
                        <a:pt x="99" y="254"/>
                        <a:pt x="81" y="267"/>
                      </a:cubicBezTo>
                      <a:lnTo>
                        <a:pt x="44" y="310"/>
                      </a:lnTo>
                      <a:cubicBezTo>
                        <a:pt x="37" y="316"/>
                        <a:pt x="37" y="322"/>
                        <a:pt x="31" y="328"/>
                      </a:cubicBezTo>
                      <a:cubicBezTo>
                        <a:pt x="0" y="372"/>
                        <a:pt x="44" y="433"/>
                        <a:pt x="99" y="415"/>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39"/>
                <p:cNvSpPr/>
                <p:nvPr/>
              </p:nvSpPr>
              <p:spPr>
                <a:xfrm>
                  <a:off x="1543057" y="5187839"/>
                  <a:ext cx="6429" cy="4977"/>
                </a:xfrm>
                <a:custGeom>
                  <a:avLst/>
                  <a:gdLst/>
                  <a:ahLst/>
                  <a:cxnLst/>
                  <a:rect l="l" t="t" r="r" b="b"/>
                  <a:pathLst>
                    <a:path w="217" h="168" extrusionOk="0">
                      <a:moveTo>
                        <a:pt x="105" y="167"/>
                      </a:moveTo>
                      <a:cubicBezTo>
                        <a:pt x="216" y="167"/>
                        <a:pt x="216" y="1"/>
                        <a:pt x="105" y="1"/>
                      </a:cubicBezTo>
                      <a:cubicBezTo>
                        <a:pt x="0" y="1"/>
                        <a:pt x="0" y="167"/>
                        <a:pt x="105" y="167"/>
                      </a:cubicBezTo>
                      <a:close/>
                    </a:path>
                  </a:pathLst>
                </a:custGeom>
                <a:solidFill>
                  <a:srgbClr val="F596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18" name="Google Shape;418;p39"/>
              <p:cNvSpPr/>
              <p:nvPr/>
            </p:nvSpPr>
            <p:spPr>
              <a:xfrm>
                <a:off x="-652675" y="5143500"/>
                <a:ext cx="10449300" cy="1213200"/>
              </a:xfrm>
              <a:prstGeom prst="rect">
                <a:avLst/>
              </a:prstGeom>
              <a:solidFill>
                <a:srgbClr val="F8FB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19" name="Google Shape;419;p39"/>
          <p:cNvGrpSpPr/>
          <p:nvPr/>
        </p:nvGrpSpPr>
        <p:grpSpPr>
          <a:xfrm flipH="1">
            <a:off x="4339170" y="-1076805"/>
            <a:ext cx="7008156" cy="5850500"/>
            <a:chOff x="5687194" y="1509768"/>
            <a:chExt cx="2570857" cy="2069435"/>
          </a:xfrm>
        </p:grpSpPr>
        <p:sp>
          <p:nvSpPr>
            <p:cNvPr id="420" name="Google Shape;420;p39"/>
            <p:cNvSpPr/>
            <p:nvPr/>
          </p:nvSpPr>
          <p:spPr>
            <a:xfrm>
              <a:off x="7310208" y="2689756"/>
              <a:ext cx="123784" cy="232309"/>
            </a:xfrm>
            <a:custGeom>
              <a:avLst/>
              <a:gdLst/>
              <a:ahLst/>
              <a:cxnLst/>
              <a:rect l="l" t="t" r="r" b="b"/>
              <a:pathLst>
                <a:path w="4178" h="7841" extrusionOk="0">
                  <a:moveTo>
                    <a:pt x="1" y="7841"/>
                  </a:moveTo>
                  <a:lnTo>
                    <a:pt x="217" y="6253"/>
                  </a:lnTo>
                  <a:lnTo>
                    <a:pt x="742" y="6222"/>
                  </a:lnTo>
                  <a:lnTo>
                    <a:pt x="1947" y="6377"/>
                  </a:lnTo>
                  <a:lnTo>
                    <a:pt x="2287" y="6129"/>
                  </a:lnTo>
                  <a:lnTo>
                    <a:pt x="2719" y="341"/>
                  </a:lnTo>
                  <a:lnTo>
                    <a:pt x="3467" y="1"/>
                  </a:lnTo>
                  <a:lnTo>
                    <a:pt x="4146" y="5573"/>
                  </a:lnTo>
                  <a:lnTo>
                    <a:pt x="4177" y="747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39"/>
            <p:cNvSpPr/>
            <p:nvPr/>
          </p:nvSpPr>
          <p:spPr>
            <a:xfrm>
              <a:off x="6945227" y="2576283"/>
              <a:ext cx="184727" cy="344509"/>
            </a:xfrm>
            <a:custGeom>
              <a:avLst/>
              <a:gdLst/>
              <a:ahLst/>
              <a:cxnLst/>
              <a:rect l="l" t="t" r="r" b="b"/>
              <a:pathLst>
                <a:path w="6235" h="11628" extrusionOk="0">
                  <a:moveTo>
                    <a:pt x="5561" y="6123"/>
                  </a:moveTo>
                  <a:lnTo>
                    <a:pt x="4974" y="6277"/>
                  </a:lnTo>
                  <a:lnTo>
                    <a:pt x="4480" y="4325"/>
                  </a:lnTo>
                  <a:lnTo>
                    <a:pt x="4412" y="4331"/>
                  </a:lnTo>
                  <a:cubicBezTo>
                    <a:pt x="4356" y="3998"/>
                    <a:pt x="4294" y="3658"/>
                    <a:pt x="4233" y="3330"/>
                  </a:cubicBezTo>
                  <a:lnTo>
                    <a:pt x="4189" y="3071"/>
                  </a:lnTo>
                  <a:cubicBezTo>
                    <a:pt x="4294" y="3052"/>
                    <a:pt x="4406" y="3022"/>
                    <a:pt x="4492" y="2966"/>
                  </a:cubicBezTo>
                  <a:cubicBezTo>
                    <a:pt x="4529" y="2941"/>
                    <a:pt x="4505" y="2879"/>
                    <a:pt x="4461" y="2898"/>
                  </a:cubicBezTo>
                  <a:cubicBezTo>
                    <a:pt x="4375" y="2910"/>
                    <a:pt x="4294" y="2947"/>
                    <a:pt x="4214" y="2972"/>
                  </a:cubicBezTo>
                  <a:cubicBezTo>
                    <a:pt x="4196" y="2972"/>
                    <a:pt x="4189" y="2978"/>
                    <a:pt x="4171" y="2978"/>
                  </a:cubicBezTo>
                  <a:cubicBezTo>
                    <a:pt x="4152" y="2855"/>
                    <a:pt x="4128" y="2725"/>
                    <a:pt x="4103" y="2601"/>
                  </a:cubicBezTo>
                  <a:cubicBezTo>
                    <a:pt x="4060" y="2360"/>
                    <a:pt x="4035" y="2107"/>
                    <a:pt x="3967" y="1879"/>
                  </a:cubicBezTo>
                  <a:cubicBezTo>
                    <a:pt x="3955" y="1848"/>
                    <a:pt x="3905" y="1854"/>
                    <a:pt x="3905" y="1885"/>
                  </a:cubicBezTo>
                  <a:cubicBezTo>
                    <a:pt x="3918" y="2113"/>
                    <a:pt x="3979" y="2342"/>
                    <a:pt x="4016" y="2564"/>
                  </a:cubicBezTo>
                  <a:cubicBezTo>
                    <a:pt x="4041" y="2713"/>
                    <a:pt x="4072" y="2849"/>
                    <a:pt x="4097" y="2997"/>
                  </a:cubicBezTo>
                  <a:cubicBezTo>
                    <a:pt x="4047" y="3003"/>
                    <a:pt x="3998" y="3009"/>
                    <a:pt x="3942" y="3022"/>
                  </a:cubicBezTo>
                  <a:cubicBezTo>
                    <a:pt x="3874" y="3028"/>
                    <a:pt x="3794" y="3034"/>
                    <a:pt x="3726" y="3040"/>
                  </a:cubicBezTo>
                  <a:cubicBezTo>
                    <a:pt x="3677" y="2842"/>
                    <a:pt x="3633" y="2638"/>
                    <a:pt x="3584" y="2435"/>
                  </a:cubicBezTo>
                  <a:cubicBezTo>
                    <a:pt x="3411" y="1638"/>
                    <a:pt x="3287" y="834"/>
                    <a:pt x="3152" y="31"/>
                  </a:cubicBezTo>
                  <a:cubicBezTo>
                    <a:pt x="3145" y="0"/>
                    <a:pt x="3102" y="7"/>
                    <a:pt x="3102" y="37"/>
                  </a:cubicBezTo>
                  <a:cubicBezTo>
                    <a:pt x="3176" y="841"/>
                    <a:pt x="3331" y="1638"/>
                    <a:pt x="3510" y="2422"/>
                  </a:cubicBezTo>
                  <a:cubicBezTo>
                    <a:pt x="3553" y="2632"/>
                    <a:pt x="3603" y="2842"/>
                    <a:pt x="3658" y="3052"/>
                  </a:cubicBezTo>
                  <a:cubicBezTo>
                    <a:pt x="3578" y="3059"/>
                    <a:pt x="3491" y="3065"/>
                    <a:pt x="3417" y="3071"/>
                  </a:cubicBezTo>
                  <a:cubicBezTo>
                    <a:pt x="3238" y="3089"/>
                    <a:pt x="3053" y="3102"/>
                    <a:pt x="2874" y="3120"/>
                  </a:cubicBezTo>
                  <a:lnTo>
                    <a:pt x="2620" y="3145"/>
                  </a:lnTo>
                  <a:lnTo>
                    <a:pt x="2620" y="3102"/>
                  </a:lnTo>
                  <a:cubicBezTo>
                    <a:pt x="2670" y="2385"/>
                    <a:pt x="2713" y="1638"/>
                    <a:pt x="2460" y="952"/>
                  </a:cubicBezTo>
                  <a:cubicBezTo>
                    <a:pt x="2447" y="927"/>
                    <a:pt x="2416" y="933"/>
                    <a:pt x="2429" y="958"/>
                  </a:cubicBezTo>
                  <a:cubicBezTo>
                    <a:pt x="2596" y="1681"/>
                    <a:pt x="2583" y="2416"/>
                    <a:pt x="2534" y="3151"/>
                  </a:cubicBezTo>
                  <a:cubicBezTo>
                    <a:pt x="2466" y="3157"/>
                    <a:pt x="2385" y="3176"/>
                    <a:pt x="2317" y="3188"/>
                  </a:cubicBezTo>
                  <a:cubicBezTo>
                    <a:pt x="2293" y="3194"/>
                    <a:pt x="2305" y="3225"/>
                    <a:pt x="2324" y="3225"/>
                  </a:cubicBezTo>
                  <a:cubicBezTo>
                    <a:pt x="2398" y="3238"/>
                    <a:pt x="2466" y="3238"/>
                    <a:pt x="2534" y="3225"/>
                  </a:cubicBezTo>
                  <a:cubicBezTo>
                    <a:pt x="2497" y="3825"/>
                    <a:pt x="2460" y="4418"/>
                    <a:pt x="2552" y="5005"/>
                  </a:cubicBezTo>
                  <a:lnTo>
                    <a:pt x="2070" y="5091"/>
                  </a:lnTo>
                  <a:lnTo>
                    <a:pt x="2194" y="4350"/>
                  </a:lnTo>
                  <a:lnTo>
                    <a:pt x="1978" y="2669"/>
                  </a:lnTo>
                  <a:lnTo>
                    <a:pt x="1576" y="2515"/>
                  </a:lnTo>
                  <a:lnTo>
                    <a:pt x="958" y="2330"/>
                  </a:lnTo>
                  <a:lnTo>
                    <a:pt x="804" y="1496"/>
                  </a:lnTo>
                  <a:lnTo>
                    <a:pt x="835" y="507"/>
                  </a:lnTo>
                  <a:lnTo>
                    <a:pt x="1" y="661"/>
                  </a:lnTo>
                  <a:lnTo>
                    <a:pt x="1521" y="11628"/>
                  </a:lnTo>
                  <a:lnTo>
                    <a:pt x="6234" y="11442"/>
                  </a:lnTo>
                  <a:close/>
                  <a:moveTo>
                    <a:pt x="4350" y="4337"/>
                  </a:moveTo>
                  <a:lnTo>
                    <a:pt x="4072" y="4362"/>
                  </a:lnTo>
                  <a:cubicBezTo>
                    <a:pt x="4023" y="4208"/>
                    <a:pt x="3986" y="4053"/>
                    <a:pt x="3949" y="3899"/>
                  </a:cubicBezTo>
                  <a:cubicBezTo>
                    <a:pt x="4047" y="3874"/>
                    <a:pt x="4146" y="3862"/>
                    <a:pt x="4251" y="3837"/>
                  </a:cubicBezTo>
                  <a:cubicBezTo>
                    <a:pt x="4282" y="4004"/>
                    <a:pt x="4313" y="4171"/>
                    <a:pt x="4350" y="4337"/>
                  </a:cubicBezTo>
                  <a:close/>
                  <a:moveTo>
                    <a:pt x="4004" y="3114"/>
                  </a:moveTo>
                  <a:cubicBezTo>
                    <a:pt x="4035" y="3102"/>
                    <a:pt x="4072" y="3102"/>
                    <a:pt x="4109" y="3096"/>
                  </a:cubicBezTo>
                  <a:cubicBezTo>
                    <a:pt x="4128" y="3164"/>
                    <a:pt x="4134" y="3238"/>
                    <a:pt x="4146" y="3300"/>
                  </a:cubicBezTo>
                  <a:cubicBezTo>
                    <a:pt x="4177" y="3454"/>
                    <a:pt x="4202" y="3608"/>
                    <a:pt x="4233" y="3751"/>
                  </a:cubicBezTo>
                  <a:cubicBezTo>
                    <a:pt x="4134" y="3775"/>
                    <a:pt x="4029" y="3794"/>
                    <a:pt x="3924" y="3812"/>
                  </a:cubicBezTo>
                  <a:cubicBezTo>
                    <a:pt x="3862" y="3590"/>
                    <a:pt x="3813" y="3367"/>
                    <a:pt x="3757" y="3145"/>
                  </a:cubicBezTo>
                  <a:cubicBezTo>
                    <a:pt x="3831" y="3133"/>
                    <a:pt x="3918" y="3120"/>
                    <a:pt x="4004" y="3114"/>
                  </a:cubicBezTo>
                  <a:close/>
                  <a:moveTo>
                    <a:pt x="2917" y="3207"/>
                  </a:moveTo>
                  <a:cubicBezTo>
                    <a:pt x="3108" y="3188"/>
                    <a:pt x="3300" y="3176"/>
                    <a:pt x="3504" y="3157"/>
                  </a:cubicBezTo>
                  <a:cubicBezTo>
                    <a:pt x="3565" y="3151"/>
                    <a:pt x="3615" y="3151"/>
                    <a:pt x="3677" y="3145"/>
                  </a:cubicBezTo>
                  <a:cubicBezTo>
                    <a:pt x="3732" y="3374"/>
                    <a:pt x="3794" y="3596"/>
                    <a:pt x="3862" y="3825"/>
                  </a:cubicBezTo>
                  <a:lnTo>
                    <a:pt x="3399" y="3917"/>
                  </a:lnTo>
                  <a:cubicBezTo>
                    <a:pt x="3121" y="3967"/>
                    <a:pt x="2843" y="4016"/>
                    <a:pt x="2577" y="4090"/>
                  </a:cubicBezTo>
                  <a:cubicBezTo>
                    <a:pt x="2583" y="3806"/>
                    <a:pt x="2596" y="3516"/>
                    <a:pt x="2620" y="3225"/>
                  </a:cubicBezTo>
                  <a:cubicBezTo>
                    <a:pt x="2713" y="3225"/>
                    <a:pt x="2812" y="3213"/>
                    <a:pt x="2917" y="3207"/>
                  </a:cubicBezTo>
                  <a:close/>
                  <a:moveTo>
                    <a:pt x="2589" y="5005"/>
                  </a:moveTo>
                  <a:cubicBezTo>
                    <a:pt x="2558" y="4727"/>
                    <a:pt x="2552" y="4442"/>
                    <a:pt x="2558" y="4152"/>
                  </a:cubicBezTo>
                  <a:cubicBezTo>
                    <a:pt x="2836" y="4121"/>
                    <a:pt x="3121" y="4059"/>
                    <a:pt x="3392" y="4010"/>
                  </a:cubicBezTo>
                  <a:cubicBezTo>
                    <a:pt x="3553" y="3979"/>
                    <a:pt x="3720" y="3948"/>
                    <a:pt x="3874" y="3917"/>
                  </a:cubicBezTo>
                  <a:cubicBezTo>
                    <a:pt x="3918" y="4072"/>
                    <a:pt x="3967" y="4214"/>
                    <a:pt x="4010" y="4368"/>
                  </a:cubicBezTo>
                  <a:lnTo>
                    <a:pt x="2676" y="4486"/>
                  </a:lnTo>
                  <a:lnTo>
                    <a:pt x="2892" y="4949"/>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39"/>
            <p:cNvSpPr/>
            <p:nvPr/>
          </p:nvSpPr>
          <p:spPr>
            <a:xfrm>
              <a:off x="6310250" y="2797570"/>
              <a:ext cx="190031" cy="423970"/>
            </a:xfrm>
            <a:custGeom>
              <a:avLst/>
              <a:gdLst/>
              <a:ahLst/>
              <a:cxnLst/>
              <a:rect l="l" t="t" r="r" b="b"/>
              <a:pathLst>
                <a:path w="6414" h="14310" extrusionOk="0">
                  <a:moveTo>
                    <a:pt x="4962" y="464"/>
                  </a:moveTo>
                  <a:cubicBezTo>
                    <a:pt x="4962" y="464"/>
                    <a:pt x="4455" y="464"/>
                    <a:pt x="4270" y="322"/>
                  </a:cubicBezTo>
                  <a:cubicBezTo>
                    <a:pt x="4085" y="186"/>
                    <a:pt x="2973" y="229"/>
                    <a:pt x="2830" y="229"/>
                  </a:cubicBezTo>
                  <a:cubicBezTo>
                    <a:pt x="2694" y="229"/>
                    <a:pt x="2830" y="1020"/>
                    <a:pt x="2830" y="1020"/>
                  </a:cubicBezTo>
                  <a:lnTo>
                    <a:pt x="1768" y="785"/>
                  </a:lnTo>
                  <a:lnTo>
                    <a:pt x="928" y="507"/>
                  </a:lnTo>
                  <a:cubicBezTo>
                    <a:pt x="928" y="507"/>
                    <a:pt x="236" y="600"/>
                    <a:pt x="100" y="649"/>
                  </a:cubicBezTo>
                  <a:lnTo>
                    <a:pt x="1" y="14309"/>
                  </a:lnTo>
                  <a:lnTo>
                    <a:pt x="6414" y="14309"/>
                  </a:lnTo>
                  <a:lnTo>
                    <a:pt x="6414" y="1"/>
                  </a:lnTo>
                  <a:close/>
                  <a:moveTo>
                    <a:pt x="1941" y="6525"/>
                  </a:moveTo>
                  <a:lnTo>
                    <a:pt x="205" y="6525"/>
                  </a:lnTo>
                  <a:lnTo>
                    <a:pt x="205" y="5135"/>
                  </a:lnTo>
                  <a:lnTo>
                    <a:pt x="1941" y="5135"/>
                  </a:lnTo>
                  <a:close/>
                  <a:moveTo>
                    <a:pt x="4949" y="9589"/>
                  </a:moveTo>
                  <a:lnTo>
                    <a:pt x="3207" y="9589"/>
                  </a:lnTo>
                  <a:lnTo>
                    <a:pt x="3207" y="8199"/>
                  </a:lnTo>
                  <a:lnTo>
                    <a:pt x="4949" y="8199"/>
                  </a:lnTo>
                  <a:close/>
                  <a:moveTo>
                    <a:pt x="4949" y="6525"/>
                  </a:moveTo>
                  <a:lnTo>
                    <a:pt x="3207" y="6525"/>
                  </a:lnTo>
                  <a:lnTo>
                    <a:pt x="3207" y="5135"/>
                  </a:lnTo>
                  <a:lnTo>
                    <a:pt x="4949" y="5135"/>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39"/>
            <p:cNvSpPr/>
            <p:nvPr/>
          </p:nvSpPr>
          <p:spPr>
            <a:xfrm>
              <a:off x="7800602" y="2723087"/>
              <a:ext cx="185794" cy="408948"/>
            </a:xfrm>
            <a:custGeom>
              <a:avLst/>
              <a:gdLst/>
              <a:ahLst/>
              <a:cxnLst/>
              <a:rect l="l" t="t" r="r" b="b"/>
              <a:pathLst>
                <a:path w="6271" h="13803" extrusionOk="0">
                  <a:moveTo>
                    <a:pt x="5715" y="13802"/>
                  </a:moveTo>
                  <a:lnTo>
                    <a:pt x="0" y="0"/>
                  </a:lnTo>
                  <a:lnTo>
                    <a:pt x="649" y="0"/>
                  </a:lnTo>
                  <a:lnTo>
                    <a:pt x="1075" y="519"/>
                  </a:lnTo>
                  <a:lnTo>
                    <a:pt x="1446" y="661"/>
                  </a:lnTo>
                  <a:lnTo>
                    <a:pt x="6271" y="13709"/>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39"/>
            <p:cNvSpPr/>
            <p:nvPr/>
          </p:nvSpPr>
          <p:spPr>
            <a:xfrm>
              <a:off x="7732489" y="2735530"/>
              <a:ext cx="224813" cy="106363"/>
            </a:xfrm>
            <a:custGeom>
              <a:avLst/>
              <a:gdLst/>
              <a:ahLst/>
              <a:cxnLst/>
              <a:rect l="l" t="t" r="r" b="b"/>
              <a:pathLst>
                <a:path w="7588" h="3590" extrusionOk="0">
                  <a:moveTo>
                    <a:pt x="7050" y="754"/>
                  </a:moveTo>
                  <a:cubicBezTo>
                    <a:pt x="7149" y="661"/>
                    <a:pt x="7192" y="569"/>
                    <a:pt x="7174" y="495"/>
                  </a:cubicBezTo>
                  <a:cubicBezTo>
                    <a:pt x="7149" y="433"/>
                    <a:pt x="7069" y="396"/>
                    <a:pt x="6970" y="377"/>
                  </a:cubicBezTo>
                  <a:cubicBezTo>
                    <a:pt x="7038" y="303"/>
                    <a:pt x="7069" y="223"/>
                    <a:pt x="7050" y="161"/>
                  </a:cubicBezTo>
                  <a:cubicBezTo>
                    <a:pt x="6994" y="13"/>
                    <a:pt x="6679" y="0"/>
                    <a:pt x="6340" y="124"/>
                  </a:cubicBezTo>
                  <a:cubicBezTo>
                    <a:pt x="6000" y="247"/>
                    <a:pt x="5765" y="464"/>
                    <a:pt x="5821" y="612"/>
                  </a:cubicBezTo>
                  <a:cubicBezTo>
                    <a:pt x="5839" y="674"/>
                    <a:pt x="5919" y="711"/>
                    <a:pt x="6018" y="723"/>
                  </a:cubicBezTo>
                  <a:cubicBezTo>
                    <a:pt x="5950" y="804"/>
                    <a:pt x="5919" y="878"/>
                    <a:pt x="5944" y="939"/>
                  </a:cubicBezTo>
                  <a:cubicBezTo>
                    <a:pt x="5975" y="1020"/>
                    <a:pt x="6068" y="1057"/>
                    <a:pt x="6204" y="1057"/>
                  </a:cubicBezTo>
                  <a:lnTo>
                    <a:pt x="1286" y="2873"/>
                  </a:lnTo>
                  <a:cubicBezTo>
                    <a:pt x="1385" y="2780"/>
                    <a:pt x="1434" y="2688"/>
                    <a:pt x="1409" y="2608"/>
                  </a:cubicBezTo>
                  <a:cubicBezTo>
                    <a:pt x="1385" y="2546"/>
                    <a:pt x="1311" y="2509"/>
                    <a:pt x="1205" y="2496"/>
                  </a:cubicBezTo>
                  <a:cubicBezTo>
                    <a:pt x="1280" y="2416"/>
                    <a:pt x="1311" y="2342"/>
                    <a:pt x="1286" y="2280"/>
                  </a:cubicBezTo>
                  <a:cubicBezTo>
                    <a:pt x="1230" y="2132"/>
                    <a:pt x="915" y="2113"/>
                    <a:pt x="575" y="2237"/>
                  </a:cubicBezTo>
                  <a:cubicBezTo>
                    <a:pt x="236" y="2360"/>
                    <a:pt x="1" y="2577"/>
                    <a:pt x="56" y="2725"/>
                  </a:cubicBezTo>
                  <a:cubicBezTo>
                    <a:pt x="81" y="2787"/>
                    <a:pt x="155" y="2824"/>
                    <a:pt x="260" y="2842"/>
                  </a:cubicBezTo>
                  <a:cubicBezTo>
                    <a:pt x="186" y="2916"/>
                    <a:pt x="155" y="2997"/>
                    <a:pt x="180" y="3059"/>
                  </a:cubicBezTo>
                  <a:cubicBezTo>
                    <a:pt x="211" y="3133"/>
                    <a:pt x="303" y="3176"/>
                    <a:pt x="446" y="3176"/>
                  </a:cubicBezTo>
                  <a:lnTo>
                    <a:pt x="149" y="3281"/>
                  </a:lnTo>
                  <a:lnTo>
                    <a:pt x="266" y="3590"/>
                  </a:lnTo>
                  <a:lnTo>
                    <a:pt x="7587" y="890"/>
                  </a:lnTo>
                  <a:lnTo>
                    <a:pt x="7470" y="58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39"/>
            <p:cNvSpPr/>
            <p:nvPr/>
          </p:nvSpPr>
          <p:spPr>
            <a:xfrm>
              <a:off x="7763420" y="2809836"/>
              <a:ext cx="224813" cy="106926"/>
            </a:xfrm>
            <a:custGeom>
              <a:avLst/>
              <a:gdLst/>
              <a:ahLst/>
              <a:cxnLst/>
              <a:rect l="l" t="t" r="r" b="b"/>
              <a:pathLst>
                <a:path w="7588" h="3609" extrusionOk="0">
                  <a:moveTo>
                    <a:pt x="7056" y="761"/>
                  </a:moveTo>
                  <a:cubicBezTo>
                    <a:pt x="7155" y="668"/>
                    <a:pt x="7198" y="575"/>
                    <a:pt x="7180" y="495"/>
                  </a:cubicBezTo>
                  <a:cubicBezTo>
                    <a:pt x="7155" y="433"/>
                    <a:pt x="7075" y="396"/>
                    <a:pt x="6976" y="378"/>
                  </a:cubicBezTo>
                  <a:cubicBezTo>
                    <a:pt x="7044" y="303"/>
                    <a:pt x="7075" y="223"/>
                    <a:pt x="7056" y="161"/>
                  </a:cubicBezTo>
                  <a:cubicBezTo>
                    <a:pt x="7001" y="19"/>
                    <a:pt x="6686" y="1"/>
                    <a:pt x="6346" y="124"/>
                  </a:cubicBezTo>
                  <a:cubicBezTo>
                    <a:pt x="6006" y="248"/>
                    <a:pt x="5771" y="464"/>
                    <a:pt x="5827" y="612"/>
                  </a:cubicBezTo>
                  <a:cubicBezTo>
                    <a:pt x="5845" y="674"/>
                    <a:pt x="5926" y="711"/>
                    <a:pt x="6025" y="730"/>
                  </a:cubicBezTo>
                  <a:cubicBezTo>
                    <a:pt x="5957" y="804"/>
                    <a:pt x="5926" y="884"/>
                    <a:pt x="5950" y="946"/>
                  </a:cubicBezTo>
                  <a:cubicBezTo>
                    <a:pt x="5981" y="1020"/>
                    <a:pt x="6074" y="1057"/>
                    <a:pt x="6210" y="1057"/>
                  </a:cubicBezTo>
                  <a:lnTo>
                    <a:pt x="1286" y="2892"/>
                  </a:lnTo>
                  <a:cubicBezTo>
                    <a:pt x="1385" y="2799"/>
                    <a:pt x="1434" y="2707"/>
                    <a:pt x="1409" y="2626"/>
                  </a:cubicBezTo>
                  <a:cubicBezTo>
                    <a:pt x="1385" y="2565"/>
                    <a:pt x="1311" y="2527"/>
                    <a:pt x="1206" y="2509"/>
                  </a:cubicBezTo>
                  <a:cubicBezTo>
                    <a:pt x="1280" y="2435"/>
                    <a:pt x="1304" y="2355"/>
                    <a:pt x="1286" y="2293"/>
                  </a:cubicBezTo>
                  <a:cubicBezTo>
                    <a:pt x="1230" y="2151"/>
                    <a:pt x="915" y="2132"/>
                    <a:pt x="575" y="2256"/>
                  </a:cubicBezTo>
                  <a:cubicBezTo>
                    <a:pt x="236" y="2379"/>
                    <a:pt x="1" y="2595"/>
                    <a:pt x="56" y="2744"/>
                  </a:cubicBezTo>
                  <a:cubicBezTo>
                    <a:pt x="81" y="2806"/>
                    <a:pt x="155" y="2843"/>
                    <a:pt x="254" y="2861"/>
                  </a:cubicBezTo>
                  <a:cubicBezTo>
                    <a:pt x="186" y="2935"/>
                    <a:pt x="155" y="3016"/>
                    <a:pt x="180" y="3077"/>
                  </a:cubicBezTo>
                  <a:cubicBezTo>
                    <a:pt x="211" y="3151"/>
                    <a:pt x="304" y="3189"/>
                    <a:pt x="440" y="3189"/>
                  </a:cubicBezTo>
                  <a:lnTo>
                    <a:pt x="149" y="3300"/>
                  </a:lnTo>
                  <a:lnTo>
                    <a:pt x="267" y="3609"/>
                  </a:lnTo>
                  <a:lnTo>
                    <a:pt x="7588" y="903"/>
                  </a:lnTo>
                  <a:lnTo>
                    <a:pt x="7470" y="594"/>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39"/>
            <p:cNvSpPr/>
            <p:nvPr/>
          </p:nvSpPr>
          <p:spPr>
            <a:xfrm>
              <a:off x="7579107" y="2823761"/>
              <a:ext cx="173913" cy="383854"/>
            </a:xfrm>
            <a:custGeom>
              <a:avLst/>
              <a:gdLst/>
              <a:ahLst/>
              <a:cxnLst/>
              <a:rect l="l" t="t" r="r" b="b"/>
              <a:pathLst>
                <a:path w="5870" h="12956" extrusionOk="0">
                  <a:moveTo>
                    <a:pt x="5746" y="31"/>
                  </a:moveTo>
                  <a:cubicBezTo>
                    <a:pt x="5740" y="0"/>
                    <a:pt x="5697" y="13"/>
                    <a:pt x="5697" y="43"/>
                  </a:cubicBezTo>
                  <a:cubicBezTo>
                    <a:pt x="5709" y="538"/>
                    <a:pt x="5758" y="1032"/>
                    <a:pt x="5758" y="1532"/>
                  </a:cubicBezTo>
                  <a:cubicBezTo>
                    <a:pt x="5758" y="2027"/>
                    <a:pt x="5740" y="2527"/>
                    <a:pt x="5684" y="3021"/>
                  </a:cubicBezTo>
                  <a:cubicBezTo>
                    <a:pt x="5586" y="4034"/>
                    <a:pt x="5363" y="5035"/>
                    <a:pt x="5042" y="6005"/>
                  </a:cubicBezTo>
                  <a:cubicBezTo>
                    <a:pt x="4455" y="7772"/>
                    <a:pt x="3503" y="9409"/>
                    <a:pt x="2286" y="10812"/>
                  </a:cubicBezTo>
                  <a:cubicBezTo>
                    <a:pt x="1607" y="11596"/>
                    <a:pt x="847" y="12307"/>
                    <a:pt x="13" y="12912"/>
                  </a:cubicBezTo>
                  <a:cubicBezTo>
                    <a:pt x="0" y="12925"/>
                    <a:pt x="13" y="12956"/>
                    <a:pt x="31" y="12937"/>
                  </a:cubicBezTo>
                  <a:cubicBezTo>
                    <a:pt x="1520" y="11874"/>
                    <a:pt x="2812" y="10528"/>
                    <a:pt x="3775" y="8971"/>
                  </a:cubicBezTo>
                  <a:cubicBezTo>
                    <a:pt x="4813" y="7290"/>
                    <a:pt x="5480" y="5406"/>
                    <a:pt x="5746" y="3454"/>
                  </a:cubicBezTo>
                  <a:cubicBezTo>
                    <a:pt x="5820" y="2892"/>
                    <a:pt x="5870" y="2317"/>
                    <a:pt x="5870" y="1749"/>
                  </a:cubicBezTo>
                  <a:cubicBezTo>
                    <a:pt x="5864" y="1174"/>
                    <a:pt x="5864" y="587"/>
                    <a:pt x="5746" y="31"/>
                  </a:cubicBezTo>
                  <a:close/>
                </a:path>
              </a:pathLst>
            </a:custGeom>
            <a:solidFill>
              <a:srgbClr val="7A2B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39"/>
            <p:cNvSpPr/>
            <p:nvPr/>
          </p:nvSpPr>
          <p:spPr>
            <a:xfrm>
              <a:off x="7596498" y="2897889"/>
              <a:ext cx="188016" cy="337724"/>
            </a:xfrm>
            <a:custGeom>
              <a:avLst/>
              <a:gdLst/>
              <a:ahLst/>
              <a:cxnLst/>
              <a:rect l="l" t="t" r="r" b="b"/>
              <a:pathLst>
                <a:path w="6346" h="11399" extrusionOk="0">
                  <a:moveTo>
                    <a:pt x="6314" y="31"/>
                  </a:moveTo>
                  <a:cubicBezTo>
                    <a:pt x="6314" y="13"/>
                    <a:pt x="6277" y="0"/>
                    <a:pt x="6271" y="25"/>
                  </a:cubicBezTo>
                  <a:cubicBezTo>
                    <a:pt x="6222" y="217"/>
                    <a:pt x="6222" y="420"/>
                    <a:pt x="6191" y="618"/>
                  </a:cubicBezTo>
                  <a:cubicBezTo>
                    <a:pt x="6160" y="853"/>
                    <a:pt x="6123" y="1081"/>
                    <a:pt x="6080" y="1316"/>
                  </a:cubicBezTo>
                  <a:cubicBezTo>
                    <a:pt x="5993" y="1730"/>
                    <a:pt x="5882" y="2150"/>
                    <a:pt x="5758" y="2558"/>
                  </a:cubicBezTo>
                  <a:cubicBezTo>
                    <a:pt x="5493" y="3398"/>
                    <a:pt x="5134" y="4214"/>
                    <a:pt x="4727" y="4992"/>
                  </a:cubicBezTo>
                  <a:cubicBezTo>
                    <a:pt x="3936" y="6500"/>
                    <a:pt x="2997" y="7933"/>
                    <a:pt x="1922" y="9243"/>
                  </a:cubicBezTo>
                  <a:cubicBezTo>
                    <a:pt x="1323" y="9978"/>
                    <a:pt x="686" y="10688"/>
                    <a:pt x="13" y="11356"/>
                  </a:cubicBezTo>
                  <a:cubicBezTo>
                    <a:pt x="0" y="11368"/>
                    <a:pt x="25" y="11399"/>
                    <a:pt x="44" y="11387"/>
                  </a:cubicBezTo>
                  <a:cubicBezTo>
                    <a:pt x="1298" y="10188"/>
                    <a:pt x="2416" y="8884"/>
                    <a:pt x="3386" y="7451"/>
                  </a:cubicBezTo>
                  <a:cubicBezTo>
                    <a:pt x="4356" y="6030"/>
                    <a:pt x="5215" y="4498"/>
                    <a:pt x="5777" y="2867"/>
                  </a:cubicBezTo>
                  <a:cubicBezTo>
                    <a:pt x="5931" y="2410"/>
                    <a:pt x="6061" y="1946"/>
                    <a:pt x="6160" y="1477"/>
                  </a:cubicBezTo>
                  <a:cubicBezTo>
                    <a:pt x="6209" y="1242"/>
                    <a:pt x="6246" y="1014"/>
                    <a:pt x="6277" y="779"/>
                  </a:cubicBezTo>
                  <a:cubicBezTo>
                    <a:pt x="6308" y="538"/>
                    <a:pt x="6345" y="278"/>
                    <a:pt x="6314" y="31"/>
                  </a:cubicBezTo>
                  <a:close/>
                </a:path>
              </a:pathLst>
            </a:custGeom>
            <a:solidFill>
              <a:srgbClr val="7A2B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39"/>
            <p:cNvSpPr/>
            <p:nvPr/>
          </p:nvSpPr>
          <p:spPr>
            <a:xfrm>
              <a:off x="7656731" y="2755114"/>
              <a:ext cx="269640" cy="642324"/>
            </a:xfrm>
            <a:custGeom>
              <a:avLst/>
              <a:gdLst/>
              <a:ahLst/>
              <a:cxnLst/>
              <a:rect l="l" t="t" r="r" b="b"/>
              <a:pathLst>
                <a:path w="9101" h="21680" extrusionOk="0">
                  <a:moveTo>
                    <a:pt x="9008" y="56"/>
                  </a:moveTo>
                  <a:cubicBezTo>
                    <a:pt x="8915" y="1656"/>
                    <a:pt x="8390" y="3164"/>
                    <a:pt x="7661" y="4572"/>
                  </a:cubicBezTo>
                  <a:cubicBezTo>
                    <a:pt x="6932" y="5975"/>
                    <a:pt x="6030" y="7266"/>
                    <a:pt x="5190" y="8600"/>
                  </a:cubicBezTo>
                  <a:cubicBezTo>
                    <a:pt x="4368" y="9898"/>
                    <a:pt x="3651" y="11238"/>
                    <a:pt x="3132" y="12690"/>
                  </a:cubicBezTo>
                  <a:cubicBezTo>
                    <a:pt x="2632" y="14105"/>
                    <a:pt x="2274" y="15563"/>
                    <a:pt x="1866" y="16996"/>
                  </a:cubicBezTo>
                  <a:cubicBezTo>
                    <a:pt x="1409" y="18596"/>
                    <a:pt x="877" y="20197"/>
                    <a:pt x="12" y="21624"/>
                  </a:cubicBezTo>
                  <a:cubicBezTo>
                    <a:pt x="0" y="21648"/>
                    <a:pt x="37" y="21679"/>
                    <a:pt x="49" y="21648"/>
                  </a:cubicBezTo>
                  <a:cubicBezTo>
                    <a:pt x="1637" y="19085"/>
                    <a:pt x="2107" y="16063"/>
                    <a:pt x="3033" y="13240"/>
                  </a:cubicBezTo>
                  <a:cubicBezTo>
                    <a:pt x="3274" y="12511"/>
                    <a:pt x="3540" y="11794"/>
                    <a:pt x="3874" y="11109"/>
                  </a:cubicBezTo>
                  <a:cubicBezTo>
                    <a:pt x="4213" y="10380"/>
                    <a:pt x="4615" y="9688"/>
                    <a:pt x="5041" y="9008"/>
                  </a:cubicBezTo>
                  <a:cubicBezTo>
                    <a:pt x="5875" y="7649"/>
                    <a:pt x="6802" y="6339"/>
                    <a:pt x="7568" y="4943"/>
                  </a:cubicBezTo>
                  <a:cubicBezTo>
                    <a:pt x="8384" y="3435"/>
                    <a:pt x="9057" y="1767"/>
                    <a:pt x="9094" y="37"/>
                  </a:cubicBezTo>
                  <a:cubicBezTo>
                    <a:pt x="9100" y="0"/>
                    <a:pt x="9020" y="0"/>
                    <a:pt x="9008" y="56"/>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39"/>
            <p:cNvSpPr/>
            <p:nvPr/>
          </p:nvSpPr>
          <p:spPr>
            <a:xfrm>
              <a:off x="7785226" y="2829598"/>
              <a:ext cx="179572" cy="504319"/>
            </a:xfrm>
            <a:custGeom>
              <a:avLst/>
              <a:gdLst/>
              <a:ahLst/>
              <a:cxnLst/>
              <a:rect l="l" t="t" r="r" b="b"/>
              <a:pathLst>
                <a:path w="6061" h="17022" extrusionOk="0">
                  <a:moveTo>
                    <a:pt x="5900" y="19"/>
                  </a:moveTo>
                  <a:cubicBezTo>
                    <a:pt x="5894" y="1"/>
                    <a:pt x="5857" y="1"/>
                    <a:pt x="5857" y="32"/>
                  </a:cubicBezTo>
                  <a:cubicBezTo>
                    <a:pt x="5900" y="637"/>
                    <a:pt x="5931" y="1218"/>
                    <a:pt x="5832" y="1830"/>
                  </a:cubicBezTo>
                  <a:cubicBezTo>
                    <a:pt x="5740" y="2398"/>
                    <a:pt x="5567" y="2954"/>
                    <a:pt x="5363" y="3492"/>
                  </a:cubicBezTo>
                  <a:cubicBezTo>
                    <a:pt x="4905" y="4616"/>
                    <a:pt x="4251" y="5641"/>
                    <a:pt x="3608" y="6673"/>
                  </a:cubicBezTo>
                  <a:cubicBezTo>
                    <a:pt x="2984" y="7674"/>
                    <a:pt x="2410" y="8700"/>
                    <a:pt x="1940" y="9793"/>
                  </a:cubicBezTo>
                  <a:cubicBezTo>
                    <a:pt x="1483" y="10850"/>
                    <a:pt x="1106" y="11943"/>
                    <a:pt x="797" y="13068"/>
                  </a:cubicBezTo>
                  <a:cubicBezTo>
                    <a:pt x="451" y="14346"/>
                    <a:pt x="192" y="15650"/>
                    <a:pt x="6" y="16966"/>
                  </a:cubicBezTo>
                  <a:cubicBezTo>
                    <a:pt x="0" y="17003"/>
                    <a:pt x="56" y="17022"/>
                    <a:pt x="62" y="16978"/>
                  </a:cubicBezTo>
                  <a:cubicBezTo>
                    <a:pt x="420" y="14643"/>
                    <a:pt x="982" y="12314"/>
                    <a:pt x="1903" y="10133"/>
                  </a:cubicBezTo>
                  <a:cubicBezTo>
                    <a:pt x="2366" y="9021"/>
                    <a:pt x="2935" y="7971"/>
                    <a:pt x="3571" y="6939"/>
                  </a:cubicBezTo>
                  <a:cubicBezTo>
                    <a:pt x="4201" y="5913"/>
                    <a:pt x="4875" y="4894"/>
                    <a:pt x="5350" y="3782"/>
                  </a:cubicBezTo>
                  <a:cubicBezTo>
                    <a:pt x="5610" y="3183"/>
                    <a:pt x="5814" y="2552"/>
                    <a:pt x="5925" y="1916"/>
                  </a:cubicBezTo>
                  <a:cubicBezTo>
                    <a:pt x="6018" y="1298"/>
                    <a:pt x="6061" y="625"/>
                    <a:pt x="5900" y="1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39"/>
            <p:cNvSpPr/>
            <p:nvPr/>
          </p:nvSpPr>
          <p:spPr>
            <a:xfrm>
              <a:off x="7684551" y="2748537"/>
              <a:ext cx="157055" cy="646887"/>
            </a:xfrm>
            <a:custGeom>
              <a:avLst/>
              <a:gdLst/>
              <a:ahLst/>
              <a:cxnLst/>
              <a:rect l="l" t="t" r="r" b="b"/>
              <a:pathLst>
                <a:path w="5301" h="21834" extrusionOk="0">
                  <a:moveTo>
                    <a:pt x="0" y="0"/>
                  </a:moveTo>
                  <a:lnTo>
                    <a:pt x="1915" y="0"/>
                  </a:lnTo>
                  <a:lnTo>
                    <a:pt x="1915" y="1668"/>
                  </a:lnTo>
                  <a:lnTo>
                    <a:pt x="3929" y="1668"/>
                  </a:lnTo>
                  <a:lnTo>
                    <a:pt x="4053" y="2786"/>
                  </a:lnTo>
                  <a:lnTo>
                    <a:pt x="4516" y="3126"/>
                  </a:lnTo>
                  <a:lnTo>
                    <a:pt x="4578" y="3528"/>
                  </a:lnTo>
                  <a:lnTo>
                    <a:pt x="4992" y="3651"/>
                  </a:lnTo>
                  <a:lnTo>
                    <a:pt x="5301" y="3867"/>
                  </a:lnTo>
                  <a:lnTo>
                    <a:pt x="5301" y="21833"/>
                  </a:lnTo>
                  <a:lnTo>
                    <a:pt x="93" y="21833"/>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39"/>
            <p:cNvSpPr/>
            <p:nvPr/>
          </p:nvSpPr>
          <p:spPr>
            <a:xfrm>
              <a:off x="7629444" y="2931190"/>
              <a:ext cx="137679" cy="483462"/>
            </a:xfrm>
            <a:custGeom>
              <a:avLst/>
              <a:gdLst/>
              <a:ahLst/>
              <a:cxnLst/>
              <a:rect l="l" t="t" r="r" b="b"/>
              <a:pathLst>
                <a:path w="4647" h="16318" extrusionOk="0">
                  <a:moveTo>
                    <a:pt x="309" y="6037"/>
                  </a:moveTo>
                  <a:lnTo>
                    <a:pt x="1366" y="6037"/>
                  </a:lnTo>
                  <a:lnTo>
                    <a:pt x="1366" y="1"/>
                  </a:lnTo>
                  <a:lnTo>
                    <a:pt x="1829" y="155"/>
                  </a:lnTo>
                  <a:lnTo>
                    <a:pt x="1891" y="927"/>
                  </a:lnTo>
                  <a:lnTo>
                    <a:pt x="2385" y="1298"/>
                  </a:lnTo>
                  <a:lnTo>
                    <a:pt x="2756" y="1483"/>
                  </a:lnTo>
                  <a:lnTo>
                    <a:pt x="2447" y="3096"/>
                  </a:lnTo>
                  <a:lnTo>
                    <a:pt x="2632" y="4671"/>
                  </a:lnTo>
                  <a:lnTo>
                    <a:pt x="3683" y="4671"/>
                  </a:lnTo>
                  <a:lnTo>
                    <a:pt x="3652" y="5604"/>
                  </a:lnTo>
                  <a:lnTo>
                    <a:pt x="4183" y="6160"/>
                  </a:lnTo>
                  <a:lnTo>
                    <a:pt x="4368" y="6593"/>
                  </a:lnTo>
                  <a:lnTo>
                    <a:pt x="4646" y="7896"/>
                  </a:lnTo>
                  <a:lnTo>
                    <a:pt x="4646" y="16317"/>
                  </a:lnTo>
                  <a:lnTo>
                    <a:pt x="0" y="16317"/>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39"/>
            <p:cNvSpPr/>
            <p:nvPr/>
          </p:nvSpPr>
          <p:spPr>
            <a:xfrm>
              <a:off x="7449516" y="2590385"/>
              <a:ext cx="196786" cy="840532"/>
            </a:xfrm>
            <a:custGeom>
              <a:avLst/>
              <a:gdLst/>
              <a:ahLst/>
              <a:cxnLst/>
              <a:rect l="l" t="t" r="r" b="b"/>
              <a:pathLst>
                <a:path w="6642" h="28370" extrusionOk="0">
                  <a:moveTo>
                    <a:pt x="6179" y="14753"/>
                  </a:moveTo>
                  <a:lnTo>
                    <a:pt x="6179" y="13777"/>
                  </a:lnTo>
                  <a:lnTo>
                    <a:pt x="5159" y="12665"/>
                  </a:lnTo>
                  <a:lnTo>
                    <a:pt x="6271" y="12387"/>
                  </a:lnTo>
                  <a:lnTo>
                    <a:pt x="6271" y="352"/>
                  </a:lnTo>
                  <a:lnTo>
                    <a:pt x="5209" y="210"/>
                  </a:lnTo>
                  <a:lnTo>
                    <a:pt x="3751" y="2206"/>
                  </a:lnTo>
                  <a:cubicBezTo>
                    <a:pt x="3751" y="1866"/>
                    <a:pt x="3751" y="1520"/>
                    <a:pt x="3757" y="1186"/>
                  </a:cubicBezTo>
                  <a:cubicBezTo>
                    <a:pt x="3757" y="816"/>
                    <a:pt x="3788" y="426"/>
                    <a:pt x="3751" y="56"/>
                  </a:cubicBezTo>
                  <a:cubicBezTo>
                    <a:pt x="3738" y="0"/>
                    <a:pt x="3664" y="0"/>
                    <a:pt x="3664" y="56"/>
                  </a:cubicBezTo>
                  <a:cubicBezTo>
                    <a:pt x="3633" y="420"/>
                    <a:pt x="3652" y="791"/>
                    <a:pt x="3652" y="1149"/>
                  </a:cubicBezTo>
                  <a:cubicBezTo>
                    <a:pt x="3652" y="1532"/>
                    <a:pt x="3652" y="1909"/>
                    <a:pt x="3664" y="2280"/>
                  </a:cubicBezTo>
                  <a:lnTo>
                    <a:pt x="3664" y="2329"/>
                  </a:lnTo>
                  <a:lnTo>
                    <a:pt x="2898" y="3367"/>
                  </a:lnTo>
                  <a:lnTo>
                    <a:pt x="2595" y="3701"/>
                  </a:lnTo>
                  <a:lnTo>
                    <a:pt x="2503" y="3701"/>
                  </a:lnTo>
                  <a:lnTo>
                    <a:pt x="2503" y="3509"/>
                  </a:lnTo>
                  <a:lnTo>
                    <a:pt x="2503" y="2657"/>
                  </a:lnTo>
                  <a:cubicBezTo>
                    <a:pt x="2638" y="2669"/>
                    <a:pt x="2756" y="2669"/>
                    <a:pt x="2879" y="2644"/>
                  </a:cubicBezTo>
                  <a:cubicBezTo>
                    <a:pt x="2923" y="2638"/>
                    <a:pt x="2923" y="2564"/>
                    <a:pt x="2879" y="2558"/>
                  </a:cubicBezTo>
                  <a:cubicBezTo>
                    <a:pt x="2756" y="2533"/>
                    <a:pt x="2626" y="2546"/>
                    <a:pt x="2503" y="2546"/>
                  </a:cubicBezTo>
                  <a:lnTo>
                    <a:pt x="2503" y="2335"/>
                  </a:lnTo>
                  <a:cubicBezTo>
                    <a:pt x="2503" y="1940"/>
                    <a:pt x="2533" y="1532"/>
                    <a:pt x="2490" y="1137"/>
                  </a:cubicBezTo>
                  <a:cubicBezTo>
                    <a:pt x="2478" y="1094"/>
                    <a:pt x="2416" y="1094"/>
                    <a:pt x="2416" y="1137"/>
                  </a:cubicBezTo>
                  <a:cubicBezTo>
                    <a:pt x="2373" y="1532"/>
                    <a:pt x="2404" y="1940"/>
                    <a:pt x="2404" y="2335"/>
                  </a:cubicBezTo>
                  <a:lnTo>
                    <a:pt x="2404" y="2552"/>
                  </a:lnTo>
                  <a:lnTo>
                    <a:pt x="2336" y="2552"/>
                  </a:lnTo>
                  <a:cubicBezTo>
                    <a:pt x="2138" y="2552"/>
                    <a:pt x="1947" y="2552"/>
                    <a:pt x="1755" y="2558"/>
                  </a:cubicBezTo>
                  <a:cubicBezTo>
                    <a:pt x="1570" y="2558"/>
                    <a:pt x="1384" y="2558"/>
                    <a:pt x="1199" y="2564"/>
                  </a:cubicBezTo>
                  <a:cubicBezTo>
                    <a:pt x="1199" y="2224"/>
                    <a:pt x="1205" y="1897"/>
                    <a:pt x="1180" y="1557"/>
                  </a:cubicBezTo>
                  <a:cubicBezTo>
                    <a:pt x="1180" y="1514"/>
                    <a:pt x="1119" y="1514"/>
                    <a:pt x="1119" y="1557"/>
                  </a:cubicBezTo>
                  <a:cubicBezTo>
                    <a:pt x="1100" y="1884"/>
                    <a:pt x="1106" y="2224"/>
                    <a:pt x="1106" y="2564"/>
                  </a:cubicBezTo>
                  <a:cubicBezTo>
                    <a:pt x="933" y="2564"/>
                    <a:pt x="766" y="2576"/>
                    <a:pt x="593" y="2583"/>
                  </a:cubicBezTo>
                  <a:cubicBezTo>
                    <a:pt x="563" y="2583"/>
                    <a:pt x="563" y="2620"/>
                    <a:pt x="593" y="2620"/>
                  </a:cubicBezTo>
                  <a:cubicBezTo>
                    <a:pt x="766" y="2626"/>
                    <a:pt x="933" y="2626"/>
                    <a:pt x="1106" y="2638"/>
                  </a:cubicBezTo>
                  <a:lnTo>
                    <a:pt x="1106" y="2898"/>
                  </a:lnTo>
                  <a:lnTo>
                    <a:pt x="1106" y="3726"/>
                  </a:lnTo>
                  <a:cubicBezTo>
                    <a:pt x="946" y="3732"/>
                    <a:pt x="779" y="3732"/>
                    <a:pt x="618" y="3738"/>
                  </a:cubicBezTo>
                  <a:cubicBezTo>
                    <a:pt x="581" y="3738"/>
                    <a:pt x="581" y="3793"/>
                    <a:pt x="618" y="3793"/>
                  </a:cubicBezTo>
                  <a:cubicBezTo>
                    <a:pt x="779" y="3800"/>
                    <a:pt x="946" y="3800"/>
                    <a:pt x="1106" y="3812"/>
                  </a:cubicBezTo>
                  <a:lnTo>
                    <a:pt x="1106" y="4244"/>
                  </a:lnTo>
                  <a:lnTo>
                    <a:pt x="1106" y="5468"/>
                  </a:lnTo>
                  <a:lnTo>
                    <a:pt x="56" y="5931"/>
                  </a:lnTo>
                  <a:lnTo>
                    <a:pt x="56" y="12943"/>
                  </a:lnTo>
                  <a:lnTo>
                    <a:pt x="933" y="13963"/>
                  </a:lnTo>
                  <a:lnTo>
                    <a:pt x="149" y="14519"/>
                  </a:lnTo>
                  <a:lnTo>
                    <a:pt x="0" y="28370"/>
                  </a:lnTo>
                  <a:lnTo>
                    <a:pt x="6642" y="28185"/>
                  </a:lnTo>
                  <a:lnTo>
                    <a:pt x="6642" y="15075"/>
                  </a:lnTo>
                  <a:close/>
                  <a:moveTo>
                    <a:pt x="1180" y="2929"/>
                  </a:moveTo>
                  <a:lnTo>
                    <a:pt x="1180" y="2644"/>
                  </a:lnTo>
                  <a:cubicBezTo>
                    <a:pt x="1366" y="2644"/>
                    <a:pt x="1551" y="2651"/>
                    <a:pt x="1743" y="2651"/>
                  </a:cubicBezTo>
                  <a:cubicBezTo>
                    <a:pt x="1934" y="2651"/>
                    <a:pt x="2126" y="2651"/>
                    <a:pt x="2317" y="2657"/>
                  </a:cubicBezTo>
                  <a:lnTo>
                    <a:pt x="2391" y="2657"/>
                  </a:lnTo>
                  <a:lnTo>
                    <a:pt x="2391" y="3515"/>
                  </a:lnTo>
                  <a:lnTo>
                    <a:pt x="2391" y="3707"/>
                  </a:lnTo>
                  <a:cubicBezTo>
                    <a:pt x="2175" y="3707"/>
                    <a:pt x="1947" y="3719"/>
                    <a:pt x="1743" y="3719"/>
                  </a:cubicBezTo>
                  <a:cubicBezTo>
                    <a:pt x="1557" y="3719"/>
                    <a:pt x="1372" y="3726"/>
                    <a:pt x="1180" y="3726"/>
                  </a:cubicBezTo>
                  <a:close/>
                  <a:moveTo>
                    <a:pt x="1180" y="4244"/>
                  </a:moveTo>
                  <a:lnTo>
                    <a:pt x="1180" y="3812"/>
                  </a:lnTo>
                  <a:cubicBezTo>
                    <a:pt x="1366" y="3818"/>
                    <a:pt x="1551" y="3818"/>
                    <a:pt x="1743" y="3818"/>
                  </a:cubicBezTo>
                  <a:cubicBezTo>
                    <a:pt x="1953" y="3818"/>
                    <a:pt x="2175" y="3824"/>
                    <a:pt x="2398" y="3824"/>
                  </a:cubicBezTo>
                  <a:cubicBezTo>
                    <a:pt x="2404" y="4183"/>
                    <a:pt x="2404" y="4529"/>
                    <a:pt x="2410" y="4881"/>
                  </a:cubicBezTo>
                  <a:lnTo>
                    <a:pt x="1187" y="5424"/>
                  </a:lnTo>
                  <a:close/>
                  <a:moveTo>
                    <a:pt x="2472" y="4862"/>
                  </a:moveTo>
                  <a:cubicBezTo>
                    <a:pt x="2484" y="4597"/>
                    <a:pt x="2484" y="4337"/>
                    <a:pt x="2490" y="4078"/>
                  </a:cubicBezTo>
                  <a:lnTo>
                    <a:pt x="2706" y="4757"/>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39"/>
            <p:cNvSpPr/>
            <p:nvPr/>
          </p:nvSpPr>
          <p:spPr>
            <a:xfrm>
              <a:off x="7517778" y="3127236"/>
              <a:ext cx="128524" cy="69951"/>
            </a:xfrm>
            <a:custGeom>
              <a:avLst/>
              <a:gdLst/>
              <a:ahLst/>
              <a:cxnLst/>
              <a:rect l="l" t="t" r="r" b="b"/>
              <a:pathLst>
                <a:path w="4338" h="2361" extrusionOk="0">
                  <a:moveTo>
                    <a:pt x="4338" y="75"/>
                  </a:moveTo>
                  <a:cubicBezTo>
                    <a:pt x="3992" y="38"/>
                    <a:pt x="2824" y="0"/>
                    <a:pt x="2824" y="0"/>
                  </a:cubicBezTo>
                  <a:lnTo>
                    <a:pt x="1990" y="439"/>
                  </a:lnTo>
                  <a:lnTo>
                    <a:pt x="1762" y="927"/>
                  </a:lnTo>
                  <a:lnTo>
                    <a:pt x="835" y="1063"/>
                  </a:lnTo>
                  <a:lnTo>
                    <a:pt x="1" y="742"/>
                  </a:lnTo>
                  <a:lnTo>
                    <a:pt x="767" y="1205"/>
                  </a:lnTo>
                  <a:lnTo>
                    <a:pt x="1786" y="1113"/>
                  </a:lnTo>
                  <a:lnTo>
                    <a:pt x="1527" y="1483"/>
                  </a:lnTo>
                  <a:lnTo>
                    <a:pt x="767" y="1669"/>
                  </a:lnTo>
                  <a:lnTo>
                    <a:pt x="279" y="2360"/>
                  </a:lnTo>
                  <a:lnTo>
                    <a:pt x="1737" y="1594"/>
                  </a:lnTo>
                  <a:lnTo>
                    <a:pt x="2040" y="1063"/>
                  </a:lnTo>
                  <a:lnTo>
                    <a:pt x="2108" y="556"/>
                  </a:lnTo>
                  <a:lnTo>
                    <a:pt x="2849" y="229"/>
                  </a:lnTo>
                  <a:lnTo>
                    <a:pt x="4338" y="371"/>
                  </a:lnTo>
                  <a:lnTo>
                    <a:pt x="4338" y="75"/>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39"/>
            <p:cNvSpPr/>
            <p:nvPr/>
          </p:nvSpPr>
          <p:spPr>
            <a:xfrm>
              <a:off x="7535910" y="2683179"/>
              <a:ext cx="57685" cy="106748"/>
            </a:xfrm>
            <a:custGeom>
              <a:avLst/>
              <a:gdLst/>
              <a:ahLst/>
              <a:cxnLst/>
              <a:rect l="l" t="t" r="r" b="b"/>
              <a:pathLst>
                <a:path w="1947" h="3603" extrusionOk="0">
                  <a:moveTo>
                    <a:pt x="359" y="699"/>
                  </a:moveTo>
                  <a:lnTo>
                    <a:pt x="1156" y="655"/>
                  </a:lnTo>
                  <a:lnTo>
                    <a:pt x="822" y="1279"/>
                  </a:lnTo>
                  <a:lnTo>
                    <a:pt x="915" y="2027"/>
                  </a:lnTo>
                  <a:lnTo>
                    <a:pt x="1180" y="2768"/>
                  </a:lnTo>
                  <a:lnTo>
                    <a:pt x="1947" y="3602"/>
                  </a:lnTo>
                  <a:lnTo>
                    <a:pt x="1341" y="2700"/>
                  </a:lnTo>
                  <a:lnTo>
                    <a:pt x="1131" y="1866"/>
                  </a:lnTo>
                  <a:lnTo>
                    <a:pt x="1007" y="1236"/>
                  </a:lnTo>
                  <a:lnTo>
                    <a:pt x="1409" y="353"/>
                  </a:lnTo>
                  <a:lnTo>
                    <a:pt x="544" y="495"/>
                  </a:lnTo>
                  <a:lnTo>
                    <a:pt x="143" y="0"/>
                  </a:lnTo>
                  <a:lnTo>
                    <a:pt x="0" y="192"/>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39"/>
            <p:cNvSpPr/>
            <p:nvPr/>
          </p:nvSpPr>
          <p:spPr>
            <a:xfrm>
              <a:off x="7499853" y="3324199"/>
              <a:ext cx="210148" cy="110570"/>
            </a:xfrm>
            <a:custGeom>
              <a:avLst/>
              <a:gdLst/>
              <a:ahLst/>
              <a:cxnLst/>
              <a:rect l="l" t="t" r="r" b="b"/>
              <a:pathLst>
                <a:path w="7093" h="3732" extrusionOk="0">
                  <a:moveTo>
                    <a:pt x="0" y="3219"/>
                  </a:moveTo>
                  <a:cubicBezTo>
                    <a:pt x="25" y="3151"/>
                    <a:pt x="371" y="2502"/>
                    <a:pt x="371" y="2502"/>
                  </a:cubicBezTo>
                  <a:cubicBezTo>
                    <a:pt x="371" y="2502"/>
                    <a:pt x="371" y="2014"/>
                    <a:pt x="581" y="1829"/>
                  </a:cubicBezTo>
                  <a:cubicBezTo>
                    <a:pt x="791" y="1643"/>
                    <a:pt x="1761" y="859"/>
                    <a:pt x="1761" y="859"/>
                  </a:cubicBezTo>
                  <a:lnTo>
                    <a:pt x="3201" y="0"/>
                  </a:lnTo>
                  <a:lnTo>
                    <a:pt x="4127" y="791"/>
                  </a:lnTo>
                  <a:lnTo>
                    <a:pt x="4844" y="884"/>
                  </a:lnTo>
                  <a:lnTo>
                    <a:pt x="5375" y="1551"/>
                  </a:lnTo>
                  <a:lnTo>
                    <a:pt x="6395" y="2088"/>
                  </a:lnTo>
                  <a:lnTo>
                    <a:pt x="7093" y="3083"/>
                  </a:lnTo>
                  <a:lnTo>
                    <a:pt x="6469" y="3571"/>
                  </a:lnTo>
                  <a:lnTo>
                    <a:pt x="3818" y="3732"/>
                  </a:lnTo>
                  <a:close/>
                </a:path>
              </a:pathLst>
            </a:custGeom>
            <a:solidFill>
              <a:srgbClr val="7A2B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39"/>
            <p:cNvSpPr/>
            <p:nvPr/>
          </p:nvSpPr>
          <p:spPr>
            <a:xfrm>
              <a:off x="7543584" y="3378358"/>
              <a:ext cx="164047" cy="53478"/>
            </a:xfrm>
            <a:custGeom>
              <a:avLst/>
              <a:gdLst/>
              <a:ahLst/>
              <a:cxnLst/>
              <a:rect l="l" t="t" r="r" b="b"/>
              <a:pathLst>
                <a:path w="5537" h="1805" extrusionOk="0">
                  <a:moveTo>
                    <a:pt x="5537" y="1329"/>
                  </a:moveTo>
                  <a:lnTo>
                    <a:pt x="5345" y="884"/>
                  </a:lnTo>
                  <a:lnTo>
                    <a:pt x="4159" y="421"/>
                  </a:lnTo>
                  <a:lnTo>
                    <a:pt x="3590" y="124"/>
                  </a:lnTo>
                  <a:lnTo>
                    <a:pt x="2806" y="279"/>
                  </a:lnTo>
                  <a:lnTo>
                    <a:pt x="2126" y="1"/>
                  </a:lnTo>
                  <a:lnTo>
                    <a:pt x="1354" y="310"/>
                  </a:lnTo>
                  <a:lnTo>
                    <a:pt x="872" y="866"/>
                  </a:lnTo>
                  <a:lnTo>
                    <a:pt x="1" y="1595"/>
                  </a:lnTo>
                  <a:lnTo>
                    <a:pt x="520" y="1663"/>
                  </a:lnTo>
                  <a:lnTo>
                    <a:pt x="2787" y="1805"/>
                  </a:lnTo>
                  <a:lnTo>
                    <a:pt x="4820" y="1755"/>
                  </a:lnTo>
                  <a:lnTo>
                    <a:pt x="5005" y="1749"/>
                  </a:lnTo>
                  <a:close/>
                </a:path>
              </a:pathLst>
            </a:custGeom>
            <a:solidFill>
              <a:srgbClr val="7A2B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39"/>
            <p:cNvSpPr/>
            <p:nvPr/>
          </p:nvSpPr>
          <p:spPr>
            <a:xfrm>
              <a:off x="6819310" y="2679712"/>
              <a:ext cx="326021" cy="752124"/>
            </a:xfrm>
            <a:custGeom>
              <a:avLst/>
              <a:gdLst/>
              <a:ahLst/>
              <a:cxnLst/>
              <a:rect l="l" t="t" r="r" b="b"/>
              <a:pathLst>
                <a:path w="11004" h="25386" extrusionOk="0">
                  <a:moveTo>
                    <a:pt x="155" y="1452"/>
                  </a:moveTo>
                  <a:cubicBezTo>
                    <a:pt x="155" y="1452"/>
                    <a:pt x="247" y="649"/>
                    <a:pt x="371" y="556"/>
                  </a:cubicBezTo>
                  <a:cubicBezTo>
                    <a:pt x="494" y="463"/>
                    <a:pt x="1421" y="0"/>
                    <a:pt x="1514" y="0"/>
                  </a:cubicBezTo>
                  <a:cubicBezTo>
                    <a:pt x="1606" y="0"/>
                    <a:pt x="1823" y="433"/>
                    <a:pt x="1823" y="433"/>
                  </a:cubicBezTo>
                  <a:lnTo>
                    <a:pt x="2317" y="803"/>
                  </a:lnTo>
                  <a:lnTo>
                    <a:pt x="3151" y="1390"/>
                  </a:lnTo>
                  <a:lnTo>
                    <a:pt x="3553" y="5505"/>
                  </a:lnTo>
                  <a:lnTo>
                    <a:pt x="3583" y="6617"/>
                  </a:lnTo>
                  <a:lnTo>
                    <a:pt x="4139" y="6555"/>
                  </a:lnTo>
                  <a:lnTo>
                    <a:pt x="4665" y="6401"/>
                  </a:lnTo>
                  <a:lnTo>
                    <a:pt x="5437" y="6740"/>
                  </a:lnTo>
                  <a:lnTo>
                    <a:pt x="5437" y="7482"/>
                  </a:lnTo>
                  <a:lnTo>
                    <a:pt x="5808" y="6370"/>
                  </a:lnTo>
                  <a:lnTo>
                    <a:pt x="6549" y="6308"/>
                  </a:lnTo>
                  <a:lnTo>
                    <a:pt x="7105" y="5937"/>
                  </a:lnTo>
                  <a:lnTo>
                    <a:pt x="8810" y="5659"/>
                  </a:lnTo>
                  <a:lnTo>
                    <a:pt x="9274" y="6123"/>
                  </a:lnTo>
                  <a:lnTo>
                    <a:pt x="9490" y="6926"/>
                  </a:lnTo>
                  <a:lnTo>
                    <a:pt x="10478" y="7018"/>
                  </a:lnTo>
                  <a:lnTo>
                    <a:pt x="11003" y="7018"/>
                  </a:lnTo>
                  <a:lnTo>
                    <a:pt x="11003" y="25386"/>
                  </a:lnTo>
                  <a:lnTo>
                    <a:pt x="0" y="25386"/>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39"/>
            <p:cNvSpPr/>
            <p:nvPr/>
          </p:nvSpPr>
          <p:spPr>
            <a:xfrm>
              <a:off x="7005459" y="3015570"/>
              <a:ext cx="99045" cy="334080"/>
            </a:xfrm>
            <a:custGeom>
              <a:avLst/>
              <a:gdLst/>
              <a:ahLst/>
              <a:cxnLst/>
              <a:rect l="l" t="t" r="r" b="b"/>
              <a:pathLst>
                <a:path w="3343" h="11276" extrusionOk="0">
                  <a:moveTo>
                    <a:pt x="0" y="1"/>
                  </a:moveTo>
                  <a:lnTo>
                    <a:pt x="3343" y="1"/>
                  </a:lnTo>
                  <a:lnTo>
                    <a:pt x="3343" y="11276"/>
                  </a:lnTo>
                  <a:lnTo>
                    <a:pt x="0" y="11276"/>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39"/>
            <p:cNvSpPr/>
            <p:nvPr/>
          </p:nvSpPr>
          <p:spPr>
            <a:xfrm>
              <a:off x="6783253" y="2575542"/>
              <a:ext cx="66454" cy="155633"/>
            </a:xfrm>
            <a:custGeom>
              <a:avLst/>
              <a:gdLst/>
              <a:ahLst/>
              <a:cxnLst/>
              <a:rect l="l" t="t" r="r" b="b"/>
              <a:pathLst>
                <a:path w="2243" h="5253" extrusionOk="0">
                  <a:moveTo>
                    <a:pt x="2169" y="2719"/>
                  </a:moveTo>
                  <a:cubicBezTo>
                    <a:pt x="1996" y="2756"/>
                    <a:pt x="1816" y="2812"/>
                    <a:pt x="1643" y="2867"/>
                  </a:cubicBezTo>
                  <a:cubicBezTo>
                    <a:pt x="1656" y="2775"/>
                    <a:pt x="1656" y="2682"/>
                    <a:pt x="1662" y="2589"/>
                  </a:cubicBezTo>
                  <a:cubicBezTo>
                    <a:pt x="1674" y="2385"/>
                    <a:pt x="1693" y="2194"/>
                    <a:pt x="1705" y="1990"/>
                  </a:cubicBezTo>
                  <a:cubicBezTo>
                    <a:pt x="1841" y="1959"/>
                    <a:pt x="1996" y="1947"/>
                    <a:pt x="2119" y="1885"/>
                  </a:cubicBezTo>
                  <a:cubicBezTo>
                    <a:pt x="2150" y="1866"/>
                    <a:pt x="2132" y="1817"/>
                    <a:pt x="2101" y="1817"/>
                  </a:cubicBezTo>
                  <a:cubicBezTo>
                    <a:pt x="1977" y="1823"/>
                    <a:pt x="1847" y="1866"/>
                    <a:pt x="1724" y="1904"/>
                  </a:cubicBezTo>
                  <a:cubicBezTo>
                    <a:pt x="1742" y="1706"/>
                    <a:pt x="1755" y="1514"/>
                    <a:pt x="1779" y="1323"/>
                  </a:cubicBezTo>
                  <a:cubicBezTo>
                    <a:pt x="1823" y="897"/>
                    <a:pt x="1903" y="458"/>
                    <a:pt x="1928" y="32"/>
                  </a:cubicBezTo>
                  <a:cubicBezTo>
                    <a:pt x="1928" y="1"/>
                    <a:pt x="1878" y="1"/>
                    <a:pt x="1878" y="25"/>
                  </a:cubicBezTo>
                  <a:cubicBezTo>
                    <a:pt x="1841" y="205"/>
                    <a:pt x="1810" y="378"/>
                    <a:pt x="1786" y="563"/>
                  </a:cubicBezTo>
                  <a:cubicBezTo>
                    <a:pt x="1625" y="581"/>
                    <a:pt x="1452" y="594"/>
                    <a:pt x="1291" y="619"/>
                  </a:cubicBezTo>
                  <a:cubicBezTo>
                    <a:pt x="1279" y="470"/>
                    <a:pt x="1260" y="334"/>
                    <a:pt x="1242" y="186"/>
                  </a:cubicBezTo>
                  <a:cubicBezTo>
                    <a:pt x="1242" y="161"/>
                    <a:pt x="1205" y="161"/>
                    <a:pt x="1217" y="186"/>
                  </a:cubicBezTo>
                  <a:cubicBezTo>
                    <a:pt x="1223" y="334"/>
                    <a:pt x="1230" y="476"/>
                    <a:pt x="1242" y="619"/>
                  </a:cubicBezTo>
                  <a:cubicBezTo>
                    <a:pt x="1137" y="631"/>
                    <a:pt x="1019" y="649"/>
                    <a:pt x="914" y="668"/>
                  </a:cubicBezTo>
                  <a:cubicBezTo>
                    <a:pt x="834" y="674"/>
                    <a:pt x="748" y="686"/>
                    <a:pt x="673" y="699"/>
                  </a:cubicBezTo>
                  <a:cubicBezTo>
                    <a:pt x="655" y="520"/>
                    <a:pt x="643" y="347"/>
                    <a:pt x="618" y="180"/>
                  </a:cubicBezTo>
                  <a:cubicBezTo>
                    <a:pt x="612" y="149"/>
                    <a:pt x="562" y="155"/>
                    <a:pt x="562" y="186"/>
                  </a:cubicBezTo>
                  <a:cubicBezTo>
                    <a:pt x="575" y="365"/>
                    <a:pt x="581" y="532"/>
                    <a:pt x="593" y="711"/>
                  </a:cubicBezTo>
                  <a:cubicBezTo>
                    <a:pt x="402" y="736"/>
                    <a:pt x="216" y="761"/>
                    <a:pt x="25" y="779"/>
                  </a:cubicBezTo>
                  <a:cubicBezTo>
                    <a:pt x="0" y="779"/>
                    <a:pt x="0" y="822"/>
                    <a:pt x="25" y="822"/>
                  </a:cubicBezTo>
                  <a:cubicBezTo>
                    <a:pt x="216" y="798"/>
                    <a:pt x="408" y="773"/>
                    <a:pt x="593" y="748"/>
                  </a:cubicBezTo>
                  <a:cubicBezTo>
                    <a:pt x="624" y="1168"/>
                    <a:pt x="673" y="1582"/>
                    <a:pt x="711" y="1996"/>
                  </a:cubicBezTo>
                  <a:cubicBezTo>
                    <a:pt x="717" y="2046"/>
                    <a:pt x="717" y="2101"/>
                    <a:pt x="729" y="2157"/>
                  </a:cubicBezTo>
                  <a:cubicBezTo>
                    <a:pt x="624" y="2188"/>
                    <a:pt x="519" y="2212"/>
                    <a:pt x="420" y="2243"/>
                  </a:cubicBezTo>
                  <a:cubicBezTo>
                    <a:pt x="395" y="2250"/>
                    <a:pt x="402" y="2280"/>
                    <a:pt x="426" y="2280"/>
                  </a:cubicBezTo>
                  <a:cubicBezTo>
                    <a:pt x="525" y="2256"/>
                    <a:pt x="624" y="2243"/>
                    <a:pt x="735" y="2219"/>
                  </a:cubicBezTo>
                  <a:cubicBezTo>
                    <a:pt x="760" y="2528"/>
                    <a:pt x="791" y="2836"/>
                    <a:pt x="822" y="3145"/>
                  </a:cubicBezTo>
                  <a:lnTo>
                    <a:pt x="470" y="3263"/>
                  </a:lnTo>
                  <a:cubicBezTo>
                    <a:pt x="451" y="3269"/>
                    <a:pt x="457" y="3306"/>
                    <a:pt x="482" y="3300"/>
                  </a:cubicBezTo>
                  <a:lnTo>
                    <a:pt x="828" y="3207"/>
                  </a:lnTo>
                  <a:cubicBezTo>
                    <a:pt x="853" y="3405"/>
                    <a:pt x="865" y="3609"/>
                    <a:pt x="890" y="3806"/>
                  </a:cubicBezTo>
                  <a:cubicBezTo>
                    <a:pt x="890" y="3825"/>
                    <a:pt x="921" y="3825"/>
                    <a:pt x="921" y="3806"/>
                  </a:cubicBezTo>
                  <a:cubicBezTo>
                    <a:pt x="908" y="3603"/>
                    <a:pt x="890" y="3399"/>
                    <a:pt x="871" y="3189"/>
                  </a:cubicBezTo>
                  <a:cubicBezTo>
                    <a:pt x="1038" y="3145"/>
                    <a:pt x="1199" y="3108"/>
                    <a:pt x="1359" y="3059"/>
                  </a:cubicBezTo>
                  <a:lnTo>
                    <a:pt x="1372" y="3059"/>
                  </a:lnTo>
                  <a:cubicBezTo>
                    <a:pt x="1390" y="3776"/>
                    <a:pt x="1396" y="4505"/>
                    <a:pt x="1390" y="5227"/>
                  </a:cubicBezTo>
                  <a:cubicBezTo>
                    <a:pt x="1390" y="5252"/>
                    <a:pt x="1421" y="5252"/>
                    <a:pt x="1421" y="5227"/>
                  </a:cubicBezTo>
                  <a:cubicBezTo>
                    <a:pt x="1452" y="4505"/>
                    <a:pt x="1470" y="3769"/>
                    <a:pt x="1452" y="3034"/>
                  </a:cubicBezTo>
                  <a:cubicBezTo>
                    <a:pt x="1508" y="3022"/>
                    <a:pt x="1551" y="3003"/>
                    <a:pt x="1606" y="2991"/>
                  </a:cubicBezTo>
                  <a:cubicBezTo>
                    <a:pt x="1575" y="3708"/>
                    <a:pt x="1575" y="4437"/>
                    <a:pt x="1594" y="5153"/>
                  </a:cubicBezTo>
                  <a:cubicBezTo>
                    <a:pt x="1594" y="5166"/>
                    <a:pt x="1619" y="5166"/>
                    <a:pt x="1619" y="5153"/>
                  </a:cubicBezTo>
                  <a:cubicBezTo>
                    <a:pt x="1606" y="4424"/>
                    <a:pt x="1625" y="3695"/>
                    <a:pt x="1662" y="2966"/>
                  </a:cubicBezTo>
                  <a:cubicBezTo>
                    <a:pt x="1847" y="2911"/>
                    <a:pt x="2039" y="2861"/>
                    <a:pt x="2218" y="2787"/>
                  </a:cubicBezTo>
                  <a:cubicBezTo>
                    <a:pt x="2243" y="2781"/>
                    <a:pt x="2224" y="2707"/>
                    <a:pt x="2169" y="2719"/>
                  </a:cubicBezTo>
                  <a:close/>
                  <a:moveTo>
                    <a:pt x="1761" y="619"/>
                  </a:moveTo>
                  <a:cubicBezTo>
                    <a:pt x="1742" y="835"/>
                    <a:pt x="1724" y="1051"/>
                    <a:pt x="1699" y="1267"/>
                  </a:cubicBezTo>
                  <a:cubicBezTo>
                    <a:pt x="1681" y="1483"/>
                    <a:pt x="1662" y="1706"/>
                    <a:pt x="1637" y="1922"/>
                  </a:cubicBezTo>
                  <a:cubicBezTo>
                    <a:pt x="1551" y="1947"/>
                    <a:pt x="1470" y="1959"/>
                    <a:pt x="1384" y="1984"/>
                  </a:cubicBezTo>
                  <a:cubicBezTo>
                    <a:pt x="1359" y="1551"/>
                    <a:pt x="1328" y="1113"/>
                    <a:pt x="1285" y="680"/>
                  </a:cubicBezTo>
                  <a:cubicBezTo>
                    <a:pt x="1446" y="668"/>
                    <a:pt x="1600" y="643"/>
                    <a:pt x="1761" y="619"/>
                  </a:cubicBezTo>
                  <a:close/>
                  <a:moveTo>
                    <a:pt x="754" y="1978"/>
                  </a:moveTo>
                  <a:cubicBezTo>
                    <a:pt x="723" y="1570"/>
                    <a:pt x="698" y="1162"/>
                    <a:pt x="661" y="748"/>
                  </a:cubicBezTo>
                  <a:cubicBezTo>
                    <a:pt x="741" y="742"/>
                    <a:pt x="828" y="730"/>
                    <a:pt x="914" y="717"/>
                  </a:cubicBezTo>
                  <a:cubicBezTo>
                    <a:pt x="1019" y="705"/>
                    <a:pt x="1124" y="699"/>
                    <a:pt x="1230" y="686"/>
                  </a:cubicBezTo>
                  <a:cubicBezTo>
                    <a:pt x="1260" y="1131"/>
                    <a:pt x="1285" y="1570"/>
                    <a:pt x="1297" y="2009"/>
                  </a:cubicBezTo>
                  <a:cubicBezTo>
                    <a:pt x="1285" y="2015"/>
                    <a:pt x="1267" y="2015"/>
                    <a:pt x="1248" y="2027"/>
                  </a:cubicBezTo>
                  <a:cubicBezTo>
                    <a:pt x="1081" y="2064"/>
                    <a:pt x="921" y="2107"/>
                    <a:pt x="760" y="2157"/>
                  </a:cubicBezTo>
                  <a:cubicBezTo>
                    <a:pt x="760" y="2089"/>
                    <a:pt x="760" y="2033"/>
                    <a:pt x="754" y="1978"/>
                  </a:cubicBezTo>
                  <a:close/>
                  <a:moveTo>
                    <a:pt x="1310" y="2985"/>
                  </a:moveTo>
                  <a:cubicBezTo>
                    <a:pt x="1155" y="3028"/>
                    <a:pt x="1001" y="3084"/>
                    <a:pt x="846" y="3139"/>
                  </a:cubicBezTo>
                  <a:lnTo>
                    <a:pt x="772" y="2212"/>
                  </a:lnTo>
                  <a:cubicBezTo>
                    <a:pt x="945" y="2182"/>
                    <a:pt x="1106" y="2138"/>
                    <a:pt x="1279" y="2101"/>
                  </a:cubicBezTo>
                  <a:cubicBezTo>
                    <a:pt x="1285" y="2101"/>
                    <a:pt x="1297" y="2095"/>
                    <a:pt x="1310" y="2095"/>
                  </a:cubicBezTo>
                  <a:cubicBezTo>
                    <a:pt x="1322" y="2385"/>
                    <a:pt x="1328" y="2682"/>
                    <a:pt x="1335" y="2966"/>
                  </a:cubicBezTo>
                  <a:cubicBezTo>
                    <a:pt x="1322" y="2972"/>
                    <a:pt x="1316" y="2972"/>
                    <a:pt x="1310" y="2985"/>
                  </a:cubicBezTo>
                  <a:close/>
                  <a:moveTo>
                    <a:pt x="1421" y="2941"/>
                  </a:moveTo>
                  <a:cubicBezTo>
                    <a:pt x="1415" y="2651"/>
                    <a:pt x="1409" y="2367"/>
                    <a:pt x="1390" y="2077"/>
                  </a:cubicBezTo>
                  <a:cubicBezTo>
                    <a:pt x="1477" y="2058"/>
                    <a:pt x="1557" y="2039"/>
                    <a:pt x="1637" y="2015"/>
                  </a:cubicBezTo>
                  <a:cubicBezTo>
                    <a:pt x="1625" y="2200"/>
                    <a:pt x="1619" y="2379"/>
                    <a:pt x="1600" y="2565"/>
                  </a:cubicBezTo>
                  <a:cubicBezTo>
                    <a:pt x="1594" y="2676"/>
                    <a:pt x="1594" y="2781"/>
                    <a:pt x="1588" y="2892"/>
                  </a:cubicBezTo>
                  <a:cubicBezTo>
                    <a:pt x="1532" y="2904"/>
                    <a:pt x="1477" y="2923"/>
                    <a:pt x="1421" y="294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39"/>
            <p:cNvSpPr/>
            <p:nvPr/>
          </p:nvSpPr>
          <p:spPr>
            <a:xfrm>
              <a:off x="7145123" y="2543515"/>
              <a:ext cx="132731" cy="387705"/>
            </a:xfrm>
            <a:custGeom>
              <a:avLst/>
              <a:gdLst/>
              <a:ahLst/>
              <a:cxnLst/>
              <a:rect l="l" t="t" r="r" b="b"/>
              <a:pathLst>
                <a:path w="4480" h="13086" extrusionOk="0">
                  <a:moveTo>
                    <a:pt x="4399" y="2892"/>
                  </a:moveTo>
                  <a:cubicBezTo>
                    <a:pt x="4158" y="2954"/>
                    <a:pt x="3960" y="3096"/>
                    <a:pt x="3818" y="3300"/>
                  </a:cubicBezTo>
                  <a:cubicBezTo>
                    <a:pt x="3750" y="3398"/>
                    <a:pt x="3695" y="3510"/>
                    <a:pt x="3664" y="3621"/>
                  </a:cubicBezTo>
                  <a:cubicBezTo>
                    <a:pt x="3658" y="3652"/>
                    <a:pt x="3651" y="3695"/>
                    <a:pt x="3645" y="3726"/>
                  </a:cubicBezTo>
                  <a:cubicBezTo>
                    <a:pt x="3633" y="3732"/>
                    <a:pt x="3627" y="3732"/>
                    <a:pt x="3627" y="3744"/>
                  </a:cubicBezTo>
                  <a:cubicBezTo>
                    <a:pt x="3614" y="4529"/>
                    <a:pt x="3621" y="5314"/>
                    <a:pt x="3614" y="6092"/>
                  </a:cubicBezTo>
                  <a:lnTo>
                    <a:pt x="3614" y="6630"/>
                  </a:lnTo>
                  <a:cubicBezTo>
                    <a:pt x="3349" y="6333"/>
                    <a:pt x="3077" y="6043"/>
                    <a:pt x="2799" y="5765"/>
                  </a:cubicBezTo>
                  <a:cubicBezTo>
                    <a:pt x="2811" y="4974"/>
                    <a:pt x="2811" y="4195"/>
                    <a:pt x="2811" y="3405"/>
                  </a:cubicBezTo>
                  <a:cubicBezTo>
                    <a:pt x="2885" y="3423"/>
                    <a:pt x="2953" y="3423"/>
                    <a:pt x="3015" y="3398"/>
                  </a:cubicBezTo>
                  <a:cubicBezTo>
                    <a:pt x="3040" y="3392"/>
                    <a:pt x="3046" y="3343"/>
                    <a:pt x="3015" y="3337"/>
                  </a:cubicBezTo>
                  <a:cubicBezTo>
                    <a:pt x="2947" y="3331"/>
                    <a:pt x="2879" y="3331"/>
                    <a:pt x="2811" y="3324"/>
                  </a:cubicBezTo>
                  <a:lnTo>
                    <a:pt x="2811" y="2472"/>
                  </a:lnTo>
                  <a:lnTo>
                    <a:pt x="2811" y="1632"/>
                  </a:lnTo>
                  <a:cubicBezTo>
                    <a:pt x="2811" y="1354"/>
                    <a:pt x="2824" y="1069"/>
                    <a:pt x="2780" y="791"/>
                  </a:cubicBezTo>
                  <a:cubicBezTo>
                    <a:pt x="2780" y="767"/>
                    <a:pt x="2731" y="767"/>
                    <a:pt x="2731" y="791"/>
                  </a:cubicBezTo>
                  <a:cubicBezTo>
                    <a:pt x="2694" y="1026"/>
                    <a:pt x="2706" y="1273"/>
                    <a:pt x="2700" y="1514"/>
                  </a:cubicBezTo>
                  <a:lnTo>
                    <a:pt x="2700" y="2262"/>
                  </a:lnTo>
                  <a:lnTo>
                    <a:pt x="2700" y="3306"/>
                  </a:lnTo>
                  <a:cubicBezTo>
                    <a:pt x="2638" y="3293"/>
                    <a:pt x="2583" y="3269"/>
                    <a:pt x="2521" y="3244"/>
                  </a:cubicBezTo>
                  <a:cubicBezTo>
                    <a:pt x="2354" y="3176"/>
                    <a:pt x="2193" y="3083"/>
                    <a:pt x="2014" y="3015"/>
                  </a:cubicBezTo>
                  <a:cubicBezTo>
                    <a:pt x="1810" y="2929"/>
                    <a:pt x="1613" y="2880"/>
                    <a:pt x="1403" y="2849"/>
                  </a:cubicBezTo>
                  <a:cubicBezTo>
                    <a:pt x="1403" y="2540"/>
                    <a:pt x="1409" y="2243"/>
                    <a:pt x="1409" y="1934"/>
                  </a:cubicBezTo>
                  <a:cubicBezTo>
                    <a:pt x="1421" y="1304"/>
                    <a:pt x="1434" y="674"/>
                    <a:pt x="1378" y="56"/>
                  </a:cubicBezTo>
                  <a:cubicBezTo>
                    <a:pt x="1372" y="1"/>
                    <a:pt x="1304" y="1"/>
                    <a:pt x="1298" y="56"/>
                  </a:cubicBezTo>
                  <a:cubicBezTo>
                    <a:pt x="1248" y="606"/>
                    <a:pt x="1267" y="1168"/>
                    <a:pt x="1267" y="1724"/>
                  </a:cubicBezTo>
                  <a:cubicBezTo>
                    <a:pt x="1267" y="2095"/>
                    <a:pt x="1273" y="2466"/>
                    <a:pt x="1273" y="2836"/>
                  </a:cubicBezTo>
                  <a:cubicBezTo>
                    <a:pt x="1156" y="2818"/>
                    <a:pt x="1032" y="2812"/>
                    <a:pt x="915" y="2805"/>
                  </a:cubicBezTo>
                  <a:cubicBezTo>
                    <a:pt x="884" y="2805"/>
                    <a:pt x="884" y="2842"/>
                    <a:pt x="915" y="2849"/>
                  </a:cubicBezTo>
                  <a:cubicBezTo>
                    <a:pt x="1032" y="2867"/>
                    <a:pt x="1156" y="2880"/>
                    <a:pt x="1273" y="2898"/>
                  </a:cubicBezTo>
                  <a:cubicBezTo>
                    <a:pt x="1273" y="3053"/>
                    <a:pt x="1273" y="3213"/>
                    <a:pt x="1279" y="3368"/>
                  </a:cubicBezTo>
                  <a:cubicBezTo>
                    <a:pt x="1279" y="3707"/>
                    <a:pt x="1285" y="4053"/>
                    <a:pt x="1285" y="4393"/>
                  </a:cubicBezTo>
                  <a:cubicBezTo>
                    <a:pt x="1057" y="4208"/>
                    <a:pt x="822" y="4022"/>
                    <a:pt x="587" y="3849"/>
                  </a:cubicBezTo>
                  <a:cubicBezTo>
                    <a:pt x="556" y="3825"/>
                    <a:pt x="513" y="3880"/>
                    <a:pt x="544" y="3899"/>
                  </a:cubicBezTo>
                  <a:cubicBezTo>
                    <a:pt x="791" y="4103"/>
                    <a:pt x="1038" y="4313"/>
                    <a:pt x="1285" y="4517"/>
                  </a:cubicBezTo>
                  <a:cubicBezTo>
                    <a:pt x="1298" y="5246"/>
                    <a:pt x="1298" y="5981"/>
                    <a:pt x="1304" y="6704"/>
                  </a:cubicBezTo>
                  <a:lnTo>
                    <a:pt x="1304" y="7346"/>
                  </a:lnTo>
                  <a:lnTo>
                    <a:pt x="865" y="7445"/>
                  </a:lnTo>
                  <a:lnTo>
                    <a:pt x="525" y="7105"/>
                  </a:lnTo>
                  <a:lnTo>
                    <a:pt x="0" y="6580"/>
                  </a:lnTo>
                  <a:lnTo>
                    <a:pt x="0" y="13086"/>
                  </a:lnTo>
                  <a:lnTo>
                    <a:pt x="3806" y="12869"/>
                  </a:lnTo>
                  <a:lnTo>
                    <a:pt x="3806" y="7816"/>
                  </a:lnTo>
                  <a:lnTo>
                    <a:pt x="3695" y="7803"/>
                  </a:lnTo>
                  <a:cubicBezTo>
                    <a:pt x="3707" y="7470"/>
                    <a:pt x="3707" y="7130"/>
                    <a:pt x="3707" y="6790"/>
                  </a:cubicBezTo>
                  <a:cubicBezTo>
                    <a:pt x="3719" y="6772"/>
                    <a:pt x="3726" y="6753"/>
                    <a:pt x="3713" y="6728"/>
                  </a:cubicBezTo>
                  <a:lnTo>
                    <a:pt x="3707" y="6722"/>
                  </a:lnTo>
                  <a:lnTo>
                    <a:pt x="3707" y="6086"/>
                  </a:lnTo>
                  <a:cubicBezTo>
                    <a:pt x="3707" y="5320"/>
                    <a:pt x="3707" y="4566"/>
                    <a:pt x="3689" y="3800"/>
                  </a:cubicBezTo>
                  <a:lnTo>
                    <a:pt x="3689" y="3794"/>
                  </a:lnTo>
                  <a:cubicBezTo>
                    <a:pt x="3695" y="3738"/>
                    <a:pt x="3713" y="3695"/>
                    <a:pt x="3726" y="3639"/>
                  </a:cubicBezTo>
                  <a:cubicBezTo>
                    <a:pt x="3756" y="3528"/>
                    <a:pt x="3812" y="3429"/>
                    <a:pt x="3880" y="3343"/>
                  </a:cubicBezTo>
                  <a:cubicBezTo>
                    <a:pt x="4016" y="3170"/>
                    <a:pt x="4207" y="3028"/>
                    <a:pt x="4424" y="2972"/>
                  </a:cubicBezTo>
                  <a:cubicBezTo>
                    <a:pt x="4479" y="2960"/>
                    <a:pt x="4455" y="2880"/>
                    <a:pt x="4399" y="2892"/>
                  </a:cubicBezTo>
                  <a:close/>
                  <a:moveTo>
                    <a:pt x="1403" y="2910"/>
                  </a:moveTo>
                  <a:cubicBezTo>
                    <a:pt x="1644" y="2960"/>
                    <a:pt x="1872" y="3022"/>
                    <a:pt x="2101" y="3120"/>
                  </a:cubicBezTo>
                  <a:cubicBezTo>
                    <a:pt x="2255" y="3188"/>
                    <a:pt x="2397" y="3275"/>
                    <a:pt x="2552" y="3337"/>
                  </a:cubicBezTo>
                  <a:cubicBezTo>
                    <a:pt x="2601" y="3349"/>
                    <a:pt x="2644" y="3374"/>
                    <a:pt x="2700" y="3386"/>
                  </a:cubicBezTo>
                  <a:lnTo>
                    <a:pt x="2700" y="3788"/>
                  </a:lnTo>
                  <a:cubicBezTo>
                    <a:pt x="2700" y="4412"/>
                    <a:pt x="2700" y="5036"/>
                    <a:pt x="2706" y="5660"/>
                  </a:cubicBezTo>
                  <a:cubicBezTo>
                    <a:pt x="2292" y="5246"/>
                    <a:pt x="1854" y="4850"/>
                    <a:pt x="1396" y="4473"/>
                  </a:cubicBezTo>
                  <a:cubicBezTo>
                    <a:pt x="1396" y="3955"/>
                    <a:pt x="1396" y="3429"/>
                    <a:pt x="1403" y="2910"/>
                  </a:cubicBezTo>
                  <a:close/>
                  <a:moveTo>
                    <a:pt x="1514" y="7291"/>
                  </a:moveTo>
                  <a:lnTo>
                    <a:pt x="1372" y="7322"/>
                  </a:lnTo>
                  <a:cubicBezTo>
                    <a:pt x="1378" y="6413"/>
                    <a:pt x="1378" y="5505"/>
                    <a:pt x="1390" y="4597"/>
                  </a:cubicBezTo>
                  <a:cubicBezTo>
                    <a:pt x="1835" y="4992"/>
                    <a:pt x="2274" y="5394"/>
                    <a:pt x="2700" y="5814"/>
                  </a:cubicBezTo>
                  <a:cubicBezTo>
                    <a:pt x="2700" y="6154"/>
                    <a:pt x="2700" y="6494"/>
                    <a:pt x="2706" y="6834"/>
                  </a:cubicBezTo>
                  <a:cubicBezTo>
                    <a:pt x="2706" y="7019"/>
                    <a:pt x="2719" y="7217"/>
                    <a:pt x="2719" y="7402"/>
                  </a:cubicBezTo>
                  <a:lnTo>
                    <a:pt x="2539" y="7192"/>
                  </a:lnTo>
                  <a:close/>
                  <a:moveTo>
                    <a:pt x="2972" y="7692"/>
                  </a:moveTo>
                  <a:lnTo>
                    <a:pt x="2787" y="7482"/>
                  </a:lnTo>
                  <a:cubicBezTo>
                    <a:pt x="2793" y="6957"/>
                    <a:pt x="2793" y="6432"/>
                    <a:pt x="2799" y="5907"/>
                  </a:cubicBezTo>
                  <a:cubicBezTo>
                    <a:pt x="3077" y="6179"/>
                    <a:pt x="3349" y="6457"/>
                    <a:pt x="3614" y="6741"/>
                  </a:cubicBezTo>
                  <a:cubicBezTo>
                    <a:pt x="3614" y="7093"/>
                    <a:pt x="3614" y="7439"/>
                    <a:pt x="3621" y="7785"/>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39"/>
            <p:cNvSpPr/>
            <p:nvPr/>
          </p:nvSpPr>
          <p:spPr>
            <a:xfrm flipH="1">
              <a:off x="5687194" y="1509768"/>
              <a:ext cx="1751904" cy="1533301"/>
            </a:xfrm>
            <a:custGeom>
              <a:avLst/>
              <a:gdLst/>
              <a:ahLst/>
              <a:cxnLst/>
              <a:rect l="l" t="t" r="r" b="b"/>
              <a:pathLst>
                <a:path w="53967" h="47233" extrusionOk="0">
                  <a:moveTo>
                    <a:pt x="4041" y="46429"/>
                  </a:moveTo>
                  <a:cubicBezTo>
                    <a:pt x="3701" y="46491"/>
                    <a:pt x="3380" y="46213"/>
                    <a:pt x="3257" y="45891"/>
                  </a:cubicBezTo>
                  <a:cubicBezTo>
                    <a:pt x="3121" y="45564"/>
                    <a:pt x="3139" y="45212"/>
                    <a:pt x="3102" y="44872"/>
                  </a:cubicBezTo>
                  <a:cubicBezTo>
                    <a:pt x="2985" y="43859"/>
                    <a:pt x="2429" y="42907"/>
                    <a:pt x="1601" y="42314"/>
                  </a:cubicBezTo>
                  <a:cubicBezTo>
                    <a:pt x="1341" y="42123"/>
                    <a:pt x="1008" y="41888"/>
                    <a:pt x="1051" y="41567"/>
                  </a:cubicBezTo>
                  <a:cubicBezTo>
                    <a:pt x="1107" y="41153"/>
                    <a:pt x="1687" y="41079"/>
                    <a:pt x="1916" y="40733"/>
                  </a:cubicBezTo>
                  <a:cubicBezTo>
                    <a:pt x="2163" y="40362"/>
                    <a:pt x="1916" y="39880"/>
                    <a:pt x="1694" y="39497"/>
                  </a:cubicBezTo>
                  <a:cubicBezTo>
                    <a:pt x="1471" y="39114"/>
                    <a:pt x="1286" y="38583"/>
                    <a:pt x="1595" y="38274"/>
                  </a:cubicBezTo>
                  <a:cubicBezTo>
                    <a:pt x="1712" y="37780"/>
                    <a:pt x="1348" y="37242"/>
                    <a:pt x="1008" y="36865"/>
                  </a:cubicBezTo>
                  <a:cubicBezTo>
                    <a:pt x="754" y="36575"/>
                    <a:pt x="495" y="36285"/>
                    <a:pt x="242" y="36000"/>
                  </a:cubicBezTo>
                  <a:cubicBezTo>
                    <a:pt x="124" y="35864"/>
                    <a:pt x="1" y="35710"/>
                    <a:pt x="13" y="35537"/>
                  </a:cubicBezTo>
                  <a:cubicBezTo>
                    <a:pt x="19" y="35352"/>
                    <a:pt x="168" y="35203"/>
                    <a:pt x="297" y="35080"/>
                  </a:cubicBezTo>
                  <a:cubicBezTo>
                    <a:pt x="643" y="34765"/>
                    <a:pt x="983" y="34443"/>
                    <a:pt x="1329" y="34128"/>
                  </a:cubicBezTo>
                  <a:cubicBezTo>
                    <a:pt x="1465" y="34011"/>
                    <a:pt x="1595" y="33881"/>
                    <a:pt x="1656" y="33721"/>
                  </a:cubicBezTo>
                  <a:cubicBezTo>
                    <a:pt x="1799" y="33356"/>
                    <a:pt x="1564" y="32955"/>
                    <a:pt x="1329" y="32639"/>
                  </a:cubicBezTo>
                  <a:cubicBezTo>
                    <a:pt x="1100" y="32677"/>
                    <a:pt x="853" y="32207"/>
                    <a:pt x="884" y="31972"/>
                  </a:cubicBezTo>
                  <a:cubicBezTo>
                    <a:pt x="915" y="31744"/>
                    <a:pt x="1070" y="31558"/>
                    <a:pt x="1199" y="31367"/>
                  </a:cubicBezTo>
                  <a:cubicBezTo>
                    <a:pt x="1329" y="31181"/>
                    <a:pt x="1453" y="30947"/>
                    <a:pt x="1409" y="30724"/>
                  </a:cubicBezTo>
                  <a:cubicBezTo>
                    <a:pt x="1329" y="30384"/>
                    <a:pt x="884" y="30156"/>
                    <a:pt x="952" y="29810"/>
                  </a:cubicBezTo>
                  <a:cubicBezTo>
                    <a:pt x="1002" y="29587"/>
                    <a:pt x="1249" y="29470"/>
                    <a:pt x="1440" y="29365"/>
                  </a:cubicBezTo>
                  <a:cubicBezTo>
                    <a:pt x="2330" y="28852"/>
                    <a:pt x="2676" y="27759"/>
                    <a:pt x="2935" y="26758"/>
                  </a:cubicBezTo>
                  <a:cubicBezTo>
                    <a:pt x="3732" y="26838"/>
                    <a:pt x="4443" y="26165"/>
                    <a:pt x="4684" y="25411"/>
                  </a:cubicBezTo>
                  <a:cubicBezTo>
                    <a:pt x="4925" y="24651"/>
                    <a:pt x="4813" y="23823"/>
                    <a:pt x="4696" y="23039"/>
                  </a:cubicBezTo>
                  <a:cubicBezTo>
                    <a:pt x="4560" y="22112"/>
                    <a:pt x="5512" y="20963"/>
                    <a:pt x="6210" y="20333"/>
                  </a:cubicBezTo>
                  <a:cubicBezTo>
                    <a:pt x="6537" y="20049"/>
                    <a:pt x="6914" y="19789"/>
                    <a:pt x="7106" y="19400"/>
                  </a:cubicBezTo>
                  <a:cubicBezTo>
                    <a:pt x="7303" y="19023"/>
                    <a:pt x="7303" y="18560"/>
                    <a:pt x="7550" y="18201"/>
                  </a:cubicBezTo>
                  <a:cubicBezTo>
                    <a:pt x="7847" y="17769"/>
                    <a:pt x="8421" y="17658"/>
                    <a:pt x="8947" y="17596"/>
                  </a:cubicBezTo>
                  <a:cubicBezTo>
                    <a:pt x="9466" y="17540"/>
                    <a:pt x="10034" y="17503"/>
                    <a:pt x="10429" y="17163"/>
                  </a:cubicBezTo>
                  <a:cubicBezTo>
                    <a:pt x="10701" y="16929"/>
                    <a:pt x="10948" y="16422"/>
                    <a:pt x="11041" y="16082"/>
                  </a:cubicBezTo>
                  <a:cubicBezTo>
                    <a:pt x="11121" y="15742"/>
                    <a:pt x="11177" y="15372"/>
                    <a:pt x="11381" y="15081"/>
                  </a:cubicBezTo>
                  <a:cubicBezTo>
                    <a:pt x="11578" y="14791"/>
                    <a:pt x="12005" y="14618"/>
                    <a:pt x="12289" y="14828"/>
                  </a:cubicBezTo>
                  <a:cubicBezTo>
                    <a:pt x="12413" y="14921"/>
                    <a:pt x="12691" y="14494"/>
                    <a:pt x="12678" y="14340"/>
                  </a:cubicBezTo>
                  <a:cubicBezTo>
                    <a:pt x="12660" y="14186"/>
                    <a:pt x="12561" y="14062"/>
                    <a:pt x="12462" y="13957"/>
                  </a:cubicBezTo>
                  <a:cubicBezTo>
                    <a:pt x="12357" y="13840"/>
                    <a:pt x="12258" y="13710"/>
                    <a:pt x="12258" y="13562"/>
                  </a:cubicBezTo>
                  <a:cubicBezTo>
                    <a:pt x="12258" y="13339"/>
                    <a:pt x="12474" y="13191"/>
                    <a:pt x="12653" y="13061"/>
                  </a:cubicBezTo>
                  <a:cubicBezTo>
                    <a:pt x="12833" y="12931"/>
                    <a:pt x="13018" y="12721"/>
                    <a:pt x="12932" y="12511"/>
                  </a:cubicBezTo>
                  <a:cubicBezTo>
                    <a:pt x="12851" y="12320"/>
                    <a:pt x="12604" y="12283"/>
                    <a:pt x="12406" y="12239"/>
                  </a:cubicBezTo>
                  <a:cubicBezTo>
                    <a:pt x="12073" y="12190"/>
                    <a:pt x="11733" y="12066"/>
                    <a:pt x="11492" y="11825"/>
                  </a:cubicBezTo>
                  <a:cubicBezTo>
                    <a:pt x="11257" y="11585"/>
                    <a:pt x="11134" y="11208"/>
                    <a:pt x="11263" y="10893"/>
                  </a:cubicBezTo>
                  <a:cubicBezTo>
                    <a:pt x="12925" y="10324"/>
                    <a:pt x="14637" y="9255"/>
                    <a:pt x="16305" y="8687"/>
                  </a:cubicBezTo>
                  <a:cubicBezTo>
                    <a:pt x="16682" y="8557"/>
                    <a:pt x="17108" y="8390"/>
                    <a:pt x="17250" y="8020"/>
                  </a:cubicBezTo>
                  <a:cubicBezTo>
                    <a:pt x="17355" y="7711"/>
                    <a:pt x="17231" y="7377"/>
                    <a:pt x="17114" y="7075"/>
                  </a:cubicBezTo>
                  <a:cubicBezTo>
                    <a:pt x="16929" y="6630"/>
                    <a:pt x="16750" y="6173"/>
                    <a:pt x="16564" y="5722"/>
                  </a:cubicBezTo>
                  <a:cubicBezTo>
                    <a:pt x="16453" y="5444"/>
                    <a:pt x="16342" y="5159"/>
                    <a:pt x="16317" y="4857"/>
                  </a:cubicBezTo>
                  <a:cubicBezTo>
                    <a:pt x="16274" y="4066"/>
                    <a:pt x="16885" y="3399"/>
                    <a:pt x="17448" y="2836"/>
                  </a:cubicBezTo>
                  <a:cubicBezTo>
                    <a:pt x="24880" y="1842"/>
                    <a:pt x="32368" y="674"/>
                    <a:pt x="39850" y="279"/>
                  </a:cubicBezTo>
                  <a:cubicBezTo>
                    <a:pt x="43007" y="112"/>
                    <a:pt x="46182" y="1"/>
                    <a:pt x="49339" y="186"/>
                  </a:cubicBezTo>
                  <a:cubicBezTo>
                    <a:pt x="50494" y="254"/>
                    <a:pt x="51699" y="390"/>
                    <a:pt x="52657" y="1020"/>
                  </a:cubicBezTo>
                  <a:cubicBezTo>
                    <a:pt x="53404" y="1514"/>
                    <a:pt x="53967" y="2534"/>
                    <a:pt x="53509" y="3306"/>
                  </a:cubicBezTo>
                  <a:cubicBezTo>
                    <a:pt x="53213" y="3819"/>
                    <a:pt x="52583" y="4023"/>
                    <a:pt x="51996" y="4072"/>
                  </a:cubicBezTo>
                  <a:cubicBezTo>
                    <a:pt x="51409" y="4115"/>
                    <a:pt x="50816" y="4035"/>
                    <a:pt x="50241" y="4128"/>
                  </a:cubicBezTo>
                  <a:cubicBezTo>
                    <a:pt x="49605" y="4233"/>
                    <a:pt x="48981" y="4591"/>
                    <a:pt x="48709" y="5166"/>
                  </a:cubicBezTo>
                  <a:cubicBezTo>
                    <a:pt x="48437" y="5746"/>
                    <a:pt x="48616" y="6549"/>
                    <a:pt x="49191" y="6846"/>
                  </a:cubicBezTo>
                  <a:cubicBezTo>
                    <a:pt x="49296" y="7192"/>
                    <a:pt x="49407" y="7594"/>
                    <a:pt x="49413" y="7958"/>
                  </a:cubicBezTo>
                  <a:cubicBezTo>
                    <a:pt x="49419" y="8316"/>
                    <a:pt x="49302" y="8699"/>
                    <a:pt x="49036" y="8947"/>
                  </a:cubicBezTo>
                  <a:cubicBezTo>
                    <a:pt x="48740" y="9218"/>
                    <a:pt x="48295" y="9268"/>
                    <a:pt x="47906" y="9194"/>
                  </a:cubicBezTo>
                  <a:cubicBezTo>
                    <a:pt x="47510" y="9113"/>
                    <a:pt x="47158" y="8916"/>
                    <a:pt x="46812" y="8712"/>
                  </a:cubicBezTo>
                  <a:cubicBezTo>
                    <a:pt x="46577" y="8582"/>
                    <a:pt x="46324" y="8446"/>
                    <a:pt x="46052" y="8452"/>
                  </a:cubicBezTo>
                  <a:cubicBezTo>
                    <a:pt x="45781" y="8458"/>
                    <a:pt x="45503" y="8681"/>
                    <a:pt x="45533" y="8953"/>
                  </a:cubicBezTo>
                  <a:cubicBezTo>
                    <a:pt x="45552" y="9082"/>
                    <a:pt x="45632" y="9194"/>
                    <a:pt x="45657" y="9323"/>
                  </a:cubicBezTo>
                  <a:cubicBezTo>
                    <a:pt x="45682" y="9453"/>
                    <a:pt x="45595" y="9620"/>
                    <a:pt x="45465" y="9595"/>
                  </a:cubicBezTo>
                  <a:cubicBezTo>
                    <a:pt x="45453" y="9781"/>
                    <a:pt x="45348" y="9879"/>
                    <a:pt x="45181" y="9947"/>
                  </a:cubicBezTo>
                  <a:cubicBezTo>
                    <a:pt x="45008" y="10021"/>
                    <a:pt x="44823" y="10028"/>
                    <a:pt x="44638" y="10028"/>
                  </a:cubicBezTo>
                  <a:cubicBezTo>
                    <a:pt x="44137" y="10034"/>
                    <a:pt x="43637" y="10052"/>
                    <a:pt x="43136" y="10059"/>
                  </a:cubicBezTo>
                  <a:cubicBezTo>
                    <a:pt x="42753" y="10065"/>
                    <a:pt x="42315" y="10108"/>
                    <a:pt x="42123" y="10435"/>
                  </a:cubicBezTo>
                  <a:cubicBezTo>
                    <a:pt x="42043" y="10565"/>
                    <a:pt x="42024" y="10738"/>
                    <a:pt x="41925" y="10856"/>
                  </a:cubicBezTo>
                  <a:cubicBezTo>
                    <a:pt x="41697" y="11134"/>
                    <a:pt x="41227" y="10985"/>
                    <a:pt x="40906" y="11146"/>
                  </a:cubicBezTo>
                  <a:cubicBezTo>
                    <a:pt x="40640" y="11294"/>
                    <a:pt x="40535" y="11640"/>
                    <a:pt x="40591" y="11943"/>
                  </a:cubicBezTo>
                  <a:cubicBezTo>
                    <a:pt x="40647" y="12246"/>
                    <a:pt x="40826" y="12505"/>
                    <a:pt x="40992" y="12758"/>
                  </a:cubicBezTo>
                  <a:cubicBezTo>
                    <a:pt x="41017" y="13117"/>
                    <a:pt x="40622" y="13308"/>
                    <a:pt x="40257" y="13308"/>
                  </a:cubicBezTo>
                  <a:cubicBezTo>
                    <a:pt x="39905" y="13308"/>
                    <a:pt x="39572" y="13141"/>
                    <a:pt x="39232" y="13018"/>
                  </a:cubicBezTo>
                  <a:cubicBezTo>
                    <a:pt x="38892" y="12894"/>
                    <a:pt x="38503" y="12833"/>
                    <a:pt x="38200" y="13024"/>
                  </a:cubicBezTo>
                  <a:cubicBezTo>
                    <a:pt x="36730" y="13994"/>
                    <a:pt x="34950" y="14519"/>
                    <a:pt x="33208" y="14797"/>
                  </a:cubicBezTo>
                  <a:cubicBezTo>
                    <a:pt x="32788" y="14871"/>
                    <a:pt x="32343" y="14915"/>
                    <a:pt x="31942" y="15075"/>
                  </a:cubicBezTo>
                  <a:cubicBezTo>
                    <a:pt x="31540" y="15242"/>
                    <a:pt x="31169" y="15551"/>
                    <a:pt x="31046" y="15965"/>
                  </a:cubicBezTo>
                  <a:cubicBezTo>
                    <a:pt x="30922" y="16385"/>
                    <a:pt x="31138" y="16898"/>
                    <a:pt x="31552" y="17021"/>
                  </a:cubicBezTo>
                  <a:cubicBezTo>
                    <a:pt x="31509" y="17435"/>
                    <a:pt x="31095" y="17763"/>
                    <a:pt x="30681" y="17787"/>
                  </a:cubicBezTo>
                  <a:cubicBezTo>
                    <a:pt x="30273" y="17812"/>
                    <a:pt x="29866" y="17682"/>
                    <a:pt x="29446" y="17682"/>
                  </a:cubicBezTo>
                  <a:cubicBezTo>
                    <a:pt x="28272" y="17682"/>
                    <a:pt x="27246" y="18696"/>
                    <a:pt x="26079" y="18590"/>
                  </a:cubicBezTo>
                  <a:cubicBezTo>
                    <a:pt x="25887" y="18578"/>
                    <a:pt x="25695" y="18523"/>
                    <a:pt x="25504" y="18535"/>
                  </a:cubicBezTo>
                  <a:cubicBezTo>
                    <a:pt x="25306" y="18553"/>
                    <a:pt x="25102" y="18658"/>
                    <a:pt x="25047" y="18844"/>
                  </a:cubicBezTo>
                  <a:cubicBezTo>
                    <a:pt x="24923" y="19270"/>
                    <a:pt x="25628" y="19672"/>
                    <a:pt x="25417" y="20067"/>
                  </a:cubicBezTo>
                  <a:cubicBezTo>
                    <a:pt x="25473" y="20598"/>
                    <a:pt x="24831" y="20864"/>
                    <a:pt x="24305" y="20957"/>
                  </a:cubicBezTo>
                  <a:cubicBezTo>
                    <a:pt x="23780" y="21049"/>
                    <a:pt x="23206" y="21000"/>
                    <a:pt x="22755" y="21278"/>
                  </a:cubicBezTo>
                  <a:cubicBezTo>
                    <a:pt x="22310" y="21544"/>
                    <a:pt x="22081" y="22044"/>
                    <a:pt x="21680" y="22359"/>
                  </a:cubicBezTo>
                  <a:cubicBezTo>
                    <a:pt x="20920" y="22965"/>
                    <a:pt x="19839" y="22755"/>
                    <a:pt x="18893" y="22569"/>
                  </a:cubicBezTo>
                  <a:cubicBezTo>
                    <a:pt x="17948" y="22378"/>
                    <a:pt x="16805" y="22297"/>
                    <a:pt x="16181" y="23026"/>
                  </a:cubicBezTo>
                  <a:cubicBezTo>
                    <a:pt x="15916" y="23335"/>
                    <a:pt x="15390" y="23292"/>
                    <a:pt x="15014" y="23156"/>
                  </a:cubicBezTo>
                  <a:cubicBezTo>
                    <a:pt x="14630" y="23026"/>
                    <a:pt x="14291" y="22785"/>
                    <a:pt x="13895" y="22680"/>
                  </a:cubicBezTo>
                  <a:cubicBezTo>
                    <a:pt x="13500" y="22582"/>
                    <a:pt x="13012" y="22662"/>
                    <a:pt x="12814" y="23014"/>
                  </a:cubicBezTo>
                  <a:cubicBezTo>
                    <a:pt x="12579" y="23428"/>
                    <a:pt x="12870" y="23941"/>
                    <a:pt x="12796" y="24416"/>
                  </a:cubicBezTo>
                  <a:cubicBezTo>
                    <a:pt x="12728" y="24917"/>
                    <a:pt x="12240" y="25281"/>
                    <a:pt x="11739" y="25380"/>
                  </a:cubicBezTo>
                  <a:cubicBezTo>
                    <a:pt x="11239" y="25479"/>
                    <a:pt x="10726" y="25362"/>
                    <a:pt x="10232" y="25257"/>
                  </a:cubicBezTo>
                  <a:cubicBezTo>
                    <a:pt x="9113" y="25010"/>
                    <a:pt x="7989" y="24750"/>
                    <a:pt x="6865" y="24509"/>
                  </a:cubicBezTo>
                  <a:cubicBezTo>
                    <a:pt x="6741" y="24886"/>
                    <a:pt x="6327" y="25269"/>
                    <a:pt x="6204" y="25658"/>
                  </a:cubicBezTo>
                  <a:cubicBezTo>
                    <a:pt x="6179" y="26597"/>
                    <a:pt x="5407" y="27462"/>
                    <a:pt x="4474" y="27586"/>
                  </a:cubicBezTo>
                  <a:cubicBezTo>
                    <a:pt x="4078" y="27641"/>
                    <a:pt x="3553" y="27648"/>
                    <a:pt x="3454" y="28037"/>
                  </a:cubicBezTo>
                  <a:cubicBezTo>
                    <a:pt x="3325" y="28500"/>
                    <a:pt x="3992" y="28791"/>
                    <a:pt x="4097" y="29260"/>
                  </a:cubicBezTo>
                  <a:cubicBezTo>
                    <a:pt x="4233" y="29903"/>
                    <a:pt x="3300" y="30249"/>
                    <a:pt x="3114" y="30879"/>
                  </a:cubicBezTo>
                  <a:cubicBezTo>
                    <a:pt x="2861" y="31719"/>
                    <a:pt x="4023" y="32392"/>
                    <a:pt x="4035" y="33263"/>
                  </a:cubicBezTo>
                  <a:cubicBezTo>
                    <a:pt x="4041" y="34110"/>
                    <a:pt x="2941" y="34783"/>
                    <a:pt x="3176" y="35605"/>
                  </a:cubicBezTo>
                  <a:cubicBezTo>
                    <a:pt x="3355" y="36204"/>
                    <a:pt x="4103" y="36377"/>
                    <a:pt x="4640" y="36698"/>
                  </a:cubicBezTo>
                  <a:cubicBezTo>
                    <a:pt x="5746" y="37366"/>
                    <a:pt x="6018" y="38848"/>
                    <a:pt x="6000" y="40133"/>
                  </a:cubicBezTo>
                  <a:cubicBezTo>
                    <a:pt x="5987" y="41425"/>
                    <a:pt x="5808" y="42802"/>
                    <a:pt x="6420" y="43933"/>
                  </a:cubicBezTo>
                  <a:cubicBezTo>
                    <a:pt x="6648" y="44378"/>
                    <a:pt x="6988" y="44749"/>
                    <a:pt x="7217" y="45187"/>
                  </a:cubicBezTo>
                  <a:cubicBezTo>
                    <a:pt x="7439" y="45626"/>
                    <a:pt x="7544" y="46182"/>
                    <a:pt x="7291" y="46608"/>
                  </a:cubicBezTo>
                  <a:cubicBezTo>
                    <a:pt x="7019" y="47071"/>
                    <a:pt x="6401" y="47232"/>
                    <a:pt x="5876" y="47133"/>
                  </a:cubicBezTo>
                  <a:cubicBezTo>
                    <a:pt x="5332" y="47016"/>
                    <a:pt x="4480" y="46738"/>
                    <a:pt x="4041" y="46429"/>
                  </a:cubicBezTo>
                  <a:close/>
                </a:path>
              </a:pathLst>
            </a:custGeom>
            <a:solidFill>
              <a:srgbClr val="F7F9F7">
                <a:alpha val="225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39"/>
            <p:cNvSpPr/>
            <p:nvPr/>
          </p:nvSpPr>
          <p:spPr>
            <a:xfrm>
              <a:off x="7097157" y="2915281"/>
              <a:ext cx="362463" cy="508319"/>
            </a:xfrm>
            <a:custGeom>
              <a:avLst/>
              <a:gdLst/>
              <a:ahLst/>
              <a:cxnLst/>
              <a:rect l="l" t="t" r="r" b="b"/>
              <a:pathLst>
                <a:path w="12234" h="17157" extrusionOk="0">
                  <a:moveTo>
                    <a:pt x="1" y="0"/>
                  </a:moveTo>
                  <a:lnTo>
                    <a:pt x="12233" y="0"/>
                  </a:lnTo>
                  <a:lnTo>
                    <a:pt x="12233" y="17157"/>
                  </a:lnTo>
                  <a:lnTo>
                    <a:pt x="1" y="17157"/>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39"/>
            <p:cNvSpPr/>
            <p:nvPr/>
          </p:nvSpPr>
          <p:spPr>
            <a:xfrm>
              <a:off x="7096979" y="3324733"/>
              <a:ext cx="338287" cy="99045"/>
            </a:xfrm>
            <a:custGeom>
              <a:avLst/>
              <a:gdLst/>
              <a:ahLst/>
              <a:cxnLst/>
              <a:rect l="l" t="t" r="r" b="b"/>
              <a:pathLst>
                <a:path w="11418" h="3343" extrusionOk="0">
                  <a:moveTo>
                    <a:pt x="4900" y="1520"/>
                  </a:moveTo>
                  <a:lnTo>
                    <a:pt x="4776" y="2114"/>
                  </a:lnTo>
                  <a:lnTo>
                    <a:pt x="4035" y="464"/>
                  </a:lnTo>
                  <a:lnTo>
                    <a:pt x="3170" y="137"/>
                  </a:lnTo>
                  <a:lnTo>
                    <a:pt x="0" y="1"/>
                  </a:lnTo>
                  <a:lnTo>
                    <a:pt x="0" y="3337"/>
                  </a:lnTo>
                  <a:lnTo>
                    <a:pt x="7754" y="3337"/>
                  </a:lnTo>
                  <a:lnTo>
                    <a:pt x="6240" y="2818"/>
                  </a:lnTo>
                  <a:close/>
                  <a:moveTo>
                    <a:pt x="10997" y="2688"/>
                  </a:moveTo>
                  <a:lnTo>
                    <a:pt x="9391" y="2954"/>
                  </a:lnTo>
                  <a:lnTo>
                    <a:pt x="8205" y="3343"/>
                  </a:lnTo>
                  <a:lnTo>
                    <a:pt x="11418" y="3343"/>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39"/>
            <p:cNvSpPr/>
            <p:nvPr/>
          </p:nvSpPr>
          <p:spPr>
            <a:xfrm>
              <a:off x="7333288" y="3121755"/>
              <a:ext cx="93741" cy="54396"/>
            </a:xfrm>
            <a:custGeom>
              <a:avLst/>
              <a:gdLst/>
              <a:ahLst/>
              <a:cxnLst/>
              <a:rect l="l" t="t" r="r" b="b"/>
              <a:pathLst>
                <a:path w="3164" h="1836" extrusionOk="0">
                  <a:moveTo>
                    <a:pt x="0" y="0"/>
                  </a:moveTo>
                  <a:lnTo>
                    <a:pt x="328" y="1835"/>
                  </a:lnTo>
                  <a:lnTo>
                    <a:pt x="3163" y="148"/>
                  </a:lnTo>
                  <a:close/>
                </a:path>
              </a:pathLst>
            </a:custGeom>
            <a:solidFill>
              <a:srgbClr val="F7F9F7">
                <a:alpha val="225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39"/>
            <p:cNvSpPr/>
            <p:nvPr/>
          </p:nvSpPr>
          <p:spPr>
            <a:xfrm>
              <a:off x="7343717" y="3206845"/>
              <a:ext cx="103074" cy="81298"/>
            </a:xfrm>
            <a:custGeom>
              <a:avLst/>
              <a:gdLst/>
              <a:ahLst/>
              <a:cxnLst/>
              <a:rect l="l" t="t" r="r" b="b"/>
              <a:pathLst>
                <a:path w="3479" h="2744" extrusionOk="0">
                  <a:moveTo>
                    <a:pt x="0" y="2639"/>
                  </a:moveTo>
                  <a:lnTo>
                    <a:pt x="19" y="1"/>
                  </a:lnTo>
                  <a:lnTo>
                    <a:pt x="760" y="977"/>
                  </a:lnTo>
                  <a:lnTo>
                    <a:pt x="1038" y="588"/>
                  </a:lnTo>
                  <a:lnTo>
                    <a:pt x="3275" y="588"/>
                  </a:lnTo>
                  <a:lnTo>
                    <a:pt x="3479" y="2744"/>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39"/>
            <p:cNvSpPr/>
            <p:nvPr/>
          </p:nvSpPr>
          <p:spPr>
            <a:xfrm>
              <a:off x="7097157" y="3132894"/>
              <a:ext cx="176106" cy="147752"/>
            </a:xfrm>
            <a:custGeom>
              <a:avLst/>
              <a:gdLst/>
              <a:ahLst/>
              <a:cxnLst/>
              <a:rect l="l" t="t" r="r" b="b"/>
              <a:pathLst>
                <a:path w="5944" h="4987" extrusionOk="0">
                  <a:moveTo>
                    <a:pt x="1" y="1"/>
                  </a:moveTo>
                  <a:lnTo>
                    <a:pt x="5944" y="1"/>
                  </a:lnTo>
                  <a:lnTo>
                    <a:pt x="5944" y="4987"/>
                  </a:lnTo>
                  <a:lnTo>
                    <a:pt x="1" y="4987"/>
                  </a:lnTo>
                  <a:close/>
                </a:path>
              </a:pathLst>
            </a:custGeom>
            <a:solidFill>
              <a:srgbClr val="F7F9F7">
                <a:alpha val="225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39"/>
            <p:cNvSpPr/>
            <p:nvPr/>
          </p:nvSpPr>
          <p:spPr>
            <a:xfrm>
              <a:off x="7097157" y="2941827"/>
              <a:ext cx="362818" cy="144434"/>
            </a:xfrm>
            <a:custGeom>
              <a:avLst/>
              <a:gdLst/>
              <a:ahLst/>
              <a:cxnLst/>
              <a:rect l="l" t="t" r="r" b="b"/>
              <a:pathLst>
                <a:path w="12246" h="4875" extrusionOk="0">
                  <a:moveTo>
                    <a:pt x="2280" y="1915"/>
                  </a:moveTo>
                  <a:cubicBezTo>
                    <a:pt x="2280" y="1915"/>
                    <a:pt x="1835" y="575"/>
                    <a:pt x="1656" y="12"/>
                  </a:cubicBezTo>
                  <a:lnTo>
                    <a:pt x="1" y="12"/>
                  </a:lnTo>
                  <a:lnTo>
                    <a:pt x="1" y="4875"/>
                  </a:lnTo>
                  <a:lnTo>
                    <a:pt x="5796" y="4875"/>
                  </a:lnTo>
                  <a:cubicBezTo>
                    <a:pt x="5703" y="4152"/>
                    <a:pt x="5623" y="3139"/>
                    <a:pt x="5623" y="3139"/>
                  </a:cubicBezTo>
                  <a:lnTo>
                    <a:pt x="4035" y="3262"/>
                  </a:lnTo>
                  <a:lnTo>
                    <a:pt x="6142" y="1724"/>
                  </a:lnTo>
                  <a:lnTo>
                    <a:pt x="7464" y="93"/>
                  </a:lnTo>
                  <a:lnTo>
                    <a:pt x="7538" y="0"/>
                  </a:lnTo>
                  <a:lnTo>
                    <a:pt x="1903" y="0"/>
                  </a:lnTo>
                  <a:close/>
                  <a:moveTo>
                    <a:pt x="9540" y="1279"/>
                  </a:moveTo>
                  <a:cubicBezTo>
                    <a:pt x="9478" y="1341"/>
                    <a:pt x="9385" y="2206"/>
                    <a:pt x="9385" y="2206"/>
                  </a:cubicBezTo>
                  <a:lnTo>
                    <a:pt x="8119" y="2082"/>
                  </a:lnTo>
                  <a:lnTo>
                    <a:pt x="7841" y="3472"/>
                  </a:lnTo>
                  <a:lnTo>
                    <a:pt x="8075" y="4862"/>
                  </a:lnTo>
                  <a:lnTo>
                    <a:pt x="12246" y="4862"/>
                  </a:lnTo>
                  <a:lnTo>
                    <a:pt x="12246" y="290"/>
                  </a:lnTo>
                  <a:cubicBezTo>
                    <a:pt x="11208" y="667"/>
                    <a:pt x="9589" y="1236"/>
                    <a:pt x="9540" y="1279"/>
                  </a:cubicBezTo>
                  <a:close/>
                </a:path>
              </a:pathLst>
            </a:custGeom>
            <a:solidFill>
              <a:srgbClr val="F7F9F7">
                <a:alpha val="225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39"/>
            <p:cNvSpPr/>
            <p:nvPr/>
          </p:nvSpPr>
          <p:spPr>
            <a:xfrm>
              <a:off x="7067885" y="3072336"/>
              <a:ext cx="421392" cy="60588"/>
            </a:xfrm>
            <a:custGeom>
              <a:avLst/>
              <a:gdLst/>
              <a:ahLst/>
              <a:cxnLst/>
              <a:rect l="l" t="t" r="r" b="b"/>
              <a:pathLst>
                <a:path w="14223" h="2045" extrusionOk="0">
                  <a:moveTo>
                    <a:pt x="0" y="0"/>
                  </a:moveTo>
                  <a:lnTo>
                    <a:pt x="14222" y="0"/>
                  </a:lnTo>
                  <a:lnTo>
                    <a:pt x="14222" y="2045"/>
                  </a:lnTo>
                  <a:lnTo>
                    <a:pt x="0" y="2045"/>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39"/>
            <p:cNvSpPr/>
            <p:nvPr/>
          </p:nvSpPr>
          <p:spPr>
            <a:xfrm>
              <a:off x="7067885" y="3280795"/>
              <a:ext cx="421392" cy="60618"/>
            </a:xfrm>
            <a:custGeom>
              <a:avLst/>
              <a:gdLst/>
              <a:ahLst/>
              <a:cxnLst/>
              <a:rect l="l" t="t" r="r" b="b"/>
              <a:pathLst>
                <a:path w="14223" h="2046" extrusionOk="0">
                  <a:moveTo>
                    <a:pt x="0" y="1"/>
                  </a:moveTo>
                  <a:lnTo>
                    <a:pt x="14222" y="1"/>
                  </a:lnTo>
                  <a:lnTo>
                    <a:pt x="14222" y="2046"/>
                  </a:lnTo>
                  <a:lnTo>
                    <a:pt x="0" y="2046"/>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39"/>
            <p:cNvSpPr/>
            <p:nvPr/>
          </p:nvSpPr>
          <p:spPr>
            <a:xfrm>
              <a:off x="7067885" y="2892378"/>
              <a:ext cx="421392" cy="60825"/>
            </a:xfrm>
            <a:custGeom>
              <a:avLst/>
              <a:gdLst/>
              <a:ahLst/>
              <a:cxnLst/>
              <a:rect l="l" t="t" r="r" b="b"/>
              <a:pathLst>
                <a:path w="14223" h="2053" extrusionOk="0">
                  <a:moveTo>
                    <a:pt x="0" y="1"/>
                  </a:moveTo>
                  <a:lnTo>
                    <a:pt x="14222" y="1"/>
                  </a:lnTo>
                  <a:lnTo>
                    <a:pt x="14222" y="2052"/>
                  </a:lnTo>
                  <a:lnTo>
                    <a:pt x="0" y="2052"/>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39"/>
            <p:cNvSpPr/>
            <p:nvPr/>
          </p:nvSpPr>
          <p:spPr>
            <a:xfrm>
              <a:off x="7137243" y="2892378"/>
              <a:ext cx="60440" cy="30605"/>
            </a:xfrm>
            <a:custGeom>
              <a:avLst/>
              <a:gdLst/>
              <a:ahLst/>
              <a:cxnLst/>
              <a:rect l="l" t="t" r="r" b="b"/>
              <a:pathLst>
                <a:path w="2040" h="1033" extrusionOk="0">
                  <a:moveTo>
                    <a:pt x="927" y="1033"/>
                  </a:moveTo>
                  <a:lnTo>
                    <a:pt x="1273" y="403"/>
                  </a:lnTo>
                  <a:lnTo>
                    <a:pt x="2039" y="1"/>
                  </a:lnTo>
                  <a:lnTo>
                    <a:pt x="1" y="1"/>
                  </a:lnTo>
                  <a:lnTo>
                    <a:pt x="581" y="705"/>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39"/>
            <p:cNvSpPr/>
            <p:nvPr/>
          </p:nvSpPr>
          <p:spPr>
            <a:xfrm>
              <a:off x="7355627" y="3072514"/>
              <a:ext cx="103993" cy="60410"/>
            </a:xfrm>
            <a:custGeom>
              <a:avLst/>
              <a:gdLst/>
              <a:ahLst/>
              <a:cxnLst/>
              <a:rect l="l" t="t" r="r" b="b"/>
              <a:pathLst>
                <a:path w="3510" h="2039" extrusionOk="0">
                  <a:moveTo>
                    <a:pt x="3509" y="2039"/>
                  </a:moveTo>
                  <a:lnTo>
                    <a:pt x="2638" y="1613"/>
                  </a:lnTo>
                  <a:cubicBezTo>
                    <a:pt x="2638" y="1613"/>
                    <a:pt x="1804" y="1477"/>
                    <a:pt x="1594" y="1335"/>
                  </a:cubicBezTo>
                  <a:cubicBezTo>
                    <a:pt x="1390" y="1199"/>
                    <a:pt x="1316" y="828"/>
                    <a:pt x="1316" y="828"/>
                  </a:cubicBezTo>
                  <a:lnTo>
                    <a:pt x="717" y="433"/>
                  </a:lnTo>
                  <a:lnTo>
                    <a:pt x="0" y="0"/>
                  </a:lnTo>
                  <a:lnTo>
                    <a:pt x="1063" y="272"/>
                  </a:lnTo>
                  <a:lnTo>
                    <a:pt x="1736" y="593"/>
                  </a:lnTo>
                  <a:lnTo>
                    <a:pt x="1946" y="1020"/>
                  </a:lnTo>
                  <a:lnTo>
                    <a:pt x="2521" y="1236"/>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39"/>
            <p:cNvSpPr/>
            <p:nvPr/>
          </p:nvSpPr>
          <p:spPr>
            <a:xfrm>
              <a:off x="6781950" y="3226251"/>
              <a:ext cx="608845" cy="204489"/>
            </a:xfrm>
            <a:custGeom>
              <a:avLst/>
              <a:gdLst/>
              <a:ahLst/>
              <a:cxnLst/>
              <a:rect l="l" t="t" r="r" b="b"/>
              <a:pathLst>
                <a:path w="20550" h="6902" extrusionOk="0">
                  <a:moveTo>
                    <a:pt x="20487" y="1669"/>
                  </a:moveTo>
                  <a:cubicBezTo>
                    <a:pt x="20240" y="1657"/>
                    <a:pt x="19981" y="1731"/>
                    <a:pt x="19740" y="1768"/>
                  </a:cubicBezTo>
                  <a:cubicBezTo>
                    <a:pt x="19487" y="1817"/>
                    <a:pt x="19233" y="1860"/>
                    <a:pt x="18980" y="1910"/>
                  </a:cubicBezTo>
                  <a:cubicBezTo>
                    <a:pt x="18721" y="1965"/>
                    <a:pt x="18467" y="2015"/>
                    <a:pt x="18208" y="2070"/>
                  </a:cubicBezTo>
                  <a:cubicBezTo>
                    <a:pt x="18195" y="2021"/>
                    <a:pt x="18189" y="1972"/>
                    <a:pt x="18171" y="1922"/>
                  </a:cubicBezTo>
                  <a:cubicBezTo>
                    <a:pt x="18109" y="1712"/>
                    <a:pt x="18035" y="1514"/>
                    <a:pt x="17954" y="1317"/>
                  </a:cubicBezTo>
                  <a:cubicBezTo>
                    <a:pt x="18220" y="1199"/>
                    <a:pt x="18480" y="1076"/>
                    <a:pt x="18733" y="952"/>
                  </a:cubicBezTo>
                  <a:cubicBezTo>
                    <a:pt x="19289" y="680"/>
                    <a:pt x="19870" y="427"/>
                    <a:pt x="20395" y="93"/>
                  </a:cubicBezTo>
                  <a:cubicBezTo>
                    <a:pt x="20432" y="69"/>
                    <a:pt x="20413" y="1"/>
                    <a:pt x="20364" y="26"/>
                  </a:cubicBezTo>
                  <a:cubicBezTo>
                    <a:pt x="19870" y="236"/>
                    <a:pt x="19400" y="477"/>
                    <a:pt x="18918" y="711"/>
                  </a:cubicBezTo>
                  <a:cubicBezTo>
                    <a:pt x="18436" y="940"/>
                    <a:pt x="17948" y="1168"/>
                    <a:pt x="17454" y="1391"/>
                  </a:cubicBezTo>
                  <a:cubicBezTo>
                    <a:pt x="16447" y="1836"/>
                    <a:pt x="15428" y="2256"/>
                    <a:pt x="14402" y="2633"/>
                  </a:cubicBezTo>
                  <a:cubicBezTo>
                    <a:pt x="14118" y="2744"/>
                    <a:pt x="13834" y="2843"/>
                    <a:pt x="13556" y="2942"/>
                  </a:cubicBezTo>
                  <a:lnTo>
                    <a:pt x="13290" y="2404"/>
                  </a:lnTo>
                  <a:lnTo>
                    <a:pt x="1" y="5512"/>
                  </a:lnTo>
                  <a:lnTo>
                    <a:pt x="3115" y="6902"/>
                  </a:lnTo>
                  <a:lnTo>
                    <a:pt x="14173" y="4208"/>
                  </a:lnTo>
                  <a:lnTo>
                    <a:pt x="13963" y="3782"/>
                  </a:lnTo>
                  <a:cubicBezTo>
                    <a:pt x="14902" y="3578"/>
                    <a:pt x="15860" y="3399"/>
                    <a:pt x="16811" y="3226"/>
                  </a:cubicBezTo>
                  <a:lnTo>
                    <a:pt x="16904" y="3596"/>
                  </a:lnTo>
                  <a:cubicBezTo>
                    <a:pt x="16954" y="3794"/>
                    <a:pt x="16984" y="4017"/>
                    <a:pt x="17077" y="4183"/>
                  </a:cubicBezTo>
                  <a:cubicBezTo>
                    <a:pt x="17096" y="4227"/>
                    <a:pt x="17170" y="4208"/>
                    <a:pt x="17170" y="4165"/>
                  </a:cubicBezTo>
                  <a:cubicBezTo>
                    <a:pt x="17170" y="3961"/>
                    <a:pt x="17083" y="3751"/>
                    <a:pt x="17028" y="3566"/>
                  </a:cubicBezTo>
                  <a:cubicBezTo>
                    <a:pt x="16997" y="3454"/>
                    <a:pt x="16966" y="3331"/>
                    <a:pt x="16935" y="3213"/>
                  </a:cubicBezTo>
                  <a:cubicBezTo>
                    <a:pt x="17386" y="3133"/>
                    <a:pt x="17837" y="3059"/>
                    <a:pt x="18288" y="2991"/>
                  </a:cubicBezTo>
                  <a:lnTo>
                    <a:pt x="18331" y="3244"/>
                  </a:lnTo>
                  <a:cubicBezTo>
                    <a:pt x="18356" y="3349"/>
                    <a:pt x="18375" y="3467"/>
                    <a:pt x="18393" y="3578"/>
                  </a:cubicBezTo>
                  <a:cubicBezTo>
                    <a:pt x="18412" y="3671"/>
                    <a:pt x="18412" y="3763"/>
                    <a:pt x="18473" y="3825"/>
                  </a:cubicBezTo>
                  <a:cubicBezTo>
                    <a:pt x="18486" y="3837"/>
                    <a:pt x="18529" y="3837"/>
                    <a:pt x="18541" y="3813"/>
                  </a:cubicBezTo>
                  <a:cubicBezTo>
                    <a:pt x="18578" y="3739"/>
                    <a:pt x="18560" y="3671"/>
                    <a:pt x="18541" y="3584"/>
                  </a:cubicBezTo>
                  <a:cubicBezTo>
                    <a:pt x="18529" y="3473"/>
                    <a:pt x="18504" y="3362"/>
                    <a:pt x="18480" y="3250"/>
                  </a:cubicBezTo>
                  <a:cubicBezTo>
                    <a:pt x="18467" y="3158"/>
                    <a:pt x="18442" y="3059"/>
                    <a:pt x="18418" y="2966"/>
                  </a:cubicBezTo>
                  <a:cubicBezTo>
                    <a:pt x="18455" y="2960"/>
                    <a:pt x="18504" y="2948"/>
                    <a:pt x="18541" y="2942"/>
                  </a:cubicBezTo>
                  <a:cubicBezTo>
                    <a:pt x="19122" y="2855"/>
                    <a:pt x="19697" y="2781"/>
                    <a:pt x="20271" y="2682"/>
                  </a:cubicBezTo>
                  <a:cubicBezTo>
                    <a:pt x="20339" y="2664"/>
                    <a:pt x="20327" y="2559"/>
                    <a:pt x="20259" y="2559"/>
                  </a:cubicBezTo>
                  <a:cubicBezTo>
                    <a:pt x="19684" y="2596"/>
                    <a:pt x="19122" y="2688"/>
                    <a:pt x="18560" y="2775"/>
                  </a:cubicBezTo>
                  <a:cubicBezTo>
                    <a:pt x="18498" y="2781"/>
                    <a:pt x="18442" y="2787"/>
                    <a:pt x="18381" y="2806"/>
                  </a:cubicBezTo>
                  <a:lnTo>
                    <a:pt x="18331" y="2596"/>
                  </a:lnTo>
                  <a:cubicBezTo>
                    <a:pt x="18300" y="2472"/>
                    <a:pt x="18269" y="2348"/>
                    <a:pt x="18232" y="2225"/>
                  </a:cubicBezTo>
                  <a:cubicBezTo>
                    <a:pt x="18412" y="2188"/>
                    <a:pt x="18578" y="2145"/>
                    <a:pt x="18758" y="2108"/>
                  </a:cubicBezTo>
                  <a:cubicBezTo>
                    <a:pt x="19036" y="2052"/>
                    <a:pt x="19314" y="1990"/>
                    <a:pt x="19598" y="1947"/>
                  </a:cubicBezTo>
                  <a:cubicBezTo>
                    <a:pt x="19746" y="1916"/>
                    <a:pt x="19901" y="1891"/>
                    <a:pt x="20049" y="1867"/>
                  </a:cubicBezTo>
                  <a:cubicBezTo>
                    <a:pt x="20191" y="1848"/>
                    <a:pt x="20345" y="1830"/>
                    <a:pt x="20487" y="1774"/>
                  </a:cubicBezTo>
                  <a:cubicBezTo>
                    <a:pt x="20549" y="1737"/>
                    <a:pt x="20543" y="1669"/>
                    <a:pt x="20487" y="1669"/>
                  </a:cubicBezTo>
                  <a:close/>
                  <a:moveTo>
                    <a:pt x="17924" y="1329"/>
                  </a:moveTo>
                  <a:cubicBezTo>
                    <a:pt x="17985" y="1582"/>
                    <a:pt x="18041" y="1842"/>
                    <a:pt x="18103" y="2095"/>
                  </a:cubicBezTo>
                  <a:cubicBezTo>
                    <a:pt x="17880" y="2151"/>
                    <a:pt x="17652" y="2194"/>
                    <a:pt x="17429" y="2250"/>
                  </a:cubicBezTo>
                  <a:cubicBezTo>
                    <a:pt x="17201" y="2305"/>
                    <a:pt x="16966" y="2361"/>
                    <a:pt x="16737" y="2423"/>
                  </a:cubicBezTo>
                  <a:cubicBezTo>
                    <a:pt x="16737" y="2416"/>
                    <a:pt x="16725" y="2410"/>
                    <a:pt x="16725" y="2404"/>
                  </a:cubicBezTo>
                  <a:cubicBezTo>
                    <a:pt x="16694" y="2305"/>
                    <a:pt x="16663" y="2194"/>
                    <a:pt x="16632" y="2095"/>
                  </a:cubicBezTo>
                  <a:cubicBezTo>
                    <a:pt x="16620" y="2033"/>
                    <a:pt x="16601" y="1972"/>
                    <a:pt x="16583" y="1910"/>
                  </a:cubicBezTo>
                  <a:cubicBezTo>
                    <a:pt x="17028" y="1724"/>
                    <a:pt x="17479" y="1533"/>
                    <a:pt x="17924" y="1329"/>
                  </a:cubicBezTo>
                  <a:close/>
                  <a:moveTo>
                    <a:pt x="16521" y="1941"/>
                  </a:moveTo>
                  <a:cubicBezTo>
                    <a:pt x="16527" y="2003"/>
                    <a:pt x="16540" y="2058"/>
                    <a:pt x="16558" y="2120"/>
                  </a:cubicBezTo>
                  <a:cubicBezTo>
                    <a:pt x="16583" y="2225"/>
                    <a:pt x="16601" y="2324"/>
                    <a:pt x="16626" y="2435"/>
                  </a:cubicBezTo>
                  <a:cubicBezTo>
                    <a:pt x="16626" y="2441"/>
                    <a:pt x="16626" y="2447"/>
                    <a:pt x="16632" y="2460"/>
                  </a:cubicBezTo>
                  <a:cubicBezTo>
                    <a:pt x="16255" y="2559"/>
                    <a:pt x="15879" y="2664"/>
                    <a:pt x="15502" y="2775"/>
                  </a:cubicBezTo>
                  <a:cubicBezTo>
                    <a:pt x="15471" y="2651"/>
                    <a:pt x="15440" y="2521"/>
                    <a:pt x="15397" y="2398"/>
                  </a:cubicBezTo>
                  <a:cubicBezTo>
                    <a:pt x="15520" y="2348"/>
                    <a:pt x="15644" y="2293"/>
                    <a:pt x="15767" y="2250"/>
                  </a:cubicBezTo>
                  <a:cubicBezTo>
                    <a:pt x="16014" y="2151"/>
                    <a:pt x="16262" y="2046"/>
                    <a:pt x="16521" y="1941"/>
                  </a:cubicBezTo>
                  <a:close/>
                  <a:moveTo>
                    <a:pt x="15329" y="2416"/>
                  </a:moveTo>
                  <a:cubicBezTo>
                    <a:pt x="15353" y="2540"/>
                    <a:pt x="15384" y="2670"/>
                    <a:pt x="15409" y="2793"/>
                  </a:cubicBezTo>
                  <a:cubicBezTo>
                    <a:pt x="15075" y="2898"/>
                    <a:pt x="14742" y="3003"/>
                    <a:pt x="14421" y="3115"/>
                  </a:cubicBezTo>
                  <a:cubicBezTo>
                    <a:pt x="14192" y="3189"/>
                    <a:pt x="13976" y="3269"/>
                    <a:pt x="13753" y="3356"/>
                  </a:cubicBezTo>
                  <a:lnTo>
                    <a:pt x="13605" y="3059"/>
                  </a:lnTo>
                  <a:cubicBezTo>
                    <a:pt x="14192" y="2867"/>
                    <a:pt x="14767" y="2651"/>
                    <a:pt x="15329" y="2416"/>
                  </a:cubicBezTo>
                  <a:close/>
                  <a:moveTo>
                    <a:pt x="13809" y="3454"/>
                  </a:moveTo>
                  <a:cubicBezTo>
                    <a:pt x="14346" y="3269"/>
                    <a:pt x="14896" y="3090"/>
                    <a:pt x="15446" y="2929"/>
                  </a:cubicBezTo>
                  <a:cubicBezTo>
                    <a:pt x="15458" y="2997"/>
                    <a:pt x="15477" y="3077"/>
                    <a:pt x="15502" y="3145"/>
                  </a:cubicBezTo>
                  <a:cubicBezTo>
                    <a:pt x="15508" y="3189"/>
                    <a:pt x="15520" y="3238"/>
                    <a:pt x="15526" y="3281"/>
                  </a:cubicBezTo>
                  <a:cubicBezTo>
                    <a:pt x="15526" y="3288"/>
                    <a:pt x="15539" y="3306"/>
                    <a:pt x="15539" y="3312"/>
                  </a:cubicBezTo>
                  <a:cubicBezTo>
                    <a:pt x="14995" y="3430"/>
                    <a:pt x="14464" y="3553"/>
                    <a:pt x="13926" y="3683"/>
                  </a:cubicBezTo>
                  <a:close/>
                  <a:moveTo>
                    <a:pt x="15625" y="3306"/>
                  </a:moveTo>
                  <a:lnTo>
                    <a:pt x="15625" y="3288"/>
                  </a:lnTo>
                  <a:cubicBezTo>
                    <a:pt x="15613" y="3244"/>
                    <a:pt x="15601" y="3195"/>
                    <a:pt x="15594" y="3152"/>
                  </a:cubicBezTo>
                  <a:lnTo>
                    <a:pt x="15539" y="2911"/>
                  </a:lnTo>
                  <a:cubicBezTo>
                    <a:pt x="15916" y="2806"/>
                    <a:pt x="16293" y="2694"/>
                    <a:pt x="16676" y="2596"/>
                  </a:cubicBezTo>
                  <a:cubicBezTo>
                    <a:pt x="16706" y="2732"/>
                    <a:pt x="16744" y="2880"/>
                    <a:pt x="16774" y="3022"/>
                  </a:cubicBezTo>
                  <a:cubicBezTo>
                    <a:pt x="16781" y="3034"/>
                    <a:pt x="16781" y="3059"/>
                    <a:pt x="16787" y="3077"/>
                  </a:cubicBezTo>
                  <a:cubicBezTo>
                    <a:pt x="16385" y="3139"/>
                    <a:pt x="16008" y="3220"/>
                    <a:pt x="15625" y="3306"/>
                  </a:cubicBezTo>
                  <a:close/>
                  <a:moveTo>
                    <a:pt x="18208" y="2596"/>
                  </a:moveTo>
                  <a:cubicBezTo>
                    <a:pt x="18226" y="2676"/>
                    <a:pt x="18239" y="2744"/>
                    <a:pt x="18257" y="2818"/>
                  </a:cubicBezTo>
                  <a:cubicBezTo>
                    <a:pt x="17800" y="2892"/>
                    <a:pt x="17343" y="2966"/>
                    <a:pt x="16898" y="3053"/>
                  </a:cubicBezTo>
                  <a:cubicBezTo>
                    <a:pt x="16892" y="3028"/>
                    <a:pt x="16892" y="3016"/>
                    <a:pt x="16879" y="2991"/>
                  </a:cubicBezTo>
                  <a:cubicBezTo>
                    <a:pt x="16842" y="2849"/>
                    <a:pt x="16805" y="2713"/>
                    <a:pt x="16774" y="2571"/>
                  </a:cubicBezTo>
                  <a:cubicBezTo>
                    <a:pt x="17232" y="2460"/>
                    <a:pt x="17683" y="2342"/>
                    <a:pt x="18140" y="2243"/>
                  </a:cubicBezTo>
                  <a:cubicBezTo>
                    <a:pt x="18158" y="2355"/>
                    <a:pt x="18189" y="2472"/>
                    <a:pt x="18208" y="2596"/>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39"/>
            <p:cNvSpPr/>
            <p:nvPr/>
          </p:nvSpPr>
          <p:spPr>
            <a:xfrm>
              <a:off x="6475720" y="2409539"/>
              <a:ext cx="175573" cy="846576"/>
            </a:xfrm>
            <a:custGeom>
              <a:avLst/>
              <a:gdLst/>
              <a:ahLst/>
              <a:cxnLst/>
              <a:rect l="l" t="t" r="r" b="b"/>
              <a:pathLst>
                <a:path w="5926" h="28574" extrusionOk="0">
                  <a:moveTo>
                    <a:pt x="1" y="28216"/>
                  </a:moveTo>
                  <a:lnTo>
                    <a:pt x="1" y="0"/>
                  </a:lnTo>
                  <a:lnTo>
                    <a:pt x="909" y="414"/>
                  </a:lnTo>
                  <a:lnTo>
                    <a:pt x="1700" y="742"/>
                  </a:lnTo>
                  <a:lnTo>
                    <a:pt x="2441" y="1712"/>
                  </a:lnTo>
                  <a:lnTo>
                    <a:pt x="2491" y="2601"/>
                  </a:lnTo>
                  <a:lnTo>
                    <a:pt x="5648" y="3621"/>
                  </a:lnTo>
                  <a:lnTo>
                    <a:pt x="5648" y="1205"/>
                  </a:lnTo>
                  <a:lnTo>
                    <a:pt x="5926" y="1205"/>
                  </a:lnTo>
                  <a:lnTo>
                    <a:pt x="5926" y="28574"/>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39"/>
            <p:cNvSpPr/>
            <p:nvPr/>
          </p:nvSpPr>
          <p:spPr>
            <a:xfrm>
              <a:off x="6498414" y="3079091"/>
              <a:ext cx="163129" cy="99252"/>
            </a:xfrm>
            <a:custGeom>
              <a:avLst/>
              <a:gdLst/>
              <a:ahLst/>
              <a:cxnLst/>
              <a:rect l="l" t="t" r="r" b="b"/>
              <a:pathLst>
                <a:path w="5506" h="3350" extrusionOk="0">
                  <a:moveTo>
                    <a:pt x="1" y="2688"/>
                  </a:moveTo>
                  <a:lnTo>
                    <a:pt x="1422" y="1879"/>
                  </a:lnTo>
                  <a:lnTo>
                    <a:pt x="2120" y="1669"/>
                  </a:lnTo>
                  <a:lnTo>
                    <a:pt x="2491" y="977"/>
                  </a:lnTo>
                  <a:lnTo>
                    <a:pt x="3090" y="538"/>
                  </a:lnTo>
                  <a:lnTo>
                    <a:pt x="5506" y="1"/>
                  </a:lnTo>
                  <a:lnTo>
                    <a:pt x="3158" y="674"/>
                  </a:lnTo>
                  <a:lnTo>
                    <a:pt x="2602" y="1020"/>
                  </a:lnTo>
                  <a:lnTo>
                    <a:pt x="2373" y="1718"/>
                  </a:lnTo>
                  <a:lnTo>
                    <a:pt x="2583" y="2039"/>
                  </a:lnTo>
                  <a:lnTo>
                    <a:pt x="2973" y="2200"/>
                  </a:lnTo>
                  <a:lnTo>
                    <a:pt x="3158" y="3349"/>
                  </a:lnTo>
                  <a:lnTo>
                    <a:pt x="2769" y="2249"/>
                  </a:lnTo>
                  <a:lnTo>
                    <a:pt x="2441" y="2089"/>
                  </a:lnTo>
                  <a:lnTo>
                    <a:pt x="2120" y="1879"/>
                  </a:lnTo>
                  <a:lnTo>
                    <a:pt x="1422" y="2039"/>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39"/>
            <p:cNvSpPr/>
            <p:nvPr/>
          </p:nvSpPr>
          <p:spPr>
            <a:xfrm>
              <a:off x="6506118" y="2573350"/>
              <a:ext cx="39375" cy="35731"/>
            </a:xfrm>
            <a:custGeom>
              <a:avLst/>
              <a:gdLst/>
              <a:ahLst/>
              <a:cxnLst/>
              <a:rect l="l" t="t" r="r" b="b"/>
              <a:pathLst>
                <a:path w="1329" h="1206" extrusionOk="0">
                  <a:moveTo>
                    <a:pt x="0" y="1"/>
                  </a:moveTo>
                  <a:lnTo>
                    <a:pt x="1329" y="1"/>
                  </a:lnTo>
                  <a:lnTo>
                    <a:pt x="1329" y="1205"/>
                  </a:lnTo>
                  <a:lnTo>
                    <a:pt x="0" y="1205"/>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39"/>
            <p:cNvSpPr/>
            <p:nvPr/>
          </p:nvSpPr>
          <p:spPr>
            <a:xfrm>
              <a:off x="6566884" y="2573350"/>
              <a:ext cx="39375" cy="35731"/>
            </a:xfrm>
            <a:custGeom>
              <a:avLst/>
              <a:gdLst/>
              <a:ahLst/>
              <a:cxnLst/>
              <a:rect l="l" t="t" r="r" b="b"/>
              <a:pathLst>
                <a:path w="1329" h="1206" extrusionOk="0">
                  <a:moveTo>
                    <a:pt x="1" y="1"/>
                  </a:moveTo>
                  <a:lnTo>
                    <a:pt x="1329" y="1"/>
                  </a:lnTo>
                  <a:lnTo>
                    <a:pt x="1329" y="1205"/>
                  </a:lnTo>
                  <a:lnTo>
                    <a:pt x="1" y="1205"/>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39"/>
            <p:cNvSpPr/>
            <p:nvPr/>
          </p:nvSpPr>
          <p:spPr>
            <a:xfrm>
              <a:off x="6506118" y="2870069"/>
              <a:ext cx="39375" cy="35701"/>
            </a:xfrm>
            <a:custGeom>
              <a:avLst/>
              <a:gdLst/>
              <a:ahLst/>
              <a:cxnLst/>
              <a:rect l="l" t="t" r="r" b="b"/>
              <a:pathLst>
                <a:path w="1329" h="1205" extrusionOk="0">
                  <a:moveTo>
                    <a:pt x="0" y="0"/>
                  </a:moveTo>
                  <a:lnTo>
                    <a:pt x="1329" y="0"/>
                  </a:lnTo>
                  <a:lnTo>
                    <a:pt x="1329" y="1205"/>
                  </a:lnTo>
                  <a:lnTo>
                    <a:pt x="0" y="1205"/>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39"/>
            <p:cNvSpPr/>
            <p:nvPr/>
          </p:nvSpPr>
          <p:spPr>
            <a:xfrm>
              <a:off x="6566884" y="2870069"/>
              <a:ext cx="39375" cy="35701"/>
            </a:xfrm>
            <a:custGeom>
              <a:avLst/>
              <a:gdLst/>
              <a:ahLst/>
              <a:cxnLst/>
              <a:rect l="l" t="t" r="r" b="b"/>
              <a:pathLst>
                <a:path w="1329" h="1205" extrusionOk="0">
                  <a:moveTo>
                    <a:pt x="1" y="0"/>
                  </a:moveTo>
                  <a:lnTo>
                    <a:pt x="1329" y="0"/>
                  </a:lnTo>
                  <a:lnTo>
                    <a:pt x="1329" y="1205"/>
                  </a:lnTo>
                  <a:lnTo>
                    <a:pt x="1" y="1205"/>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39"/>
            <p:cNvSpPr/>
            <p:nvPr/>
          </p:nvSpPr>
          <p:spPr>
            <a:xfrm>
              <a:off x="6538500" y="3004044"/>
              <a:ext cx="39405" cy="35731"/>
            </a:xfrm>
            <a:custGeom>
              <a:avLst/>
              <a:gdLst/>
              <a:ahLst/>
              <a:cxnLst/>
              <a:rect l="l" t="t" r="r" b="b"/>
              <a:pathLst>
                <a:path w="1330" h="1206" extrusionOk="0">
                  <a:moveTo>
                    <a:pt x="1" y="1"/>
                  </a:moveTo>
                  <a:lnTo>
                    <a:pt x="1329" y="1"/>
                  </a:lnTo>
                  <a:lnTo>
                    <a:pt x="1329" y="1205"/>
                  </a:lnTo>
                  <a:lnTo>
                    <a:pt x="1" y="1205"/>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39"/>
            <p:cNvSpPr/>
            <p:nvPr/>
          </p:nvSpPr>
          <p:spPr>
            <a:xfrm>
              <a:off x="6506118" y="2657195"/>
              <a:ext cx="39375" cy="147367"/>
            </a:xfrm>
            <a:custGeom>
              <a:avLst/>
              <a:gdLst/>
              <a:ahLst/>
              <a:cxnLst/>
              <a:rect l="l" t="t" r="r" b="b"/>
              <a:pathLst>
                <a:path w="1329" h="4974" extrusionOk="0">
                  <a:moveTo>
                    <a:pt x="0" y="0"/>
                  </a:moveTo>
                  <a:lnTo>
                    <a:pt x="1329" y="0"/>
                  </a:lnTo>
                  <a:lnTo>
                    <a:pt x="1329" y="4973"/>
                  </a:lnTo>
                  <a:lnTo>
                    <a:pt x="0" y="4973"/>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39"/>
            <p:cNvSpPr/>
            <p:nvPr/>
          </p:nvSpPr>
          <p:spPr>
            <a:xfrm>
              <a:off x="6569639" y="2657195"/>
              <a:ext cx="39375" cy="147367"/>
            </a:xfrm>
            <a:custGeom>
              <a:avLst/>
              <a:gdLst/>
              <a:ahLst/>
              <a:cxnLst/>
              <a:rect l="l" t="t" r="r" b="b"/>
              <a:pathLst>
                <a:path w="1329" h="4974" extrusionOk="0">
                  <a:moveTo>
                    <a:pt x="0" y="0"/>
                  </a:moveTo>
                  <a:lnTo>
                    <a:pt x="1329" y="0"/>
                  </a:lnTo>
                  <a:lnTo>
                    <a:pt x="1329" y="4973"/>
                  </a:lnTo>
                  <a:lnTo>
                    <a:pt x="0" y="4973"/>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39"/>
            <p:cNvSpPr/>
            <p:nvPr/>
          </p:nvSpPr>
          <p:spPr>
            <a:xfrm>
              <a:off x="6494948" y="2799585"/>
              <a:ext cx="53122" cy="49626"/>
            </a:xfrm>
            <a:custGeom>
              <a:avLst/>
              <a:gdLst/>
              <a:ahLst/>
              <a:cxnLst/>
              <a:rect l="l" t="t" r="r" b="b"/>
              <a:pathLst>
                <a:path w="1793" h="1675" extrusionOk="0">
                  <a:moveTo>
                    <a:pt x="1" y="1"/>
                  </a:moveTo>
                  <a:lnTo>
                    <a:pt x="211" y="439"/>
                  </a:lnTo>
                  <a:lnTo>
                    <a:pt x="798" y="612"/>
                  </a:lnTo>
                  <a:lnTo>
                    <a:pt x="1193" y="983"/>
                  </a:lnTo>
                  <a:lnTo>
                    <a:pt x="1792" y="1675"/>
                  </a:lnTo>
                  <a:lnTo>
                    <a:pt x="1286" y="841"/>
                  </a:lnTo>
                  <a:lnTo>
                    <a:pt x="865" y="489"/>
                  </a:lnTo>
                  <a:lnTo>
                    <a:pt x="396" y="347"/>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39"/>
            <p:cNvSpPr/>
            <p:nvPr/>
          </p:nvSpPr>
          <p:spPr>
            <a:xfrm>
              <a:off x="6331849" y="3118259"/>
              <a:ext cx="282113" cy="127813"/>
            </a:xfrm>
            <a:custGeom>
              <a:avLst/>
              <a:gdLst/>
              <a:ahLst/>
              <a:cxnLst/>
              <a:rect l="l" t="t" r="r" b="b"/>
              <a:pathLst>
                <a:path w="9522" h="4314" extrusionOk="0">
                  <a:moveTo>
                    <a:pt x="1" y="2602"/>
                  </a:moveTo>
                  <a:cubicBezTo>
                    <a:pt x="143" y="2441"/>
                    <a:pt x="2398" y="303"/>
                    <a:pt x="2398" y="303"/>
                  </a:cubicBezTo>
                  <a:lnTo>
                    <a:pt x="5438" y="1"/>
                  </a:lnTo>
                  <a:lnTo>
                    <a:pt x="6321" y="439"/>
                  </a:lnTo>
                  <a:lnTo>
                    <a:pt x="6760" y="1483"/>
                  </a:lnTo>
                  <a:lnTo>
                    <a:pt x="8576" y="1601"/>
                  </a:lnTo>
                  <a:lnTo>
                    <a:pt x="9521" y="2064"/>
                  </a:lnTo>
                  <a:lnTo>
                    <a:pt x="9324" y="3275"/>
                  </a:lnTo>
                  <a:cubicBezTo>
                    <a:pt x="9324" y="3275"/>
                    <a:pt x="5067" y="4264"/>
                    <a:pt x="4851" y="4288"/>
                  </a:cubicBezTo>
                  <a:cubicBezTo>
                    <a:pt x="4641" y="4313"/>
                    <a:pt x="1206" y="4288"/>
                    <a:pt x="1113" y="4239"/>
                  </a:cubicBezTo>
                  <a:cubicBezTo>
                    <a:pt x="1026" y="4202"/>
                    <a:pt x="1" y="2602"/>
                    <a:pt x="1" y="2602"/>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39"/>
            <p:cNvSpPr/>
            <p:nvPr/>
          </p:nvSpPr>
          <p:spPr>
            <a:xfrm>
              <a:off x="6332589" y="3130169"/>
              <a:ext cx="280987" cy="116258"/>
            </a:xfrm>
            <a:custGeom>
              <a:avLst/>
              <a:gdLst/>
              <a:ahLst/>
              <a:cxnLst/>
              <a:rect l="l" t="t" r="r" b="b"/>
              <a:pathLst>
                <a:path w="9484" h="3924" extrusionOk="0">
                  <a:moveTo>
                    <a:pt x="9484" y="1786"/>
                  </a:moveTo>
                  <a:cubicBezTo>
                    <a:pt x="9206" y="1644"/>
                    <a:pt x="8409" y="1520"/>
                    <a:pt x="8088" y="1508"/>
                  </a:cubicBezTo>
                  <a:cubicBezTo>
                    <a:pt x="7717" y="1483"/>
                    <a:pt x="6834" y="1532"/>
                    <a:pt x="6766" y="1458"/>
                  </a:cubicBezTo>
                  <a:cubicBezTo>
                    <a:pt x="6698" y="1390"/>
                    <a:pt x="6327" y="717"/>
                    <a:pt x="6253" y="556"/>
                  </a:cubicBezTo>
                  <a:cubicBezTo>
                    <a:pt x="6185" y="396"/>
                    <a:pt x="5932" y="254"/>
                    <a:pt x="5771" y="186"/>
                  </a:cubicBezTo>
                  <a:cubicBezTo>
                    <a:pt x="5604" y="118"/>
                    <a:pt x="4585" y="0"/>
                    <a:pt x="4585" y="0"/>
                  </a:cubicBezTo>
                  <a:lnTo>
                    <a:pt x="4560" y="791"/>
                  </a:lnTo>
                  <a:cubicBezTo>
                    <a:pt x="4560" y="791"/>
                    <a:pt x="4424" y="93"/>
                    <a:pt x="4331" y="93"/>
                  </a:cubicBezTo>
                  <a:cubicBezTo>
                    <a:pt x="4239" y="93"/>
                    <a:pt x="3287" y="118"/>
                    <a:pt x="3077" y="118"/>
                  </a:cubicBezTo>
                  <a:cubicBezTo>
                    <a:pt x="2873" y="118"/>
                    <a:pt x="2595" y="254"/>
                    <a:pt x="2361" y="420"/>
                  </a:cubicBezTo>
                  <a:cubicBezTo>
                    <a:pt x="2262" y="488"/>
                    <a:pt x="1866" y="649"/>
                    <a:pt x="1428" y="822"/>
                  </a:cubicBezTo>
                  <a:cubicBezTo>
                    <a:pt x="791" y="1421"/>
                    <a:pt x="75" y="2119"/>
                    <a:pt x="1" y="2200"/>
                  </a:cubicBezTo>
                  <a:cubicBezTo>
                    <a:pt x="1" y="2200"/>
                    <a:pt x="1020" y="3806"/>
                    <a:pt x="1113" y="3855"/>
                  </a:cubicBezTo>
                  <a:cubicBezTo>
                    <a:pt x="1205" y="3899"/>
                    <a:pt x="4640" y="3923"/>
                    <a:pt x="4850" y="3899"/>
                  </a:cubicBezTo>
                  <a:cubicBezTo>
                    <a:pt x="5054" y="3880"/>
                    <a:pt x="9323" y="2892"/>
                    <a:pt x="9323" y="2892"/>
                  </a:cubicBez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39"/>
            <p:cNvSpPr/>
            <p:nvPr/>
          </p:nvSpPr>
          <p:spPr>
            <a:xfrm>
              <a:off x="6322694" y="3160537"/>
              <a:ext cx="287239" cy="219332"/>
            </a:xfrm>
            <a:custGeom>
              <a:avLst/>
              <a:gdLst/>
              <a:ahLst/>
              <a:cxnLst/>
              <a:rect l="l" t="t" r="r" b="b"/>
              <a:pathLst>
                <a:path w="9695" h="7403" extrusionOk="0">
                  <a:moveTo>
                    <a:pt x="9639" y="1854"/>
                  </a:moveTo>
                  <a:cubicBezTo>
                    <a:pt x="9546" y="1823"/>
                    <a:pt x="8088" y="1545"/>
                    <a:pt x="8088" y="1545"/>
                  </a:cubicBezTo>
                  <a:lnTo>
                    <a:pt x="6198" y="1545"/>
                  </a:lnTo>
                  <a:lnTo>
                    <a:pt x="5178" y="1391"/>
                  </a:lnTo>
                  <a:lnTo>
                    <a:pt x="5518" y="1"/>
                  </a:lnTo>
                  <a:lnTo>
                    <a:pt x="4313" y="897"/>
                  </a:lnTo>
                  <a:lnTo>
                    <a:pt x="3417" y="928"/>
                  </a:lnTo>
                  <a:lnTo>
                    <a:pt x="1675" y="2009"/>
                  </a:lnTo>
                  <a:lnTo>
                    <a:pt x="1" y="557"/>
                  </a:lnTo>
                  <a:lnTo>
                    <a:pt x="1" y="7402"/>
                  </a:lnTo>
                  <a:lnTo>
                    <a:pt x="9694" y="7402"/>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39"/>
            <p:cNvSpPr/>
            <p:nvPr/>
          </p:nvSpPr>
          <p:spPr>
            <a:xfrm>
              <a:off x="6322694" y="3248945"/>
              <a:ext cx="287416" cy="130924"/>
            </a:xfrm>
            <a:custGeom>
              <a:avLst/>
              <a:gdLst/>
              <a:ahLst/>
              <a:cxnLst/>
              <a:rect l="l" t="t" r="r" b="b"/>
              <a:pathLst>
                <a:path w="9701" h="4419" extrusionOk="0">
                  <a:moveTo>
                    <a:pt x="8094" y="149"/>
                  </a:moveTo>
                  <a:lnTo>
                    <a:pt x="6346" y="1"/>
                  </a:lnTo>
                  <a:lnTo>
                    <a:pt x="5561" y="1817"/>
                  </a:lnTo>
                  <a:lnTo>
                    <a:pt x="4981" y="588"/>
                  </a:lnTo>
                  <a:lnTo>
                    <a:pt x="4332" y="69"/>
                  </a:lnTo>
                  <a:lnTo>
                    <a:pt x="2590" y="588"/>
                  </a:lnTo>
                  <a:lnTo>
                    <a:pt x="1082" y="470"/>
                  </a:lnTo>
                  <a:lnTo>
                    <a:pt x="1" y="711"/>
                  </a:lnTo>
                  <a:lnTo>
                    <a:pt x="1" y="4418"/>
                  </a:lnTo>
                  <a:lnTo>
                    <a:pt x="9701" y="4418"/>
                  </a:lnTo>
                  <a:lnTo>
                    <a:pt x="9657" y="507"/>
                  </a:lnTo>
                  <a:lnTo>
                    <a:pt x="9534" y="402"/>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39"/>
            <p:cNvSpPr/>
            <p:nvPr/>
          </p:nvSpPr>
          <p:spPr>
            <a:xfrm>
              <a:off x="6557551" y="3206311"/>
              <a:ext cx="28946" cy="39197"/>
            </a:xfrm>
            <a:custGeom>
              <a:avLst/>
              <a:gdLst/>
              <a:ahLst/>
              <a:cxnLst/>
              <a:rect l="l" t="t" r="r" b="b"/>
              <a:pathLst>
                <a:path w="977" h="1323" extrusionOk="0">
                  <a:moveTo>
                    <a:pt x="192" y="631"/>
                  </a:moveTo>
                  <a:lnTo>
                    <a:pt x="631" y="1112"/>
                  </a:lnTo>
                  <a:lnTo>
                    <a:pt x="977" y="1323"/>
                  </a:lnTo>
                  <a:lnTo>
                    <a:pt x="328" y="488"/>
                  </a:lnTo>
                  <a:lnTo>
                    <a:pt x="173" y="0"/>
                  </a:lnTo>
                  <a:lnTo>
                    <a:pt x="161" y="0"/>
                  </a:lnTo>
                  <a:lnTo>
                    <a:pt x="0" y="0"/>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39"/>
            <p:cNvSpPr/>
            <p:nvPr/>
          </p:nvSpPr>
          <p:spPr>
            <a:xfrm>
              <a:off x="6350721" y="3216000"/>
              <a:ext cx="248219" cy="97060"/>
            </a:xfrm>
            <a:custGeom>
              <a:avLst/>
              <a:gdLst/>
              <a:ahLst/>
              <a:cxnLst/>
              <a:rect l="l" t="t" r="r" b="b"/>
              <a:pathLst>
                <a:path w="8378" h="3276" extrusionOk="0">
                  <a:moveTo>
                    <a:pt x="0" y="2163"/>
                  </a:moveTo>
                  <a:lnTo>
                    <a:pt x="1020" y="2163"/>
                  </a:lnTo>
                  <a:lnTo>
                    <a:pt x="1501" y="2299"/>
                  </a:lnTo>
                  <a:lnTo>
                    <a:pt x="1551" y="1280"/>
                  </a:lnTo>
                  <a:lnTo>
                    <a:pt x="4177" y="1490"/>
                  </a:lnTo>
                  <a:lnTo>
                    <a:pt x="4665" y="1817"/>
                  </a:lnTo>
                  <a:lnTo>
                    <a:pt x="5035" y="2114"/>
                  </a:lnTo>
                  <a:lnTo>
                    <a:pt x="6432" y="2188"/>
                  </a:lnTo>
                  <a:lnTo>
                    <a:pt x="7544" y="3090"/>
                  </a:lnTo>
                  <a:lnTo>
                    <a:pt x="8378" y="3275"/>
                  </a:lnTo>
                  <a:lnTo>
                    <a:pt x="7544" y="2855"/>
                  </a:lnTo>
                  <a:lnTo>
                    <a:pt x="6432" y="2046"/>
                  </a:lnTo>
                  <a:lnTo>
                    <a:pt x="5054" y="1928"/>
                  </a:lnTo>
                  <a:lnTo>
                    <a:pt x="4152" y="1329"/>
                  </a:lnTo>
                  <a:lnTo>
                    <a:pt x="3899" y="693"/>
                  </a:lnTo>
                  <a:lnTo>
                    <a:pt x="3689" y="1"/>
                  </a:lnTo>
                  <a:lnTo>
                    <a:pt x="3738" y="785"/>
                  </a:lnTo>
                  <a:lnTo>
                    <a:pt x="3899" y="1181"/>
                  </a:lnTo>
                  <a:lnTo>
                    <a:pt x="1434" y="1113"/>
                  </a:lnTo>
                  <a:lnTo>
                    <a:pt x="1341" y="1953"/>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39"/>
            <p:cNvSpPr/>
            <p:nvPr/>
          </p:nvSpPr>
          <p:spPr>
            <a:xfrm>
              <a:off x="6849500" y="2734434"/>
              <a:ext cx="130894" cy="689343"/>
            </a:xfrm>
            <a:custGeom>
              <a:avLst/>
              <a:gdLst/>
              <a:ahLst/>
              <a:cxnLst/>
              <a:rect l="l" t="t" r="r" b="b"/>
              <a:pathLst>
                <a:path w="4418" h="23267" extrusionOk="0">
                  <a:moveTo>
                    <a:pt x="1533" y="0"/>
                  </a:moveTo>
                  <a:lnTo>
                    <a:pt x="1953" y="6086"/>
                  </a:lnTo>
                  <a:lnTo>
                    <a:pt x="1860" y="7476"/>
                  </a:lnTo>
                  <a:lnTo>
                    <a:pt x="1903" y="8217"/>
                  </a:lnTo>
                  <a:lnTo>
                    <a:pt x="3015" y="8779"/>
                  </a:lnTo>
                  <a:lnTo>
                    <a:pt x="2645" y="9935"/>
                  </a:lnTo>
                  <a:lnTo>
                    <a:pt x="2231" y="10583"/>
                  </a:lnTo>
                  <a:lnTo>
                    <a:pt x="3862" y="10954"/>
                  </a:lnTo>
                  <a:lnTo>
                    <a:pt x="3955" y="11936"/>
                  </a:lnTo>
                  <a:lnTo>
                    <a:pt x="4418" y="12122"/>
                  </a:lnTo>
                  <a:lnTo>
                    <a:pt x="4418" y="23267"/>
                  </a:lnTo>
                  <a:lnTo>
                    <a:pt x="1304" y="23267"/>
                  </a:lnTo>
                  <a:lnTo>
                    <a:pt x="1" y="6271"/>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39"/>
            <p:cNvSpPr/>
            <p:nvPr/>
          </p:nvSpPr>
          <p:spPr>
            <a:xfrm>
              <a:off x="6899837" y="3098319"/>
              <a:ext cx="28768" cy="78928"/>
            </a:xfrm>
            <a:custGeom>
              <a:avLst/>
              <a:gdLst/>
              <a:ahLst/>
              <a:cxnLst/>
              <a:rect l="l" t="t" r="r" b="b"/>
              <a:pathLst>
                <a:path w="971" h="2664" extrusionOk="0">
                  <a:moveTo>
                    <a:pt x="1" y="0"/>
                  </a:moveTo>
                  <a:cubicBezTo>
                    <a:pt x="87" y="0"/>
                    <a:pt x="390" y="371"/>
                    <a:pt x="390" y="371"/>
                  </a:cubicBezTo>
                  <a:lnTo>
                    <a:pt x="371" y="909"/>
                  </a:lnTo>
                  <a:lnTo>
                    <a:pt x="204" y="1668"/>
                  </a:lnTo>
                  <a:lnTo>
                    <a:pt x="532" y="2663"/>
                  </a:lnTo>
                  <a:lnTo>
                    <a:pt x="390" y="1668"/>
                  </a:lnTo>
                  <a:lnTo>
                    <a:pt x="550" y="1088"/>
                  </a:lnTo>
                  <a:lnTo>
                    <a:pt x="970" y="1088"/>
                  </a:lnTo>
                  <a:lnTo>
                    <a:pt x="550" y="909"/>
                  </a:lnTo>
                  <a:lnTo>
                    <a:pt x="464" y="161"/>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39"/>
            <p:cNvSpPr/>
            <p:nvPr/>
          </p:nvSpPr>
          <p:spPr>
            <a:xfrm>
              <a:off x="6590852" y="2603362"/>
              <a:ext cx="304067" cy="822430"/>
            </a:xfrm>
            <a:custGeom>
              <a:avLst/>
              <a:gdLst/>
              <a:ahLst/>
              <a:cxnLst/>
              <a:rect l="l" t="t" r="r" b="b"/>
              <a:pathLst>
                <a:path w="10263" h="27759" extrusionOk="0">
                  <a:moveTo>
                    <a:pt x="347" y="27759"/>
                  </a:moveTo>
                  <a:lnTo>
                    <a:pt x="347" y="15934"/>
                  </a:lnTo>
                  <a:lnTo>
                    <a:pt x="606" y="15057"/>
                  </a:lnTo>
                  <a:lnTo>
                    <a:pt x="1255" y="14871"/>
                  </a:lnTo>
                  <a:lnTo>
                    <a:pt x="2182" y="14729"/>
                  </a:lnTo>
                  <a:lnTo>
                    <a:pt x="1440" y="14173"/>
                  </a:lnTo>
                  <a:lnTo>
                    <a:pt x="1162" y="13525"/>
                  </a:lnTo>
                  <a:lnTo>
                    <a:pt x="606" y="13203"/>
                  </a:lnTo>
                  <a:lnTo>
                    <a:pt x="1" y="12876"/>
                  </a:lnTo>
                  <a:lnTo>
                    <a:pt x="1" y="11344"/>
                  </a:lnTo>
                  <a:lnTo>
                    <a:pt x="1" y="1"/>
                  </a:lnTo>
                  <a:lnTo>
                    <a:pt x="4838" y="2701"/>
                  </a:lnTo>
                  <a:lnTo>
                    <a:pt x="4326" y="4375"/>
                  </a:lnTo>
                  <a:cubicBezTo>
                    <a:pt x="4326" y="4375"/>
                    <a:pt x="7297" y="3498"/>
                    <a:pt x="7532" y="3448"/>
                  </a:cubicBezTo>
                  <a:cubicBezTo>
                    <a:pt x="7761" y="3399"/>
                    <a:pt x="8317" y="3862"/>
                    <a:pt x="8317" y="3862"/>
                  </a:cubicBezTo>
                  <a:lnTo>
                    <a:pt x="9200" y="4325"/>
                  </a:lnTo>
                  <a:lnTo>
                    <a:pt x="10263" y="4418"/>
                  </a:lnTo>
                  <a:lnTo>
                    <a:pt x="10263" y="10646"/>
                  </a:lnTo>
                  <a:lnTo>
                    <a:pt x="9663" y="10967"/>
                  </a:lnTo>
                  <a:cubicBezTo>
                    <a:pt x="9663" y="10967"/>
                    <a:pt x="9892" y="11016"/>
                    <a:pt x="9985" y="11152"/>
                  </a:cubicBezTo>
                  <a:cubicBezTo>
                    <a:pt x="10077" y="11294"/>
                    <a:pt x="10034" y="11572"/>
                    <a:pt x="10034" y="11572"/>
                  </a:cubicBezTo>
                  <a:cubicBezTo>
                    <a:pt x="10219" y="11894"/>
                    <a:pt x="10034" y="27691"/>
                    <a:pt x="10034" y="2769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39"/>
            <p:cNvSpPr/>
            <p:nvPr/>
          </p:nvSpPr>
          <p:spPr>
            <a:xfrm>
              <a:off x="6590497" y="2603540"/>
              <a:ext cx="230295" cy="381128"/>
            </a:xfrm>
            <a:custGeom>
              <a:avLst/>
              <a:gdLst/>
              <a:ahLst/>
              <a:cxnLst/>
              <a:rect l="l" t="t" r="r" b="b"/>
              <a:pathLst>
                <a:path w="7773" h="12864" extrusionOk="0">
                  <a:moveTo>
                    <a:pt x="1588" y="8687"/>
                  </a:moveTo>
                  <a:lnTo>
                    <a:pt x="1866" y="5067"/>
                  </a:lnTo>
                  <a:lnTo>
                    <a:pt x="1959" y="3294"/>
                  </a:lnTo>
                  <a:lnTo>
                    <a:pt x="2564" y="4363"/>
                  </a:lnTo>
                  <a:lnTo>
                    <a:pt x="3028" y="3479"/>
                  </a:lnTo>
                  <a:lnTo>
                    <a:pt x="3349" y="3621"/>
                  </a:lnTo>
                  <a:lnTo>
                    <a:pt x="4134" y="5759"/>
                  </a:lnTo>
                  <a:lnTo>
                    <a:pt x="6555" y="4326"/>
                  </a:lnTo>
                  <a:lnTo>
                    <a:pt x="7773" y="3498"/>
                  </a:lnTo>
                  <a:cubicBezTo>
                    <a:pt x="7680" y="3448"/>
                    <a:pt x="7593" y="3430"/>
                    <a:pt x="7525" y="3442"/>
                  </a:cubicBezTo>
                  <a:cubicBezTo>
                    <a:pt x="7297" y="3492"/>
                    <a:pt x="4325" y="4369"/>
                    <a:pt x="4325" y="4369"/>
                  </a:cubicBezTo>
                  <a:lnTo>
                    <a:pt x="4832" y="2695"/>
                  </a:lnTo>
                  <a:lnTo>
                    <a:pt x="1" y="1"/>
                  </a:lnTo>
                  <a:lnTo>
                    <a:pt x="1" y="12864"/>
                  </a:lnTo>
                  <a:lnTo>
                    <a:pt x="1545" y="11010"/>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39"/>
            <p:cNvSpPr/>
            <p:nvPr/>
          </p:nvSpPr>
          <p:spPr>
            <a:xfrm>
              <a:off x="6704177" y="3355486"/>
              <a:ext cx="47256" cy="65181"/>
            </a:xfrm>
            <a:custGeom>
              <a:avLst/>
              <a:gdLst/>
              <a:ahLst/>
              <a:cxnLst/>
              <a:rect l="l" t="t" r="r" b="b"/>
              <a:pathLst>
                <a:path w="1595" h="2200" extrusionOk="0">
                  <a:moveTo>
                    <a:pt x="0" y="1"/>
                  </a:moveTo>
                  <a:lnTo>
                    <a:pt x="1594" y="1"/>
                  </a:lnTo>
                  <a:lnTo>
                    <a:pt x="1594" y="2200"/>
                  </a:lnTo>
                  <a:lnTo>
                    <a:pt x="0" y="2200"/>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39"/>
            <p:cNvSpPr/>
            <p:nvPr/>
          </p:nvSpPr>
          <p:spPr>
            <a:xfrm>
              <a:off x="6621072" y="3265241"/>
              <a:ext cx="81298" cy="159840"/>
            </a:xfrm>
            <a:custGeom>
              <a:avLst/>
              <a:gdLst/>
              <a:ahLst/>
              <a:cxnLst/>
              <a:rect l="l" t="t" r="r" b="b"/>
              <a:pathLst>
                <a:path w="2744" h="5395" extrusionOk="0">
                  <a:moveTo>
                    <a:pt x="2132" y="3312"/>
                  </a:moveTo>
                  <a:lnTo>
                    <a:pt x="1390" y="2379"/>
                  </a:lnTo>
                  <a:lnTo>
                    <a:pt x="1545" y="1323"/>
                  </a:lnTo>
                  <a:lnTo>
                    <a:pt x="1143" y="835"/>
                  </a:lnTo>
                  <a:lnTo>
                    <a:pt x="1143" y="217"/>
                  </a:lnTo>
                  <a:lnTo>
                    <a:pt x="0" y="1"/>
                  </a:lnTo>
                  <a:lnTo>
                    <a:pt x="896" y="371"/>
                  </a:lnTo>
                  <a:lnTo>
                    <a:pt x="865" y="773"/>
                  </a:lnTo>
                  <a:lnTo>
                    <a:pt x="1236" y="1267"/>
                  </a:lnTo>
                  <a:lnTo>
                    <a:pt x="1051" y="2472"/>
                  </a:lnTo>
                  <a:lnTo>
                    <a:pt x="1915" y="3312"/>
                  </a:lnTo>
                  <a:lnTo>
                    <a:pt x="2737" y="5394"/>
                  </a:lnTo>
                  <a:lnTo>
                    <a:pt x="2743" y="5394"/>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39"/>
            <p:cNvSpPr/>
            <p:nvPr/>
          </p:nvSpPr>
          <p:spPr>
            <a:xfrm>
              <a:off x="6717717" y="2926243"/>
              <a:ext cx="165677" cy="29687"/>
            </a:xfrm>
            <a:custGeom>
              <a:avLst/>
              <a:gdLst/>
              <a:ahLst/>
              <a:cxnLst/>
              <a:rect l="l" t="t" r="r" b="b"/>
              <a:pathLst>
                <a:path w="5592" h="1002" extrusionOk="0">
                  <a:moveTo>
                    <a:pt x="3287" y="674"/>
                  </a:moveTo>
                  <a:lnTo>
                    <a:pt x="2478" y="699"/>
                  </a:lnTo>
                  <a:lnTo>
                    <a:pt x="2200" y="1"/>
                  </a:lnTo>
                  <a:lnTo>
                    <a:pt x="2132" y="396"/>
                  </a:lnTo>
                  <a:lnTo>
                    <a:pt x="1712" y="446"/>
                  </a:lnTo>
                  <a:lnTo>
                    <a:pt x="575" y="742"/>
                  </a:lnTo>
                  <a:lnTo>
                    <a:pt x="0" y="1002"/>
                  </a:lnTo>
                  <a:lnTo>
                    <a:pt x="1063" y="742"/>
                  </a:lnTo>
                  <a:lnTo>
                    <a:pt x="2150" y="514"/>
                  </a:lnTo>
                  <a:lnTo>
                    <a:pt x="2360" y="860"/>
                  </a:lnTo>
                  <a:lnTo>
                    <a:pt x="2941" y="909"/>
                  </a:lnTo>
                  <a:lnTo>
                    <a:pt x="3707" y="860"/>
                  </a:lnTo>
                  <a:lnTo>
                    <a:pt x="5591" y="155"/>
                  </a:lnTo>
                  <a:cubicBezTo>
                    <a:pt x="5486" y="94"/>
                    <a:pt x="5381" y="75"/>
                    <a:pt x="5381" y="75"/>
                  </a:cubicBezTo>
                  <a:lnTo>
                    <a:pt x="3991" y="514"/>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39"/>
            <p:cNvSpPr/>
            <p:nvPr/>
          </p:nvSpPr>
          <p:spPr>
            <a:xfrm>
              <a:off x="6788912" y="3018325"/>
              <a:ext cx="42130" cy="37568"/>
            </a:xfrm>
            <a:custGeom>
              <a:avLst/>
              <a:gdLst/>
              <a:ahLst/>
              <a:cxnLst/>
              <a:rect l="l" t="t" r="r" b="b"/>
              <a:pathLst>
                <a:path w="1422" h="1268" extrusionOk="0">
                  <a:moveTo>
                    <a:pt x="1" y="1"/>
                  </a:moveTo>
                  <a:lnTo>
                    <a:pt x="1422" y="1"/>
                  </a:lnTo>
                  <a:lnTo>
                    <a:pt x="1422" y="1267"/>
                  </a:lnTo>
                  <a:lnTo>
                    <a:pt x="1" y="1267"/>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39"/>
            <p:cNvSpPr/>
            <p:nvPr/>
          </p:nvSpPr>
          <p:spPr>
            <a:xfrm>
              <a:off x="6788912" y="2837479"/>
              <a:ext cx="42130" cy="37568"/>
            </a:xfrm>
            <a:custGeom>
              <a:avLst/>
              <a:gdLst/>
              <a:ahLst/>
              <a:cxnLst/>
              <a:rect l="l" t="t" r="r" b="b"/>
              <a:pathLst>
                <a:path w="1422" h="1268" extrusionOk="0">
                  <a:moveTo>
                    <a:pt x="1" y="1"/>
                  </a:moveTo>
                  <a:lnTo>
                    <a:pt x="1422" y="1"/>
                  </a:lnTo>
                  <a:lnTo>
                    <a:pt x="1422" y="1267"/>
                  </a:lnTo>
                  <a:lnTo>
                    <a:pt x="1" y="1267"/>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39"/>
            <p:cNvSpPr/>
            <p:nvPr/>
          </p:nvSpPr>
          <p:spPr>
            <a:xfrm>
              <a:off x="6788912" y="3118259"/>
              <a:ext cx="42130" cy="37568"/>
            </a:xfrm>
            <a:custGeom>
              <a:avLst/>
              <a:gdLst/>
              <a:ahLst/>
              <a:cxnLst/>
              <a:rect l="l" t="t" r="r" b="b"/>
              <a:pathLst>
                <a:path w="1422" h="1268" extrusionOk="0">
                  <a:moveTo>
                    <a:pt x="1" y="1"/>
                  </a:moveTo>
                  <a:lnTo>
                    <a:pt x="1422" y="1"/>
                  </a:lnTo>
                  <a:lnTo>
                    <a:pt x="1422" y="1267"/>
                  </a:lnTo>
                  <a:lnTo>
                    <a:pt x="1" y="1267"/>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39"/>
            <p:cNvSpPr/>
            <p:nvPr/>
          </p:nvSpPr>
          <p:spPr>
            <a:xfrm>
              <a:off x="6788912" y="3299105"/>
              <a:ext cx="42130" cy="37568"/>
            </a:xfrm>
            <a:custGeom>
              <a:avLst/>
              <a:gdLst/>
              <a:ahLst/>
              <a:cxnLst/>
              <a:rect l="l" t="t" r="r" b="b"/>
              <a:pathLst>
                <a:path w="1422" h="1268" extrusionOk="0">
                  <a:moveTo>
                    <a:pt x="1" y="1"/>
                  </a:moveTo>
                  <a:lnTo>
                    <a:pt x="1422" y="1"/>
                  </a:lnTo>
                  <a:lnTo>
                    <a:pt x="1422" y="1267"/>
                  </a:lnTo>
                  <a:lnTo>
                    <a:pt x="1" y="1267"/>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39"/>
            <p:cNvSpPr/>
            <p:nvPr/>
          </p:nvSpPr>
          <p:spPr>
            <a:xfrm>
              <a:off x="6788912" y="3220029"/>
              <a:ext cx="42130" cy="37568"/>
            </a:xfrm>
            <a:custGeom>
              <a:avLst/>
              <a:gdLst/>
              <a:ahLst/>
              <a:cxnLst/>
              <a:rect l="l" t="t" r="r" b="b"/>
              <a:pathLst>
                <a:path w="1422" h="1268" extrusionOk="0">
                  <a:moveTo>
                    <a:pt x="1" y="1"/>
                  </a:moveTo>
                  <a:lnTo>
                    <a:pt x="1422" y="1"/>
                  </a:lnTo>
                  <a:lnTo>
                    <a:pt x="1422" y="1267"/>
                  </a:lnTo>
                  <a:lnTo>
                    <a:pt x="1" y="1267"/>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39"/>
            <p:cNvSpPr/>
            <p:nvPr/>
          </p:nvSpPr>
          <p:spPr>
            <a:xfrm>
              <a:off x="6635708" y="3118259"/>
              <a:ext cx="42130" cy="37568"/>
            </a:xfrm>
            <a:custGeom>
              <a:avLst/>
              <a:gdLst/>
              <a:ahLst/>
              <a:cxnLst/>
              <a:rect l="l" t="t" r="r" b="b"/>
              <a:pathLst>
                <a:path w="1422" h="1268" extrusionOk="0">
                  <a:moveTo>
                    <a:pt x="1" y="1"/>
                  </a:moveTo>
                  <a:lnTo>
                    <a:pt x="1421" y="1"/>
                  </a:lnTo>
                  <a:lnTo>
                    <a:pt x="1421" y="1267"/>
                  </a:lnTo>
                  <a:lnTo>
                    <a:pt x="1" y="1267"/>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39"/>
            <p:cNvSpPr/>
            <p:nvPr/>
          </p:nvSpPr>
          <p:spPr>
            <a:xfrm>
              <a:off x="6694460" y="3118259"/>
              <a:ext cx="65388" cy="37568"/>
            </a:xfrm>
            <a:custGeom>
              <a:avLst/>
              <a:gdLst/>
              <a:ahLst/>
              <a:cxnLst/>
              <a:rect l="l" t="t" r="r" b="b"/>
              <a:pathLst>
                <a:path w="2207" h="1268" extrusionOk="0">
                  <a:moveTo>
                    <a:pt x="1" y="1"/>
                  </a:moveTo>
                  <a:lnTo>
                    <a:pt x="2206" y="1"/>
                  </a:lnTo>
                  <a:lnTo>
                    <a:pt x="2206" y="1267"/>
                  </a:lnTo>
                  <a:lnTo>
                    <a:pt x="1" y="1267"/>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39"/>
            <p:cNvSpPr/>
            <p:nvPr/>
          </p:nvSpPr>
          <p:spPr>
            <a:xfrm>
              <a:off x="6749004" y="2742671"/>
              <a:ext cx="68854" cy="41212"/>
            </a:xfrm>
            <a:custGeom>
              <a:avLst/>
              <a:gdLst/>
              <a:ahLst/>
              <a:cxnLst/>
              <a:rect l="l" t="t" r="r" b="b"/>
              <a:pathLst>
                <a:path w="2324" h="1391" extrusionOk="0">
                  <a:moveTo>
                    <a:pt x="1" y="1390"/>
                  </a:moveTo>
                  <a:lnTo>
                    <a:pt x="2324" y="0"/>
                  </a:lnTo>
                  <a:lnTo>
                    <a:pt x="1953" y="1205"/>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39"/>
            <p:cNvSpPr/>
            <p:nvPr/>
          </p:nvSpPr>
          <p:spPr>
            <a:xfrm>
              <a:off x="7305290" y="2983187"/>
              <a:ext cx="405630" cy="490394"/>
            </a:xfrm>
            <a:custGeom>
              <a:avLst/>
              <a:gdLst/>
              <a:ahLst/>
              <a:cxnLst/>
              <a:rect l="l" t="t" r="r" b="b"/>
              <a:pathLst>
                <a:path w="13691" h="16552" extrusionOk="0">
                  <a:moveTo>
                    <a:pt x="877" y="15476"/>
                  </a:moveTo>
                  <a:cubicBezTo>
                    <a:pt x="877" y="15476"/>
                    <a:pt x="0" y="14457"/>
                    <a:pt x="649" y="13709"/>
                  </a:cubicBezTo>
                  <a:cubicBezTo>
                    <a:pt x="1297" y="12968"/>
                    <a:pt x="2323" y="13524"/>
                    <a:pt x="2366" y="12783"/>
                  </a:cubicBezTo>
                  <a:cubicBezTo>
                    <a:pt x="2416" y="12041"/>
                    <a:pt x="2230" y="11627"/>
                    <a:pt x="2088" y="10874"/>
                  </a:cubicBezTo>
                  <a:cubicBezTo>
                    <a:pt x="1952" y="10132"/>
                    <a:pt x="2181" y="8829"/>
                    <a:pt x="2181" y="8829"/>
                  </a:cubicBezTo>
                  <a:lnTo>
                    <a:pt x="3064" y="7290"/>
                  </a:lnTo>
                  <a:lnTo>
                    <a:pt x="2830" y="8829"/>
                  </a:lnTo>
                  <a:cubicBezTo>
                    <a:pt x="2830" y="8829"/>
                    <a:pt x="2879" y="10367"/>
                    <a:pt x="3342" y="10509"/>
                  </a:cubicBezTo>
                  <a:cubicBezTo>
                    <a:pt x="3806" y="10645"/>
                    <a:pt x="4831" y="10874"/>
                    <a:pt x="5017" y="10089"/>
                  </a:cubicBezTo>
                  <a:cubicBezTo>
                    <a:pt x="5202" y="9298"/>
                    <a:pt x="5251" y="8792"/>
                    <a:pt x="4831" y="8180"/>
                  </a:cubicBezTo>
                  <a:cubicBezTo>
                    <a:pt x="4417" y="7581"/>
                    <a:pt x="4510" y="6086"/>
                    <a:pt x="4510" y="6086"/>
                  </a:cubicBezTo>
                  <a:lnTo>
                    <a:pt x="5529" y="4838"/>
                  </a:lnTo>
                  <a:cubicBezTo>
                    <a:pt x="5529" y="4838"/>
                    <a:pt x="4881" y="6376"/>
                    <a:pt x="5109" y="6747"/>
                  </a:cubicBezTo>
                  <a:cubicBezTo>
                    <a:pt x="5344" y="7117"/>
                    <a:pt x="5943" y="8180"/>
                    <a:pt x="6456" y="7531"/>
                  </a:cubicBezTo>
                  <a:cubicBezTo>
                    <a:pt x="6963" y="6883"/>
                    <a:pt x="7290" y="6697"/>
                    <a:pt x="6963" y="5672"/>
                  </a:cubicBezTo>
                  <a:cubicBezTo>
                    <a:pt x="6642" y="4652"/>
                    <a:pt x="7383" y="3299"/>
                    <a:pt x="7383" y="3299"/>
                  </a:cubicBezTo>
                  <a:lnTo>
                    <a:pt x="7476" y="4881"/>
                  </a:lnTo>
                  <a:cubicBezTo>
                    <a:pt x="7476" y="4881"/>
                    <a:pt x="8353" y="6086"/>
                    <a:pt x="8909" y="5066"/>
                  </a:cubicBezTo>
                  <a:cubicBezTo>
                    <a:pt x="9465" y="4047"/>
                    <a:pt x="9051" y="3726"/>
                    <a:pt x="9002" y="2515"/>
                  </a:cubicBezTo>
                  <a:cubicBezTo>
                    <a:pt x="8958" y="1310"/>
                    <a:pt x="10206" y="0"/>
                    <a:pt x="10206" y="0"/>
                  </a:cubicBezTo>
                  <a:cubicBezTo>
                    <a:pt x="10206" y="0"/>
                    <a:pt x="9514" y="791"/>
                    <a:pt x="9558" y="1588"/>
                  </a:cubicBezTo>
                  <a:cubicBezTo>
                    <a:pt x="9607" y="2373"/>
                    <a:pt x="10021" y="2929"/>
                    <a:pt x="10114" y="3676"/>
                  </a:cubicBezTo>
                  <a:cubicBezTo>
                    <a:pt x="10206" y="4418"/>
                    <a:pt x="10812" y="4974"/>
                    <a:pt x="10021" y="5863"/>
                  </a:cubicBezTo>
                  <a:cubicBezTo>
                    <a:pt x="9236" y="6747"/>
                    <a:pt x="8297" y="7538"/>
                    <a:pt x="8112" y="8328"/>
                  </a:cubicBezTo>
                  <a:cubicBezTo>
                    <a:pt x="7927" y="9113"/>
                    <a:pt x="7791" y="10281"/>
                    <a:pt x="8625" y="10466"/>
                  </a:cubicBezTo>
                  <a:cubicBezTo>
                    <a:pt x="9459" y="10651"/>
                    <a:pt x="10441" y="9354"/>
                    <a:pt x="10441" y="9354"/>
                  </a:cubicBezTo>
                  <a:cubicBezTo>
                    <a:pt x="10441" y="9354"/>
                    <a:pt x="9836" y="7921"/>
                    <a:pt x="10021" y="7352"/>
                  </a:cubicBezTo>
                  <a:cubicBezTo>
                    <a:pt x="10206" y="6796"/>
                    <a:pt x="11559" y="5585"/>
                    <a:pt x="11559" y="5585"/>
                  </a:cubicBezTo>
                  <a:lnTo>
                    <a:pt x="11003" y="7538"/>
                  </a:lnTo>
                  <a:cubicBezTo>
                    <a:pt x="11003" y="7538"/>
                    <a:pt x="11559" y="8464"/>
                    <a:pt x="11652" y="9076"/>
                  </a:cubicBezTo>
                  <a:cubicBezTo>
                    <a:pt x="11745" y="9681"/>
                    <a:pt x="11417" y="11121"/>
                    <a:pt x="12208" y="10237"/>
                  </a:cubicBezTo>
                  <a:lnTo>
                    <a:pt x="12993" y="9354"/>
                  </a:lnTo>
                  <a:lnTo>
                    <a:pt x="12579" y="7494"/>
                  </a:lnTo>
                  <a:cubicBezTo>
                    <a:pt x="12579" y="7494"/>
                    <a:pt x="13135" y="7958"/>
                    <a:pt x="13363" y="8699"/>
                  </a:cubicBezTo>
                  <a:cubicBezTo>
                    <a:pt x="13598" y="9440"/>
                    <a:pt x="13598" y="10515"/>
                    <a:pt x="13363" y="11300"/>
                  </a:cubicBezTo>
                  <a:cubicBezTo>
                    <a:pt x="13135" y="12091"/>
                    <a:pt x="13073" y="13580"/>
                    <a:pt x="13382" y="14228"/>
                  </a:cubicBezTo>
                  <a:cubicBezTo>
                    <a:pt x="13691" y="14877"/>
                    <a:pt x="12208" y="16551"/>
                    <a:pt x="12208" y="16551"/>
                  </a:cubicBezTo>
                  <a:lnTo>
                    <a:pt x="4634" y="15767"/>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39"/>
            <p:cNvSpPr/>
            <p:nvPr/>
          </p:nvSpPr>
          <p:spPr>
            <a:xfrm>
              <a:off x="6766780" y="2976402"/>
              <a:ext cx="226976" cy="475018"/>
            </a:xfrm>
            <a:custGeom>
              <a:avLst/>
              <a:gdLst/>
              <a:ahLst/>
              <a:cxnLst/>
              <a:rect l="l" t="t" r="r" b="b"/>
              <a:pathLst>
                <a:path w="7661" h="16033" extrusionOk="0">
                  <a:moveTo>
                    <a:pt x="420" y="14729"/>
                  </a:moveTo>
                  <a:cubicBezTo>
                    <a:pt x="49" y="14111"/>
                    <a:pt x="0" y="13772"/>
                    <a:pt x="371" y="12962"/>
                  </a:cubicBezTo>
                  <a:cubicBezTo>
                    <a:pt x="741" y="12159"/>
                    <a:pt x="1019" y="12128"/>
                    <a:pt x="1162" y="11467"/>
                  </a:cubicBezTo>
                  <a:cubicBezTo>
                    <a:pt x="1297" y="10819"/>
                    <a:pt x="976" y="10312"/>
                    <a:pt x="976" y="9750"/>
                  </a:cubicBezTo>
                  <a:cubicBezTo>
                    <a:pt x="976" y="9194"/>
                    <a:pt x="1625" y="7841"/>
                    <a:pt x="1625" y="7841"/>
                  </a:cubicBezTo>
                  <a:cubicBezTo>
                    <a:pt x="1625" y="7841"/>
                    <a:pt x="1458" y="8409"/>
                    <a:pt x="1575" y="9045"/>
                  </a:cubicBezTo>
                  <a:cubicBezTo>
                    <a:pt x="1736" y="9954"/>
                    <a:pt x="2224" y="10386"/>
                    <a:pt x="2502" y="10108"/>
                  </a:cubicBezTo>
                  <a:cubicBezTo>
                    <a:pt x="2780" y="9830"/>
                    <a:pt x="3108" y="8526"/>
                    <a:pt x="2830" y="7878"/>
                  </a:cubicBezTo>
                  <a:cubicBezTo>
                    <a:pt x="2552" y="7229"/>
                    <a:pt x="1810" y="6537"/>
                    <a:pt x="1903" y="5505"/>
                  </a:cubicBezTo>
                  <a:cubicBezTo>
                    <a:pt x="1977" y="4665"/>
                    <a:pt x="2410" y="3992"/>
                    <a:pt x="2737" y="3244"/>
                  </a:cubicBezTo>
                  <a:cubicBezTo>
                    <a:pt x="3151" y="2274"/>
                    <a:pt x="2861" y="897"/>
                    <a:pt x="2372" y="1"/>
                  </a:cubicBezTo>
                  <a:cubicBezTo>
                    <a:pt x="3046" y="205"/>
                    <a:pt x="3491" y="884"/>
                    <a:pt x="3583" y="1582"/>
                  </a:cubicBezTo>
                  <a:cubicBezTo>
                    <a:pt x="3651" y="2126"/>
                    <a:pt x="3528" y="2663"/>
                    <a:pt x="3330" y="3158"/>
                  </a:cubicBezTo>
                  <a:cubicBezTo>
                    <a:pt x="3151" y="3590"/>
                    <a:pt x="3095" y="4023"/>
                    <a:pt x="3027" y="4486"/>
                  </a:cubicBezTo>
                  <a:cubicBezTo>
                    <a:pt x="2935" y="5091"/>
                    <a:pt x="2749" y="6210"/>
                    <a:pt x="3305" y="6166"/>
                  </a:cubicBezTo>
                  <a:cubicBezTo>
                    <a:pt x="3861" y="6117"/>
                    <a:pt x="4232" y="5746"/>
                    <a:pt x="4139" y="5147"/>
                  </a:cubicBezTo>
                  <a:cubicBezTo>
                    <a:pt x="4047" y="4542"/>
                    <a:pt x="3954" y="3423"/>
                    <a:pt x="3954" y="3423"/>
                  </a:cubicBezTo>
                  <a:cubicBezTo>
                    <a:pt x="3954" y="3423"/>
                    <a:pt x="4417" y="3837"/>
                    <a:pt x="4559" y="4393"/>
                  </a:cubicBezTo>
                  <a:cubicBezTo>
                    <a:pt x="4695" y="4949"/>
                    <a:pt x="4695" y="6488"/>
                    <a:pt x="4695" y="6488"/>
                  </a:cubicBezTo>
                  <a:cubicBezTo>
                    <a:pt x="4695" y="6488"/>
                    <a:pt x="4189" y="7927"/>
                    <a:pt x="4510" y="8440"/>
                  </a:cubicBezTo>
                  <a:cubicBezTo>
                    <a:pt x="4838" y="8953"/>
                    <a:pt x="5023" y="9929"/>
                    <a:pt x="5023" y="9929"/>
                  </a:cubicBezTo>
                  <a:cubicBezTo>
                    <a:pt x="5023" y="9929"/>
                    <a:pt x="4584" y="11053"/>
                    <a:pt x="4838" y="11276"/>
                  </a:cubicBezTo>
                  <a:cubicBezTo>
                    <a:pt x="5035" y="11455"/>
                    <a:pt x="5857" y="10998"/>
                    <a:pt x="5857" y="10998"/>
                  </a:cubicBezTo>
                  <a:lnTo>
                    <a:pt x="5900" y="9089"/>
                  </a:lnTo>
                  <a:lnTo>
                    <a:pt x="5764" y="7977"/>
                  </a:lnTo>
                  <a:cubicBezTo>
                    <a:pt x="5764" y="7977"/>
                    <a:pt x="6456" y="8996"/>
                    <a:pt x="6506" y="9558"/>
                  </a:cubicBezTo>
                  <a:cubicBezTo>
                    <a:pt x="6549" y="10114"/>
                    <a:pt x="6506" y="10763"/>
                    <a:pt x="6413" y="11467"/>
                  </a:cubicBezTo>
                  <a:cubicBezTo>
                    <a:pt x="6320" y="12165"/>
                    <a:pt x="6598" y="13098"/>
                    <a:pt x="6598" y="13098"/>
                  </a:cubicBezTo>
                  <a:cubicBezTo>
                    <a:pt x="6598" y="13098"/>
                    <a:pt x="7661" y="13790"/>
                    <a:pt x="7062" y="14587"/>
                  </a:cubicBezTo>
                  <a:cubicBezTo>
                    <a:pt x="6456" y="15378"/>
                    <a:pt x="4967" y="15749"/>
                    <a:pt x="4967" y="15749"/>
                  </a:cubicBezTo>
                  <a:cubicBezTo>
                    <a:pt x="4967" y="15749"/>
                    <a:pt x="1217" y="16033"/>
                    <a:pt x="420" y="14729"/>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39"/>
            <p:cNvSpPr/>
            <p:nvPr/>
          </p:nvSpPr>
          <p:spPr>
            <a:xfrm>
              <a:off x="7052686" y="3342687"/>
              <a:ext cx="70869" cy="60233"/>
            </a:xfrm>
            <a:custGeom>
              <a:avLst/>
              <a:gdLst/>
              <a:ahLst/>
              <a:cxnLst/>
              <a:rect l="l" t="t" r="r" b="b"/>
              <a:pathLst>
                <a:path w="2392" h="2033" extrusionOk="0">
                  <a:moveTo>
                    <a:pt x="0" y="1359"/>
                  </a:moveTo>
                  <a:lnTo>
                    <a:pt x="204" y="723"/>
                  </a:lnTo>
                  <a:cubicBezTo>
                    <a:pt x="204" y="723"/>
                    <a:pt x="834" y="216"/>
                    <a:pt x="970" y="167"/>
                  </a:cubicBezTo>
                  <a:cubicBezTo>
                    <a:pt x="1112" y="105"/>
                    <a:pt x="1749" y="0"/>
                    <a:pt x="1749" y="0"/>
                  </a:cubicBezTo>
                  <a:lnTo>
                    <a:pt x="1977" y="62"/>
                  </a:lnTo>
                  <a:lnTo>
                    <a:pt x="2391" y="2014"/>
                  </a:lnTo>
                  <a:lnTo>
                    <a:pt x="1094" y="2033"/>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39"/>
            <p:cNvSpPr/>
            <p:nvPr/>
          </p:nvSpPr>
          <p:spPr>
            <a:xfrm>
              <a:off x="7002349" y="3364641"/>
              <a:ext cx="199897" cy="63907"/>
            </a:xfrm>
            <a:custGeom>
              <a:avLst/>
              <a:gdLst/>
              <a:ahLst/>
              <a:cxnLst/>
              <a:rect l="l" t="t" r="r" b="b"/>
              <a:pathLst>
                <a:path w="6747" h="2157" extrusionOk="0">
                  <a:moveTo>
                    <a:pt x="322" y="1903"/>
                  </a:moveTo>
                  <a:cubicBezTo>
                    <a:pt x="322" y="1811"/>
                    <a:pt x="0" y="674"/>
                    <a:pt x="0" y="674"/>
                  </a:cubicBezTo>
                  <a:cubicBezTo>
                    <a:pt x="0" y="674"/>
                    <a:pt x="414" y="631"/>
                    <a:pt x="600" y="556"/>
                  </a:cubicBezTo>
                  <a:cubicBezTo>
                    <a:pt x="785" y="489"/>
                    <a:pt x="1180" y="118"/>
                    <a:pt x="1180" y="118"/>
                  </a:cubicBezTo>
                  <a:lnTo>
                    <a:pt x="1594" y="0"/>
                  </a:lnTo>
                  <a:lnTo>
                    <a:pt x="1897" y="396"/>
                  </a:lnTo>
                  <a:lnTo>
                    <a:pt x="2570" y="1094"/>
                  </a:lnTo>
                  <a:lnTo>
                    <a:pt x="3522" y="1094"/>
                  </a:lnTo>
                  <a:lnTo>
                    <a:pt x="3800" y="1069"/>
                  </a:lnTo>
                  <a:lnTo>
                    <a:pt x="3726" y="581"/>
                  </a:lnTo>
                  <a:lnTo>
                    <a:pt x="6055" y="260"/>
                  </a:lnTo>
                  <a:lnTo>
                    <a:pt x="6333" y="1045"/>
                  </a:lnTo>
                  <a:lnTo>
                    <a:pt x="6704" y="1693"/>
                  </a:lnTo>
                  <a:lnTo>
                    <a:pt x="6747" y="2157"/>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39"/>
            <p:cNvSpPr/>
            <p:nvPr/>
          </p:nvSpPr>
          <p:spPr>
            <a:xfrm>
              <a:off x="7012955" y="3395394"/>
              <a:ext cx="80942" cy="39197"/>
            </a:xfrm>
            <a:custGeom>
              <a:avLst/>
              <a:gdLst/>
              <a:ahLst/>
              <a:cxnLst/>
              <a:rect l="l" t="t" r="r" b="b"/>
              <a:pathLst>
                <a:path w="2732" h="1323" extrusionOk="0">
                  <a:moveTo>
                    <a:pt x="25" y="1082"/>
                  </a:moveTo>
                  <a:lnTo>
                    <a:pt x="1" y="241"/>
                  </a:lnTo>
                  <a:lnTo>
                    <a:pt x="699" y="0"/>
                  </a:lnTo>
                  <a:lnTo>
                    <a:pt x="1415" y="7"/>
                  </a:lnTo>
                  <a:lnTo>
                    <a:pt x="1996" y="285"/>
                  </a:lnTo>
                  <a:lnTo>
                    <a:pt x="2114" y="834"/>
                  </a:lnTo>
                  <a:lnTo>
                    <a:pt x="2132" y="303"/>
                  </a:lnTo>
                  <a:lnTo>
                    <a:pt x="2558" y="427"/>
                  </a:lnTo>
                  <a:lnTo>
                    <a:pt x="2731" y="1112"/>
                  </a:lnTo>
                  <a:lnTo>
                    <a:pt x="1292" y="1322"/>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39"/>
            <p:cNvSpPr/>
            <p:nvPr/>
          </p:nvSpPr>
          <p:spPr>
            <a:xfrm>
              <a:off x="7132680" y="3400342"/>
              <a:ext cx="50367" cy="24561"/>
            </a:xfrm>
            <a:custGeom>
              <a:avLst/>
              <a:gdLst/>
              <a:ahLst/>
              <a:cxnLst/>
              <a:rect l="l" t="t" r="r" b="b"/>
              <a:pathLst>
                <a:path w="1700" h="829" extrusionOk="0">
                  <a:moveTo>
                    <a:pt x="0" y="723"/>
                  </a:moveTo>
                  <a:cubicBezTo>
                    <a:pt x="19" y="661"/>
                    <a:pt x="87" y="303"/>
                    <a:pt x="87" y="303"/>
                  </a:cubicBezTo>
                  <a:lnTo>
                    <a:pt x="1353" y="0"/>
                  </a:lnTo>
                  <a:lnTo>
                    <a:pt x="1699" y="828"/>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39"/>
            <p:cNvSpPr/>
            <p:nvPr/>
          </p:nvSpPr>
          <p:spPr>
            <a:xfrm>
              <a:off x="7133391" y="3393913"/>
              <a:ext cx="23287" cy="4977"/>
            </a:xfrm>
            <a:custGeom>
              <a:avLst/>
              <a:gdLst/>
              <a:ahLst/>
              <a:cxnLst/>
              <a:rect l="l" t="t" r="r" b="b"/>
              <a:pathLst>
                <a:path w="786" h="168" extrusionOk="0">
                  <a:moveTo>
                    <a:pt x="1" y="168"/>
                  </a:moveTo>
                  <a:lnTo>
                    <a:pt x="198" y="1"/>
                  </a:lnTo>
                  <a:lnTo>
                    <a:pt x="785" y="26"/>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39"/>
            <p:cNvSpPr/>
            <p:nvPr/>
          </p:nvSpPr>
          <p:spPr>
            <a:xfrm>
              <a:off x="7099734" y="3396313"/>
              <a:ext cx="20710" cy="29124"/>
            </a:xfrm>
            <a:custGeom>
              <a:avLst/>
              <a:gdLst/>
              <a:ahLst/>
              <a:cxnLst/>
              <a:rect l="l" t="t" r="r" b="b"/>
              <a:pathLst>
                <a:path w="699" h="983" extrusionOk="0">
                  <a:moveTo>
                    <a:pt x="130" y="958"/>
                  </a:moveTo>
                  <a:lnTo>
                    <a:pt x="698" y="983"/>
                  </a:lnTo>
                  <a:lnTo>
                    <a:pt x="519" y="0"/>
                  </a:lnTo>
                  <a:lnTo>
                    <a:pt x="241" y="25"/>
                  </a:lnTo>
                  <a:lnTo>
                    <a:pt x="0" y="25"/>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39"/>
            <p:cNvSpPr/>
            <p:nvPr/>
          </p:nvSpPr>
          <p:spPr>
            <a:xfrm>
              <a:off x="6683468" y="3398327"/>
              <a:ext cx="160018" cy="26754"/>
            </a:xfrm>
            <a:custGeom>
              <a:avLst/>
              <a:gdLst/>
              <a:ahLst/>
              <a:cxnLst/>
              <a:rect l="l" t="t" r="r" b="b"/>
              <a:pathLst>
                <a:path w="5401" h="903" extrusionOk="0">
                  <a:moveTo>
                    <a:pt x="1" y="717"/>
                  </a:moveTo>
                  <a:cubicBezTo>
                    <a:pt x="50" y="649"/>
                    <a:pt x="582" y="142"/>
                    <a:pt x="582" y="142"/>
                  </a:cubicBezTo>
                  <a:lnTo>
                    <a:pt x="928" y="186"/>
                  </a:lnTo>
                  <a:lnTo>
                    <a:pt x="1206" y="346"/>
                  </a:lnTo>
                  <a:lnTo>
                    <a:pt x="1576" y="0"/>
                  </a:lnTo>
                  <a:lnTo>
                    <a:pt x="2831" y="50"/>
                  </a:lnTo>
                  <a:lnTo>
                    <a:pt x="3918" y="68"/>
                  </a:lnTo>
                  <a:lnTo>
                    <a:pt x="4591" y="328"/>
                  </a:lnTo>
                  <a:lnTo>
                    <a:pt x="5123" y="513"/>
                  </a:lnTo>
                  <a:lnTo>
                    <a:pt x="5401" y="766"/>
                  </a:lnTo>
                  <a:lnTo>
                    <a:pt x="4289" y="902"/>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39"/>
            <p:cNvSpPr/>
            <p:nvPr/>
          </p:nvSpPr>
          <p:spPr>
            <a:xfrm>
              <a:off x="6859011" y="3407275"/>
              <a:ext cx="52944" cy="15791"/>
            </a:xfrm>
            <a:custGeom>
              <a:avLst/>
              <a:gdLst/>
              <a:ahLst/>
              <a:cxnLst/>
              <a:rect l="l" t="t" r="r" b="b"/>
              <a:pathLst>
                <a:path w="1787" h="533" extrusionOk="0">
                  <a:moveTo>
                    <a:pt x="1" y="532"/>
                  </a:moveTo>
                  <a:cubicBezTo>
                    <a:pt x="69" y="464"/>
                    <a:pt x="514" y="44"/>
                    <a:pt x="514" y="44"/>
                  </a:cubicBezTo>
                  <a:lnTo>
                    <a:pt x="1156" y="1"/>
                  </a:lnTo>
                  <a:lnTo>
                    <a:pt x="1762" y="304"/>
                  </a:lnTo>
                  <a:lnTo>
                    <a:pt x="1786" y="44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39"/>
            <p:cNvSpPr/>
            <p:nvPr/>
          </p:nvSpPr>
          <p:spPr>
            <a:xfrm>
              <a:off x="6262491" y="3419185"/>
              <a:ext cx="523162" cy="45597"/>
            </a:xfrm>
            <a:custGeom>
              <a:avLst/>
              <a:gdLst/>
              <a:ahLst/>
              <a:cxnLst/>
              <a:rect l="l" t="t" r="r" b="b"/>
              <a:pathLst>
                <a:path w="17658" h="1539" extrusionOk="0">
                  <a:moveTo>
                    <a:pt x="0" y="1397"/>
                  </a:moveTo>
                  <a:cubicBezTo>
                    <a:pt x="1804" y="1354"/>
                    <a:pt x="3645" y="1298"/>
                    <a:pt x="3645" y="1298"/>
                  </a:cubicBezTo>
                  <a:lnTo>
                    <a:pt x="6809" y="1539"/>
                  </a:lnTo>
                  <a:lnTo>
                    <a:pt x="5449" y="878"/>
                  </a:lnTo>
                  <a:lnTo>
                    <a:pt x="15186" y="1403"/>
                  </a:lnTo>
                  <a:lnTo>
                    <a:pt x="17657" y="1001"/>
                  </a:lnTo>
                  <a:lnTo>
                    <a:pt x="12134" y="742"/>
                  </a:lnTo>
                  <a:lnTo>
                    <a:pt x="11658" y="1"/>
                  </a:lnTo>
                  <a:lnTo>
                    <a:pt x="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39"/>
            <p:cNvSpPr/>
            <p:nvPr/>
          </p:nvSpPr>
          <p:spPr>
            <a:xfrm>
              <a:off x="7857161" y="3077076"/>
              <a:ext cx="400682" cy="219125"/>
            </a:xfrm>
            <a:custGeom>
              <a:avLst/>
              <a:gdLst/>
              <a:ahLst/>
              <a:cxnLst/>
              <a:rect l="l" t="t" r="r" b="b"/>
              <a:pathLst>
                <a:path w="13524" h="7396" extrusionOk="0">
                  <a:moveTo>
                    <a:pt x="0" y="1"/>
                  </a:moveTo>
                  <a:lnTo>
                    <a:pt x="1582" y="155"/>
                  </a:lnTo>
                  <a:lnTo>
                    <a:pt x="2817" y="464"/>
                  </a:lnTo>
                  <a:cubicBezTo>
                    <a:pt x="2817" y="464"/>
                    <a:pt x="6376" y="773"/>
                    <a:pt x="6623" y="773"/>
                  </a:cubicBezTo>
                  <a:cubicBezTo>
                    <a:pt x="6870" y="773"/>
                    <a:pt x="6994" y="1298"/>
                    <a:pt x="6994" y="1298"/>
                  </a:cubicBezTo>
                  <a:lnTo>
                    <a:pt x="7272" y="1947"/>
                  </a:lnTo>
                  <a:lnTo>
                    <a:pt x="7951" y="1514"/>
                  </a:lnTo>
                  <a:lnTo>
                    <a:pt x="8785" y="2009"/>
                  </a:lnTo>
                  <a:lnTo>
                    <a:pt x="9774" y="1947"/>
                  </a:lnTo>
                  <a:lnTo>
                    <a:pt x="12035" y="4733"/>
                  </a:lnTo>
                  <a:lnTo>
                    <a:pt x="11479" y="5505"/>
                  </a:lnTo>
                  <a:lnTo>
                    <a:pt x="13524" y="7000"/>
                  </a:lnTo>
                  <a:cubicBezTo>
                    <a:pt x="13524" y="7000"/>
                    <a:pt x="13061" y="7340"/>
                    <a:pt x="12937" y="7365"/>
                  </a:cubicBezTo>
                  <a:cubicBezTo>
                    <a:pt x="12813" y="7396"/>
                    <a:pt x="11763" y="7155"/>
                    <a:pt x="11763" y="7155"/>
                  </a:cubicBezTo>
                  <a:lnTo>
                    <a:pt x="10311" y="7124"/>
                  </a:lnTo>
                  <a:lnTo>
                    <a:pt x="7432" y="7062"/>
                  </a:lnTo>
                  <a:lnTo>
                    <a:pt x="1551" y="3868"/>
                  </a:lnTo>
                  <a:lnTo>
                    <a:pt x="315" y="176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39"/>
            <p:cNvSpPr/>
            <p:nvPr/>
          </p:nvSpPr>
          <p:spPr>
            <a:xfrm>
              <a:off x="7856954" y="3077639"/>
              <a:ext cx="401097" cy="218769"/>
            </a:xfrm>
            <a:custGeom>
              <a:avLst/>
              <a:gdLst/>
              <a:ahLst/>
              <a:cxnLst/>
              <a:rect l="l" t="t" r="r" b="b"/>
              <a:pathLst>
                <a:path w="13538" h="7384" extrusionOk="0">
                  <a:moveTo>
                    <a:pt x="316" y="1742"/>
                  </a:moveTo>
                  <a:lnTo>
                    <a:pt x="1552" y="3849"/>
                  </a:lnTo>
                  <a:lnTo>
                    <a:pt x="7433" y="7037"/>
                  </a:lnTo>
                  <a:lnTo>
                    <a:pt x="10312" y="7099"/>
                  </a:lnTo>
                  <a:lnTo>
                    <a:pt x="11776" y="7136"/>
                  </a:lnTo>
                  <a:cubicBezTo>
                    <a:pt x="11776" y="7136"/>
                    <a:pt x="12827" y="7383"/>
                    <a:pt x="12950" y="7346"/>
                  </a:cubicBezTo>
                  <a:cubicBezTo>
                    <a:pt x="13074" y="7321"/>
                    <a:pt x="13537" y="6981"/>
                    <a:pt x="13537" y="6981"/>
                  </a:cubicBezTo>
                  <a:lnTo>
                    <a:pt x="13488" y="6951"/>
                  </a:lnTo>
                  <a:cubicBezTo>
                    <a:pt x="13203" y="6753"/>
                    <a:pt x="11610" y="5838"/>
                    <a:pt x="11610" y="5838"/>
                  </a:cubicBezTo>
                  <a:lnTo>
                    <a:pt x="10961" y="5282"/>
                  </a:lnTo>
                  <a:lnTo>
                    <a:pt x="11146" y="4560"/>
                  </a:lnTo>
                  <a:lnTo>
                    <a:pt x="9713" y="3985"/>
                  </a:lnTo>
                  <a:lnTo>
                    <a:pt x="8626" y="3590"/>
                  </a:lnTo>
                  <a:lnTo>
                    <a:pt x="7439" y="4492"/>
                  </a:lnTo>
                  <a:lnTo>
                    <a:pt x="8162" y="3194"/>
                  </a:lnTo>
                  <a:lnTo>
                    <a:pt x="7143" y="2799"/>
                  </a:lnTo>
                  <a:lnTo>
                    <a:pt x="6352" y="1501"/>
                  </a:lnTo>
                  <a:lnTo>
                    <a:pt x="5771" y="995"/>
                  </a:lnTo>
                  <a:lnTo>
                    <a:pt x="3448" y="760"/>
                  </a:lnTo>
                  <a:lnTo>
                    <a:pt x="1589" y="155"/>
                  </a:lnTo>
                  <a:lnTo>
                    <a:pt x="1" y="0"/>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39"/>
            <p:cNvSpPr/>
            <p:nvPr/>
          </p:nvSpPr>
          <p:spPr>
            <a:xfrm>
              <a:off x="7980530" y="3094112"/>
              <a:ext cx="59136" cy="63166"/>
            </a:xfrm>
            <a:custGeom>
              <a:avLst/>
              <a:gdLst/>
              <a:ahLst/>
              <a:cxnLst/>
              <a:rect l="l" t="t" r="r" b="b"/>
              <a:pathLst>
                <a:path w="1996" h="2132" extrusionOk="0">
                  <a:moveTo>
                    <a:pt x="43" y="587"/>
                  </a:moveTo>
                  <a:lnTo>
                    <a:pt x="365" y="1125"/>
                  </a:lnTo>
                  <a:cubicBezTo>
                    <a:pt x="365" y="1125"/>
                    <a:pt x="241" y="1514"/>
                    <a:pt x="507" y="1557"/>
                  </a:cubicBezTo>
                  <a:cubicBezTo>
                    <a:pt x="766" y="1607"/>
                    <a:pt x="1996" y="2132"/>
                    <a:pt x="1996" y="2132"/>
                  </a:cubicBezTo>
                  <a:lnTo>
                    <a:pt x="655" y="1415"/>
                  </a:lnTo>
                  <a:lnTo>
                    <a:pt x="451" y="1384"/>
                  </a:lnTo>
                  <a:lnTo>
                    <a:pt x="451" y="1063"/>
                  </a:lnTo>
                  <a:lnTo>
                    <a:pt x="204" y="569"/>
                  </a:lnTo>
                  <a:lnTo>
                    <a:pt x="148" y="13"/>
                  </a:lnTo>
                  <a:cubicBezTo>
                    <a:pt x="105" y="6"/>
                    <a:pt x="50" y="6"/>
                    <a:pt x="0" y="0"/>
                  </a:cubicBezTo>
                  <a:cubicBezTo>
                    <a:pt x="19" y="247"/>
                    <a:pt x="43" y="587"/>
                    <a:pt x="43" y="587"/>
                  </a:cubicBez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39"/>
            <p:cNvSpPr/>
            <p:nvPr/>
          </p:nvSpPr>
          <p:spPr>
            <a:xfrm>
              <a:off x="7686359" y="3030413"/>
              <a:ext cx="478692" cy="438961"/>
            </a:xfrm>
            <a:custGeom>
              <a:avLst/>
              <a:gdLst/>
              <a:ahLst/>
              <a:cxnLst/>
              <a:rect l="l" t="t" r="r" b="b"/>
              <a:pathLst>
                <a:path w="16157" h="14816" extrusionOk="0">
                  <a:moveTo>
                    <a:pt x="1" y="13153"/>
                  </a:moveTo>
                  <a:lnTo>
                    <a:pt x="2651" y="5208"/>
                  </a:lnTo>
                  <a:lnTo>
                    <a:pt x="3436" y="5110"/>
                  </a:lnTo>
                  <a:lnTo>
                    <a:pt x="2787" y="4510"/>
                  </a:lnTo>
                  <a:lnTo>
                    <a:pt x="4604" y="0"/>
                  </a:lnTo>
                  <a:lnTo>
                    <a:pt x="6834" y="698"/>
                  </a:lnTo>
                  <a:cubicBezTo>
                    <a:pt x="6834" y="698"/>
                    <a:pt x="6371" y="2280"/>
                    <a:pt x="6513" y="2416"/>
                  </a:cubicBezTo>
                  <a:cubicBezTo>
                    <a:pt x="6649" y="2558"/>
                    <a:pt x="7903" y="2509"/>
                    <a:pt x="7903" y="2509"/>
                  </a:cubicBezTo>
                  <a:lnTo>
                    <a:pt x="8829" y="2558"/>
                  </a:lnTo>
                  <a:lnTo>
                    <a:pt x="8595" y="4510"/>
                  </a:lnTo>
                  <a:lnTo>
                    <a:pt x="9799" y="5208"/>
                  </a:lnTo>
                  <a:lnTo>
                    <a:pt x="10541" y="6178"/>
                  </a:lnTo>
                  <a:lnTo>
                    <a:pt x="11795" y="6827"/>
                  </a:lnTo>
                  <a:cubicBezTo>
                    <a:pt x="11795" y="6827"/>
                    <a:pt x="13704" y="7062"/>
                    <a:pt x="13982" y="7340"/>
                  </a:cubicBezTo>
                  <a:cubicBezTo>
                    <a:pt x="14260" y="7618"/>
                    <a:pt x="14674" y="8217"/>
                    <a:pt x="15094" y="8452"/>
                  </a:cubicBezTo>
                  <a:cubicBezTo>
                    <a:pt x="15508" y="8680"/>
                    <a:pt x="16157" y="8631"/>
                    <a:pt x="16157" y="8631"/>
                  </a:cubicBezTo>
                  <a:lnTo>
                    <a:pt x="12845" y="14815"/>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39"/>
            <p:cNvSpPr/>
            <p:nvPr/>
          </p:nvSpPr>
          <p:spPr>
            <a:xfrm>
              <a:off x="7835740" y="3187646"/>
              <a:ext cx="48352" cy="41034"/>
            </a:xfrm>
            <a:custGeom>
              <a:avLst/>
              <a:gdLst/>
              <a:ahLst/>
              <a:cxnLst/>
              <a:rect l="l" t="t" r="r" b="b"/>
              <a:pathLst>
                <a:path w="1632" h="1385" extrusionOk="0">
                  <a:moveTo>
                    <a:pt x="1248" y="1384"/>
                  </a:moveTo>
                  <a:lnTo>
                    <a:pt x="0" y="723"/>
                  </a:lnTo>
                  <a:lnTo>
                    <a:pt x="389" y="0"/>
                  </a:lnTo>
                  <a:lnTo>
                    <a:pt x="1631" y="655"/>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39"/>
            <p:cNvSpPr/>
            <p:nvPr/>
          </p:nvSpPr>
          <p:spPr>
            <a:xfrm>
              <a:off x="7922134" y="3235050"/>
              <a:ext cx="47967" cy="40649"/>
            </a:xfrm>
            <a:custGeom>
              <a:avLst/>
              <a:gdLst/>
              <a:ahLst/>
              <a:cxnLst/>
              <a:rect l="l" t="t" r="r" b="b"/>
              <a:pathLst>
                <a:path w="1619" h="1372" extrusionOk="0">
                  <a:moveTo>
                    <a:pt x="1242" y="1372"/>
                  </a:moveTo>
                  <a:lnTo>
                    <a:pt x="0" y="717"/>
                  </a:lnTo>
                  <a:lnTo>
                    <a:pt x="383" y="0"/>
                  </a:lnTo>
                  <a:lnTo>
                    <a:pt x="1619" y="655"/>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39"/>
            <p:cNvSpPr/>
            <p:nvPr/>
          </p:nvSpPr>
          <p:spPr>
            <a:xfrm>
              <a:off x="8008350" y="3282099"/>
              <a:ext cx="47967" cy="40649"/>
            </a:xfrm>
            <a:custGeom>
              <a:avLst/>
              <a:gdLst/>
              <a:ahLst/>
              <a:cxnLst/>
              <a:rect l="l" t="t" r="r" b="b"/>
              <a:pathLst>
                <a:path w="1619" h="1372" extrusionOk="0">
                  <a:moveTo>
                    <a:pt x="1242" y="1372"/>
                  </a:moveTo>
                  <a:lnTo>
                    <a:pt x="0" y="717"/>
                  </a:lnTo>
                  <a:lnTo>
                    <a:pt x="377" y="0"/>
                  </a:lnTo>
                  <a:lnTo>
                    <a:pt x="1619" y="655"/>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39"/>
            <p:cNvSpPr/>
            <p:nvPr/>
          </p:nvSpPr>
          <p:spPr>
            <a:xfrm>
              <a:off x="7791803" y="3279343"/>
              <a:ext cx="48174" cy="41034"/>
            </a:xfrm>
            <a:custGeom>
              <a:avLst/>
              <a:gdLst/>
              <a:ahLst/>
              <a:cxnLst/>
              <a:rect l="l" t="t" r="r" b="b"/>
              <a:pathLst>
                <a:path w="1626" h="1385" extrusionOk="0">
                  <a:moveTo>
                    <a:pt x="1248" y="1384"/>
                  </a:moveTo>
                  <a:lnTo>
                    <a:pt x="0" y="729"/>
                  </a:lnTo>
                  <a:lnTo>
                    <a:pt x="384" y="0"/>
                  </a:lnTo>
                  <a:lnTo>
                    <a:pt x="1625" y="655"/>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39"/>
            <p:cNvSpPr/>
            <p:nvPr/>
          </p:nvSpPr>
          <p:spPr>
            <a:xfrm>
              <a:off x="7878197" y="3326747"/>
              <a:ext cx="47997" cy="40679"/>
            </a:xfrm>
            <a:custGeom>
              <a:avLst/>
              <a:gdLst/>
              <a:ahLst/>
              <a:cxnLst/>
              <a:rect l="l" t="t" r="r" b="b"/>
              <a:pathLst>
                <a:path w="1620" h="1373" extrusionOk="0">
                  <a:moveTo>
                    <a:pt x="1242" y="1372"/>
                  </a:moveTo>
                  <a:lnTo>
                    <a:pt x="1" y="717"/>
                  </a:lnTo>
                  <a:lnTo>
                    <a:pt x="377" y="1"/>
                  </a:lnTo>
                  <a:lnTo>
                    <a:pt x="1619" y="655"/>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39"/>
            <p:cNvSpPr/>
            <p:nvPr/>
          </p:nvSpPr>
          <p:spPr>
            <a:xfrm>
              <a:off x="7627072" y="3346154"/>
              <a:ext cx="523151" cy="120288"/>
            </a:xfrm>
            <a:custGeom>
              <a:avLst/>
              <a:gdLst/>
              <a:ahLst/>
              <a:cxnLst/>
              <a:rect l="l" t="t" r="r" b="b"/>
              <a:pathLst>
                <a:path w="15230" h="4060" extrusionOk="0">
                  <a:moveTo>
                    <a:pt x="1724" y="2997"/>
                  </a:moveTo>
                  <a:lnTo>
                    <a:pt x="2280" y="2317"/>
                  </a:lnTo>
                  <a:lnTo>
                    <a:pt x="3485" y="1143"/>
                  </a:lnTo>
                  <a:lnTo>
                    <a:pt x="4288" y="1761"/>
                  </a:lnTo>
                  <a:lnTo>
                    <a:pt x="5091" y="340"/>
                  </a:lnTo>
                  <a:lnTo>
                    <a:pt x="6265" y="0"/>
                  </a:lnTo>
                  <a:lnTo>
                    <a:pt x="7377" y="248"/>
                  </a:lnTo>
                  <a:lnTo>
                    <a:pt x="7408" y="1174"/>
                  </a:lnTo>
                  <a:lnTo>
                    <a:pt x="7964" y="1452"/>
                  </a:lnTo>
                  <a:cubicBezTo>
                    <a:pt x="7964" y="1452"/>
                    <a:pt x="8396" y="2101"/>
                    <a:pt x="8334" y="2286"/>
                  </a:cubicBezTo>
                  <a:cubicBezTo>
                    <a:pt x="8273" y="2472"/>
                    <a:pt x="9570" y="1823"/>
                    <a:pt x="10349" y="1699"/>
                  </a:cubicBezTo>
                  <a:cubicBezTo>
                    <a:pt x="11121" y="1576"/>
                    <a:pt x="11553" y="1823"/>
                    <a:pt x="11553" y="1823"/>
                  </a:cubicBezTo>
                  <a:cubicBezTo>
                    <a:pt x="11553" y="1823"/>
                    <a:pt x="11028" y="2348"/>
                    <a:pt x="11924" y="2070"/>
                  </a:cubicBezTo>
                  <a:cubicBezTo>
                    <a:pt x="12820" y="1792"/>
                    <a:pt x="13190" y="1854"/>
                    <a:pt x="13190" y="1854"/>
                  </a:cubicBezTo>
                  <a:lnTo>
                    <a:pt x="13654" y="2070"/>
                  </a:lnTo>
                  <a:lnTo>
                    <a:pt x="14395" y="2286"/>
                  </a:lnTo>
                  <a:lnTo>
                    <a:pt x="14920" y="2781"/>
                  </a:lnTo>
                  <a:cubicBezTo>
                    <a:pt x="14920" y="2781"/>
                    <a:pt x="15167" y="3244"/>
                    <a:pt x="15198" y="3429"/>
                  </a:cubicBezTo>
                  <a:cubicBezTo>
                    <a:pt x="15229" y="3615"/>
                    <a:pt x="14457" y="3924"/>
                    <a:pt x="14457" y="3924"/>
                  </a:cubicBezTo>
                  <a:lnTo>
                    <a:pt x="12134" y="3615"/>
                  </a:lnTo>
                  <a:lnTo>
                    <a:pt x="10058" y="4059"/>
                  </a:lnTo>
                  <a:cubicBezTo>
                    <a:pt x="10058" y="4059"/>
                    <a:pt x="8223" y="3553"/>
                    <a:pt x="7951" y="3553"/>
                  </a:cubicBezTo>
                  <a:cubicBezTo>
                    <a:pt x="7673" y="3553"/>
                    <a:pt x="6623" y="3460"/>
                    <a:pt x="6530" y="3491"/>
                  </a:cubicBezTo>
                  <a:cubicBezTo>
                    <a:pt x="6438" y="3522"/>
                    <a:pt x="5820" y="3769"/>
                    <a:pt x="5820" y="3769"/>
                  </a:cubicBezTo>
                  <a:lnTo>
                    <a:pt x="4986" y="3893"/>
                  </a:lnTo>
                  <a:lnTo>
                    <a:pt x="4059" y="3862"/>
                  </a:lnTo>
                  <a:lnTo>
                    <a:pt x="2824" y="3676"/>
                  </a:lnTo>
                  <a:lnTo>
                    <a:pt x="2824" y="3491"/>
                  </a:lnTo>
                  <a:lnTo>
                    <a:pt x="0" y="3398"/>
                  </a:lnTo>
                  <a:cubicBezTo>
                    <a:pt x="19" y="3398"/>
                    <a:pt x="1199" y="2904"/>
                    <a:pt x="1724" y="299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39"/>
            <p:cNvSpPr/>
            <p:nvPr/>
          </p:nvSpPr>
          <p:spPr>
            <a:xfrm>
              <a:off x="6322160" y="3284824"/>
              <a:ext cx="356597" cy="152878"/>
            </a:xfrm>
            <a:custGeom>
              <a:avLst/>
              <a:gdLst/>
              <a:ahLst/>
              <a:cxnLst/>
              <a:rect l="l" t="t" r="r" b="b"/>
              <a:pathLst>
                <a:path w="12036" h="5160" extrusionOk="0">
                  <a:moveTo>
                    <a:pt x="143" y="835"/>
                  </a:moveTo>
                  <a:cubicBezTo>
                    <a:pt x="143" y="835"/>
                    <a:pt x="6364" y="1"/>
                    <a:pt x="6555" y="1"/>
                  </a:cubicBezTo>
                  <a:cubicBezTo>
                    <a:pt x="6741" y="1"/>
                    <a:pt x="7155" y="186"/>
                    <a:pt x="7155" y="186"/>
                  </a:cubicBezTo>
                  <a:lnTo>
                    <a:pt x="7575" y="884"/>
                  </a:lnTo>
                  <a:lnTo>
                    <a:pt x="8359" y="279"/>
                  </a:lnTo>
                  <a:lnTo>
                    <a:pt x="10268" y="328"/>
                  </a:lnTo>
                  <a:lnTo>
                    <a:pt x="11757" y="514"/>
                  </a:lnTo>
                  <a:lnTo>
                    <a:pt x="12035" y="5159"/>
                  </a:lnTo>
                  <a:lnTo>
                    <a:pt x="0" y="493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39"/>
            <p:cNvSpPr/>
            <p:nvPr/>
          </p:nvSpPr>
          <p:spPr>
            <a:xfrm>
              <a:off x="6416613" y="3346894"/>
              <a:ext cx="51641" cy="86779"/>
            </a:xfrm>
            <a:custGeom>
              <a:avLst/>
              <a:gdLst/>
              <a:ahLst/>
              <a:cxnLst/>
              <a:rect l="l" t="t" r="r" b="b"/>
              <a:pathLst>
                <a:path w="1743" h="2929" extrusionOk="0">
                  <a:moveTo>
                    <a:pt x="1421" y="717"/>
                  </a:moveTo>
                  <a:lnTo>
                    <a:pt x="1001" y="1922"/>
                  </a:lnTo>
                  <a:lnTo>
                    <a:pt x="538" y="1878"/>
                  </a:lnTo>
                  <a:lnTo>
                    <a:pt x="0" y="0"/>
                  </a:lnTo>
                  <a:lnTo>
                    <a:pt x="247" y="2892"/>
                  </a:lnTo>
                  <a:lnTo>
                    <a:pt x="1743" y="2929"/>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39"/>
            <p:cNvSpPr/>
            <p:nvPr/>
          </p:nvSpPr>
          <p:spPr>
            <a:xfrm>
              <a:off x="6435456" y="3284824"/>
              <a:ext cx="235065" cy="83313"/>
            </a:xfrm>
            <a:custGeom>
              <a:avLst/>
              <a:gdLst/>
              <a:ahLst/>
              <a:cxnLst/>
              <a:rect l="l" t="t" r="r" b="b"/>
              <a:pathLst>
                <a:path w="7934" h="2812" extrusionOk="0">
                  <a:moveTo>
                    <a:pt x="2731" y="1"/>
                  </a:moveTo>
                  <a:cubicBezTo>
                    <a:pt x="2645" y="1"/>
                    <a:pt x="1385" y="161"/>
                    <a:pt x="1" y="347"/>
                  </a:cubicBezTo>
                  <a:lnTo>
                    <a:pt x="1175" y="304"/>
                  </a:lnTo>
                  <a:lnTo>
                    <a:pt x="1595" y="532"/>
                  </a:lnTo>
                  <a:lnTo>
                    <a:pt x="1965" y="328"/>
                  </a:lnTo>
                  <a:lnTo>
                    <a:pt x="2707" y="396"/>
                  </a:lnTo>
                  <a:lnTo>
                    <a:pt x="2985" y="606"/>
                  </a:lnTo>
                  <a:lnTo>
                    <a:pt x="3380" y="1162"/>
                  </a:lnTo>
                  <a:lnTo>
                    <a:pt x="3584" y="2812"/>
                  </a:lnTo>
                  <a:lnTo>
                    <a:pt x="3745" y="884"/>
                  </a:lnTo>
                  <a:lnTo>
                    <a:pt x="3331" y="186"/>
                  </a:lnTo>
                  <a:cubicBezTo>
                    <a:pt x="3337" y="186"/>
                    <a:pt x="2923" y="1"/>
                    <a:pt x="2731" y="1"/>
                  </a:cubicBezTo>
                  <a:close/>
                  <a:moveTo>
                    <a:pt x="6451" y="328"/>
                  </a:moveTo>
                  <a:lnTo>
                    <a:pt x="4542" y="279"/>
                  </a:lnTo>
                  <a:lnTo>
                    <a:pt x="3757" y="878"/>
                  </a:lnTo>
                  <a:lnTo>
                    <a:pt x="4313" y="810"/>
                  </a:lnTo>
                  <a:lnTo>
                    <a:pt x="4684" y="532"/>
                  </a:lnTo>
                  <a:lnTo>
                    <a:pt x="5332" y="557"/>
                  </a:lnTo>
                  <a:lnTo>
                    <a:pt x="5820" y="674"/>
                  </a:lnTo>
                  <a:lnTo>
                    <a:pt x="6111" y="1045"/>
                  </a:lnTo>
                  <a:lnTo>
                    <a:pt x="6259" y="625"/>
                  </a:lnTo>
                  <a:lnTo>
                    <a:pt x="7933" y="507"/>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39"/>
            <p:cNvSpPr/>
            <p:nvPr/>
          </p:nvSpPr>
          <p:spPr>
            <a:xfrm>
              <a:off x="6500429" y="3343398"/>
              <a:ext cx="14132" cy="48737"/>
            </a:xfrm>
            <a:custGeom>
              <a:avLst/>
              <a:gdLst/>
              <a:ahLst/>
              <a:cxnLst/>
              <a:rect l="l" t="t" r="r" b="b"/>
              <a:pathLst>
                <a:path w="477" h="1645" extrusionOk="0">
                  <a:moveTo>
                    <a:pt x="1" y="1644"/>
                  </a:moveTo>
                  <a:lnTo>
                    <a:pt x="1" y="1"/>
                  </a:lnTo>
                  <a:lnTo>
                    <a:pt x="477" y="1273"/>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39"/>
            <p:cNvSpPr/>
            <p:nvPr/>
          </p:nvSpPr>
          <p:spPr>
            <a:xfrm>
              <a:off x="6365713" y="3407660"/>
              <a:ext cx="116999" cy="21984"/>
            </a:xfrm>
            <a:custGeom>
              <a:avLst/>
              <a:gdLst/>
              <a:ahLst/>
              <a:cxnLst/>
              <a:rect l="l" t="t" r="r" b="b"/>
              <a:pathLst>
                <a:path w="3949" h="742" extrusionOk="0">
                  <a:moveTo>
                    <a:pt x="1" y="266"/>
                  </a:moveTo>
                  <a:lnTo>
                    <a:pt x="1335" y="0"/>
                  </a:lnTo>
                  <a:lnTo>
                    <a:pt x="2602" y="210"/>
                  </a:lnTo>
                  <a:lnTo>
                    <a:pt x="3949" y="291"/>
                  </a:lnTo>
                  <a:lnTo>
                    <a:pt x="2719" y="630"/>
                  </a:lnTo>
                  <a:lnTo>
                    <a:pt x="1020" y="742"/>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39"/>
            <p:cNvSpPr/>
            <p:nvPr/>
          </p:nvSpPr>
          <p:spPr>
            <a:xfrm>
              <a:off x="6365713" y="3415511"/>
              <a:ext cx="116999" cy="40679"/>
            </a:xfrm>
            <a:custGeom>
              <a:avLst/>
              <a:gdLst/>
              <a:ahLst/>
              <a:cxnLst/>
              <a:rect l="l" t="t" r="r" b="b"/>
              <a:pathLst>
                <a:path w="3949" h="1373" extrusionOk="0">
                  <a:moveTo>
                    <a:pt x="279" y="1144"/>
                  </a:moveTo>
                  <a:lnTo>
                    <a:pt x="1" y="1"/>
                  </a:lnTo>
                  <a:lnTo>
                    <a:pt x="1323" y="162"/>
                  </a:lnTo>
                  <a:lnTo>
                    <a:pt x="1996" y="69"/>
                  </a:lnTo>
                  <a:lnTo>
                    <a:pt x="3949" y="26"/>
                  </a:lnTo>
                  <a:lnTo>
                    <a:pt x="3788" y="1354"/>
                  </a:lnTo>
                  <a:lnTo>
                    <a:pt x="2534" y="1372"/>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39"/>
            <p:cNvSpPr/>
            <p:nvPr/>
          </p:nvSpPr>
          <p:spPr>
            <a:xfrm>
              <a:off x="6351432" y="3458353"/>
              <a:ext cx="62455" cy="10459"/>
            </a:xfrm>
            <a:custGeom>
              <a:avLst/>
              <a:gdLst/>
              <a:ahLst/>
              <a:cxnLst/>
              <a:rect l="l" t="t" r="r" b="b"/>
              <a:pathLst>
                <a:path w="2108" h="353" extrusionOk="0">
                  <a:moveTo>
                    <a:pt x="1" y="1"/>
                  </a:moveTo>
                  <a:lnTo>
                    <a:pt x="1" y="124"/>
                  </a:lnTo>
                  <a:lnTo>
                    <a:pt x="2108" y="353"/>
                  </a:lnTo>
                  <a:lnTo>
                    <a:pt x="2108" y="19"/>
                  </a:lnTo>
                  <a:lnTo>
                    <a:pt x="1657" y="62"/>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39"/>
            <p:cNvSpPr/>
            <p:nvPr/>
          </p:nvSpPr>
          <p:spPr>
            <a:xfrm>
              <a:off x="6349240" y="3454886"/>
              <a:ext cx="64647" cy="9540"/>
            </a:xfrm>
            <a:custGeom>
              <a:avLst/>
              <a:gdLst/>
              <a:ahLst/>
              <a:cxnLst/>
              <a:rect l="l" t="t" r="r" b="b"/>
              <a:pathLst>
                <a:path w="2182" h="322" extrusionOk="0">
                  <a:moveTo>
                    <a:pt x="1" y="118"/>
                  </a:moveTo>
                  <a:lnTo>
                    <a:pt x="1533" y="0"/>
                  </a:lnTo>
                  <a:lnTo>
                    <a:pt x="2182" y="136"/>
                  </a:lnTo>
                  <a:lnTo>
                    <a:pt x="2064" y="32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39"/>
            <p:cNvSpPr/>
            <p:nvPr/>
          </p:nvSpPr>
          <p:spPr>
            <a:xfrm>
              <a:off x="7172203" y="2371646"/>
              <a:ext cx="15584" cy="19258"/>
            </a:xfrm>
            <a:custGeom>
              <a:avLst/>
              <a:gdLst/>
              <a:ahLst/>
              <a:cxnLst/>
              <a:rect l="l" t="t" r="r" b="b"/>
              <a:pathLst>
                <a:path w="526" h="650" extrusionOk="0">
                  <a:moveTo>
                    <a:pt x="93" y="637"/>
                  </a:moveTo>
                  <a:cubicBezTo>
                    <a:pt x="143" y="643"/>
                    <a:pt x="186" y="649"/>
                    <a:pt x="235" y="630"/>
                  </a:cubicBezTo>
                  <a:cubicBezTo>
                    <a:pt x="266" y="612"/>
                    <a:pt x="297" y="587"/>
                    <a:pt x="322" y="569"/>
                  </a:cubicBezTo>
                  <a:cubicBezTo>
                    <a:pt x="365" y="525"/>
                    <a:pt x="414" y="482"/>
                    <a:pt x="445" y="427"/>
                  </a:cubicBezTo>
                  <a:cubicBezTo>
                    <a:pt x="452" y="420"/>
                    <a:pt x="452" y="420"/>
                    <a:pt x="452" y="414"/>
                  </a:cubicBezTo>
                  <a:cubicBezTo>
                    <a:pt x="458" y="402"/>
                    <a:pt x="458" y="396"/>
                    <a:pt x="464" y="383"/>
                  </a:cubicBezTo>
                  <a:lnTo>
                    <a:pt x="464" y="383"/>
                  </a:lnTo>
                  <a:lnTo>
                    <a:pt x="464" y="371"/>
                  </a:lnTo>
                  <a:cubicBezTo>
                    <a:pt x="464" y="365"/>
                    <a:pt x="476" y="359"/>
                    <a:pt x="476" y="359"/>
                  </a:cubicBezTo>
                  <a:cubicBezTo>
                    <a:pt x="489" y="328"/>
                    <a:pt x="507" y="297"/>
                    <a:pt x="513" y="266"/>
                  </a:cubicBezTo>
                  <a:cubicBezTo>
                    <a:pt x="520" y="235"/>
                    <a:pt x="526" y="204"/>
                    <a:pt x="526" y="179"/>
                  </a:cubicBezTo>
                  <a:lnTo>
                    <a:pt x="526" y="142"/>
                  </a:lnTo>
                  <a:lnTo>
                    <a:pt x="526" y="136"/>
                  </a:lnTo>
                  <a:lnTo>
                    <a:pt x="526" y="124"/>
                  </a:lnTo>
                  <a:lnTo>
                    <a:pt x="526" y="81"/>
                  </a:lnTo>
                  <a:cubicBezTo>
                    <a:pt x="526" y="44"/>
                    <a:pt x="507" y="19"/>
                    <a:pt x="464" y="13"/>
                  </a:cubicBezTo>
                  <a:cubicBezTo>
                    <a:pt x="433" y="0"/>
                    <a:pt x="396" y="25"/>
                    <a:pt x="390" y="62"/>
                  </a:cubicBezTo>
                  <a:cubicBezTo>
                    <a:pt x="390" y="74"/>
                    <a:pt x="384" y="87"/>
                    <a:pt x="384" y="93"/>
                  </a:cubicBezTo>
                  <a:lnTo>
                    <a:pt x="384" y="105"/>
                  </a:lnTo>
                  <a:lnTo>
                    <a:pt x="371" y="112"/>
                  </a:lnTo>
                  <a:cubicBezTo>
                    <a:pt x="365" y="124"/>
                    <a:pt x="359" y="142"/>
                    <a:pt x="359" y="155"/>
                  </a:cubicBezTo>
                  <a:lnTo>
                    <a:pt x="359" y="167"/>
                  </a:lnTo>
                  <a:lnTo>
                    <a:pt x="353" y="173"/>
                  </a:lnTo>
                  <a:cubicBezTo>
                    <a:pt x="334" y="204"/>
                    <a:pt x="322" y="241"/>
                    <a:pt x="297" y="272"/>
                  </a:cubicBezTo>
                  <a:cubicBezTo>
                    <a:pt x="291" y="272"/>
                    <a:pt x="291" y="278"/>
                    <a:pt x="279" y="278"/>
                  </a:cubicBezTo>
                  <a:lnTo>
                    <a:pt x="266" y="297"/>
                  </a:lnTo>
                  <a:lnTo>
                    <a:pt x="235" y="328"/>
                  </a:lnTo>
                  <a:cubicBezTo>
                    <a:pt x="229" y="334"/>
                    <a:pt x="211" y="340"/>
                    <a:pt x="204" y="359"/>
                  </a:cubicBezTo>
                  <a:lnTo>
                    <a:pt x="186" y="371"/>
                  </a:lnTo>
                  <a:lnTo>
                    <a:pt x="186" y="371"/>
                  </a:lnTo>
                  <a:lnTo>
                    <a:pt x="118" y="420"/>
                  </a:lnTo>
                  <a:cubicBezTo>
                    <a:pt x="93" y="433"/>
                    <a:pt x="75" y="451"/>
                    <a:pt x="56" y="476"/>
                  </a:cubicBezTo>
                  <a:cubicBezTo>
                    <a:pt x="50" y="482"/>
                    <a:pt x="44" y="495"/>
                    <a:pt x="31" y="507"/>
                  </a:cubicBezTo>
                  <a:cubicBezTo>
                    <a:pt x="1" y="544"/>
                    <a:pt x="44" y="630"/>
                    <a:pt x="93" y="637"/>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39"/>
            <p:cNvSpPr/>
            <p:nvPr/>
          </p:nvSpPr>
          <p:spPr>
            <a:xfrm>
              <a:off x="7013133" y="2430219"/>
              <a:ext cx="4237" cy="11377"/>
            </a:xfrm>
            <a:custGeom>
              <a:avLst/>
              <a:gdLst/>
              <a:ahLst/>
              <a:cxnLst/>
              <a:rect l="l" t="t" r="r" b="b"/>
              <a:pathLst>
                <a:path w="143" h="384" extrusionOk="0">
                  <a:moveTo>
                    <a:pt x="25" y="272"/>
                  </a:moveTo>
                  <a:cubicBezTo>
                    <a:pt x="38" y="297"/>
                    <a:pt x="38" y="322"/>
                    <a:pt x="44" y="340"/>
                  </a:cubicBezTo>
                  <a:cubicBezTo>
                    <a:pt x="50" y="383"/>
                    <a:pt x="112" y="383"/>
                    <a:pt x="118" y="340"/>
                  </a:cubicBezTo>
                  <a:cubicBezTo>
                    <a:pt x="131" y="322"/>
                    <a:pt x="137" y="297"/>
                    <a:pt x="137" y="272"/>
                  </a:cubicBezTo>
                  <a:cubicBezTo>
                    <a:pt x="143" y="247"/>
                    <a:pt x="143" y="217"/>
                    <a:pt x="143" y="198"/>
                  </a:cubicBezTo>
                  <a:cubicBezTo>
                    <a:pt x="143" y="173"/>
                    <a:pt x="143" y="149"/>
                    <a:pt x="137" y="124"/>
                  </a:cubicBezTo>
                  <a:cubicBezTo>
                    <a:pt x="137" y="99"/>
                    <a:pt x="137" y="81"/>
                    <a:pt x="131" y="56"/>
                  </a:cubicBezTo>
                  <a:cubicBezTo>
                    <a:pt x="131" y="25"/>
                    <a:pt x="106" y="0"/>
                    <a:pt x="75" y="0"/>
                  </a:cubicBezTo>
                  <a:cubicBezTo>
                    <a:pt x="44" y="0"/>
                    <a:pt x="19" y="25"/>
                    <a:pt x="19" y="56"/>
                  </a:cubicBezTo>
                  <a:cubicBezTo>
                    <a:pt x="19" y="81"/>
                    <a:pt x="19" y="99"/>
                    <a:pt x="13" y="124"/>
                  </a:cubicBezTo>
                  <a:cubicBezTo>
                    <a:pt x="13" y="149"/>
                    <a:pt x="1" y="173"/>
                    <a:pt x="1" y="198"/>
                  </a:cubicBezTo>
                  <a:cubicBezTo>
                    <a:pt x="19" y="217"/>
                    <a:pt x="19" y="247"/>
                    <a:pt x="25" y="272"/>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39"/>
            <p:cNvSpPr/>
            <p:nvPr/>
          </p:nvSpPr>
          <p:spPr>
            <a:xfrm>
              <a:off x="7052686" y="2490422"/>
              <a:ext cx="11377" cy="11584"/>
            </a:xfrm>
            <a:custGeom>
              <a:avLst/>
              <a:gdLst/>
              <a:ahLst/>
              <a:cxnLst/>
              <a:rect l="l" t="t" r="r" b="b"/>
              <a:pathLst>
                <a:path w="384" h="391" extrusionOk="0">
                  <a:moveTo>
                    <a:pt x="13" y="372"/>
                  </a:moveTo>
                  <a:cubicBezTo>
                    <a:pt x="31" y="390"/>
                    <a:pt x="62" y="390"/>
                    <a:pt x="74" y="372"/>
                  </a:cubicBezTo>
                  <a:cubicBezTo>
                    <a:pt x="99" y="347"/>
                    <a:pt x="124" y="335"/>
                    <a:pt x="155" y="310"/>
                  </a:cubicBezTo>
                  <a:lnTo>
                    <a:pt x="223" y="242"/>
                  </a:lnTo>
                  <a:lnTo>
                    <a:pt x="359" y="100"/>
                  </a:lnTo>
                  <a:cubicBezTo>
                    <a:pt x="383" y="75"/>
                    <a:pt x="383" y="50"/>
                    <a:pt x="359" y="26"/>
                  </a:cubicBezTo>
                  <a:cubicBezTo>
                    <a:pt x="340" y="1"/>
                    <a:pt x="309" y="1"/>
                    <a:pt x="284" y="26"/>
                  </a:cubicBezTo>
                  <a:lnTo>
                    <a:pt x="142" y="162"/>
                  </a:lnTo>
                  <a:lnTo>
                    <a:pt x="74" y="236"/>
                  </a:lnTo>
                  <a:cubicBezTo>
                    <a:pt x="50" y="254"/>
                    <a:pt x="31" y="285"/>
                    <a:pt x="13" y="310"/>
                  </a:cubicBezTo>
                  <a:cubicBezTo>
                    <a:pt x="0" y="328"/>
                    <a:pt x="0" y="359"/>
                    <a:pt x="13" y="372"/>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39"/>
            <p:cNvSpPr/>
            <p:nvPr/>
          </p:nvSpPr>
          <p:spPr>
            <a:xfrm>
              <a:off x="7273440" y="3181958"/>
              <a:ext cx="6785" cy="8651"/>
            </a:xfrm>
            <a:custGeom>
              <a:avLst/>
              <a:gdLst/>
              <a:ahLst/>
              <a:cxnLst/>
              <a:rect l="l" t="t" r="r" b="b"/>
              <a:pathLst>
                <a:path w="229" h="292" extrusionOk="0">
                  <a:moveTo>
                    <a:pt x="0" y="229"/>
                  </a:moveTo>
                  <a:cubicBezTo>
                    <a:pt x="0" y="248"/>
                    <a:pt x="6" y="260"/>
                    <a:pt x="25" y="266"/>
                  </a:cubicBezTo>
                  <a:cubicBezTo>
                    <a:pt x="31" y="279"/>
                    <a:pt x="37" y="285"/>
                    <a:pt x="56" y="285"/>
                  </a:cubicBezTo>
                  <a:cubicBezTo>
                    <a:pt x="68" y="291"/>
                    <a:pt x="93" y="291"/>
                    <a:pt x="105" y="285"/>
                  </a:cubicBezTo>
                  <a:cubicBezTo>
                    <a:pt x="136" y="279"/>
                    <a:pt x="161" y="260"/>
                    <a:pt x="185" y="235"/>
                  </a:cubicBezTo>
                  <a:cubicBezTo>
                    <a:pt x="192" y="229"/>
                    <a:pt x="210" y="223"/>
                    <a:pt x="210" y="217"/>
                  </a:cubicBezTo>
                  <a:cubicBezTo>
                    <a:pt x="216" y="205"/>
                    <a:pt x="216" y="192"/>
                    <a:pt x="222" y="186"/>
                  </a:cubicBezTo>
                  <a:cubicBezTo>
                    <a:pt x="229" y="168"/>
                    <a:pt x="229" y="143"/>
                    <a:pt x="229" y="130"/>
                  </a:cubicBezTo>
                  <a:cubicBezTo>
                    <a:pt x="229" y="93"/>
                    <a:pt x="222" y="50"/>
                    <a:pt x="192" y="19"/>
                  </a:cubicBezTo>
                  <a:cubicBezTo>
                    <a:pt x="179" y="7"/>
                    <a:pt x="148" y="1"/>
                    <a:pt x="124" y="7"/>
                  </a:cubicBezTo>
                  <a:lnTo>
                    <a:pt x="105" y="7"/>
                  </a:lnTo>
                  <a:cubicBezTo>
                    <a:pt x="87" y="7"/>
                    <a:pt x="68" y="19"/>
                    <a:pt x="68" y="44"/>
                  </a:cubicBezTo>
                  <a:cubicBezTo>
                    <a:pt x="68" y="62"/>
                    <a:pt x="74" y="75"/>
                    <a:pt x="93" y="81"/>
                  </a:cubicBezTo>
                  <a:cubicBezTo>
                    <a:pt x="93" y="93"/>
                    <a:pt x="99" y="93"/>
                    <a:pt x="99" y="100"/>
                  </a:cubicBezTo>
                  <a:lnTo>
                    <a:pt x="99" y="100"/>
                  </a:lnTo>
                  <a:lnTo>
                    <a:pt x="99" y="93"/>
                  </a:lnTo>
                  <a:lnTo>
                    <a:pt x="99" y="100"/>
                  </a:lnTo>
                  <a:lnTo>
                    <a:pt x="99" y="100"/>
                  </a:lnTo>
                  <a:lnTo>
                    <a:pt x="99" y="106"/>
                  </a:lnTo>
                  <a:lnTo>
                    <a:pt x="99" y="106"/>
                  </a:lnTo>
                  <a:lnTo>
                    <a:pt x="99" y="112"/>
                  </a:lnTo>
                  <a:cubicBezTo>
                    <a:pt x="99" y="124"/>
                    <a:pt x="99" y="130"/>
                    <a:pt x="93" y="137"/>
                  </a:cubicBezTo>
                  <a:cubicBezTo>
                    <a:pt x="93" y="143"/>
                    <a:pt x="93" y="143"/>
                    <a:pt x="87" y="155"/>
                  </a:cubicBezTo>
                  <a:cubicBezTo>
                    <a:pt x="74" y="161"/>
                    <a:pt x="74" y="168"/>
                    <a:pt x="74" y="174"/>
                  </a:cubicBezTo>
                  <a:lnTo>
                    <a:pt x="74" y="174"/>
                  </a:lnTo>
                  <a:lnTo>
                    <a:pt x="68" y="186"/>
                  </a:lnTo>
                  <a:lnTo>
                    <a:pt x="68" y="186"/>
                  </a:lnTo>
                  <a:lnTo>
                    <a:pt x="62" y="186"/>
                  </a:lnTo>
                  <a:lnTo>
                    <a:pt x="68" y="186"/>
                  </a:lnTo>
                  <a:lnTo>
                    <a:pt x="68" y="186"/>
                  </a:lnTo>
                  <a:cubicBezTo>
                    <a:pt x="62" y="186"/>
                    <a:pt x="56" y="174"/>
                    <a:pt x="43" y="174"/>
                  </a:cubicBezTo>
                  <a:cubicBezTo>
                    <a:pt x="37" y="174"/>
                    <a:pt x="31" y="174"/>
                    <a:pt x="43" y="174"/>
                  </a:cubicBezTo>
                  <a:cubicBezTo>
                    <a:pt x="31" y="174"/>
                    <a:pt x="12" y="174"/>
                    <a:pt x="6" y="186"/>
                  </a:cubicBezTo>
                  <a:cubicBezTo>
                    <a:pt x="0" y="198"/>
                    <a:pt x="0" y="217"/>
                    <a:pt x="0" y="229"/>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39"/>
            <p:cNvSpPr/>
            <p:nvPr/>
          </p:nvSpPr>
          <p:spPr>
            <a:xfrm>
              <a:off x="7239754" y="3162196"/>
              <a:ext cx="6074" cy="17065"/>
            </a:xfrm>
            <a:custGeom>
              <a:avLst/>
              <a:gdLst/>
              <a:ahLst/>
              <a:cxnLst/>
              <a:rect l="l" t="t" r="r" b="b"/>
              <a:pathLst>
                <a:path w="205" h="576" extrusionOk="0">
                  <a:moveTo>
                    <a:pt x="25" y="550"/>
                  </a:moveTo>
                  <a:cubicBezTo>
                    <a:pt x="37" y="575"/>
                    <a:pt x="68" y="575"/>
                    <a:pt x="93" y="557"/>
                  </a:cubicBezTo>
                  <a:cubicBezTo>
                    <a:pt x="124" y="526"/>
                    <a:pt x="124" y="482"/>
                    <a:pt x="142" y="439"/>
                  </a:cubicBezTo>
                  <a:cubicBezTo>
                    <a:pt x="149" y="402"/>
                    <a:pt x="155" y="359"/>
                    <a:pt x="161" y="316"/>
                  </a:cubicBezTo>
                  <a:cubicBezTo>
                    <a:pt x="179" y="241"/>
                    <a:pt x="192" y="155"/>
                    <a:pt x="204" y="68"/>
                  </a:cubicBezTo>
                  <a:cubicBezTo>
                    <a:pt x="204" y="50"/>
                    <a:pt x="192" y="13"/>
                    <a:pt x="173" y="7"/>
                  </a:cubicBezTo>
                  <a:cubicBezTo>
                    <a:pt x="149" y="0"/>
                    <a:pt x="118" y="19"/>
                    <a:pt x="111" y="38"/>
                  </a:cubicBezTo>
                  <a:cubicBezTo>
                    <a:pt x="87" y="124"/>
                    <a:pt x="68" y="204"/>
                    <a:pt x="56" y="285"/>
                  </a:cubicBezTo>
                  <a:lnTo>
                    <a:pt x="31" y="402"/>
                  </a:lnTo>
                  <a:cubicBezTo>
                    <a:pt x="19" y="458"/>
                    <a:pt x="0" y="513"/>
                    <a:pt x="25" y="55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39"/>
            <p:cNvSpPr/>
            <p:nvPr/>
          </p:nvSpPr>
          <p:spPr>
            <a:xfrm>
              <a:off x="7245798" y="3063181"/>
              <a:ext cx="4770" cy="13747"/>
            </a:xfrm>
            <a:custGeom>
              <a:avLst/>
              <a:gdLst/>
              <a:ahLst/>
              <a:cxnLst/>
              <a:rect l="l" t="t" r="r" b="b"/>
              <a:pathLst>
                <a:path w="161" h="464" extrusionOk="0">
                  <a:moveTo>
                    <a:pt x="43" y="439"/>
                  </a:moveTo>
                  <a:cubicBezTo>
                    <a:pt x="62" y="408"/>
                    <a:pt x="68" y="377"/>
                    <a:pt x="74" y="346"/>
                  </a:cubicBezTo>
                  <a:cubicBezTo>
                    <a:pt x="80" y="315"/>
                    <a:pt x="99" y="284"/>
                    <a:pt x="105" y="253"/>
                  </a:cubicBezTo>
                  <a:cubicBezTo>
                    <a:pt x="130" y="192"/>
                    <a:pt x="136" y="130"/>
                    <a:pt x="155" y="68"/>
                  </a:cubicBezTo>
                  <a:cubicBezTo>
                    <a:pt x="161" y="25"/>
                    <a:pt x="93" y="0"/>
                    <a:pt x="74" y="43"/>
                  </a:cubicBezTo>
                  <a:cubicBezTo>
                    <a:pt x="62" y="105"/>
                    <a:pt x="37" y="167"/>
                    <a:pt x="25" y="229"/>
                  </a:cubicBezTo>
                  <a:cubicBezTo>
                    <a:pt x="19" y="260"/>
                    <a:pt x="13" y="291"/>
                    <a:pt x="13" y="321"/>
                  </a:cubicBezTo>
                  <a:cubicBezTo>
                    <a:pt x="6" y="352"/>
                    <a:pt x="0" y="383"/>
                    <a:pt x="0" y="426"/>
                  </a:cubicBezTo>
                  <a:cubicBezTo>
                    <a:pt x="0" y="457"/>
                    <a:pt x="31" y="463"/>
                    <a:pt x="43" y="439"/>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39"/>
            <p:cNvSpPr/>
            <p:nvPr/>
          </p:nvSpPr>
          <p:spPr>
            <a:xfrm>
              <a:off x="7363300" y="2785127"/>
              <a:ext cx="6074" cy="11762"/>
            </a:xfrm>
            <a:custGeom>
              <a:avLst/>
              <a:gdLst/>
              <a:ahLst/>
              <a:cxnLst/>
              <a:rect l="l" t="t" r="r" b="b"/>
              <a:pathLst>
                <a:path w="205" h="397" extrusionOk="0">
                  <a:moveTo>
                    <a:pt x="38" y="371"/>
                  </a:moveTo>
                  <a:cubicBezTo>
                    <a:pt x="75" y="396"/>
                    <a:pt x="124" y="377"/>
                    <a:pt x="149" y="340"/>
                  </a:cubicBezTo>
                  <a:cubicBezTo>
                    <a:pt x="155" y="328"/>
                    <a:pt x="161" y="310"/>
                    <a:pt x="161" y="297"/>
                  </a:cubicBezTo>
                  <a:cubicBezTo>
                    <a:pt x="173" y="272"/>
                    <a:pt x="173" y="248"/>
                    <a:pt x="180" y="223"/>
                  </a:cubicBezTo>
                  <a:cubicBezTo>
                    <a:pt x="186" y="204"/>
                    <a:pt x="186" y="180"/>
                    <a:pt x="192" y="155"/>
                  </a:cubicBezTo>
                  <a:cubicBezTo>
                    <a:pt x="192" y="143"/>
                    <a:pt x="204" y="124"/>
                    <a:pt x="204" y="112"/>
                  </a:cubicBezTo>
                  <a:cubicBezTo>
                    <a:pt x="204" y="93"/>
                    <a:pt x="204" y="87"/>
                    <a:pt x="192" y="69"/>
                  </a:cubicBezTo>
                  <a:cubicBezTo>
                    <a:pt x="192" y="50"/>
                    <a:pt x="180" y="19"/>
                    <a:pt x="149" y="7"/>
                  </a:cubicBezTo>
                  <a:cubicBezTo>
                    <a:pt x="118" y="1"/>
                    <a:pt x="93" y="19"/>
                    <a:pt x="81" y="38"/>
                  </a:cubicBezTo>
                  <a:cubicBezTo>
                    <a:pt x="62" y="62"/>
                    <a:pt x="50" y="87"/>
                    <a:pt x="50" y="112"/>
                  </a:cubicBezTo>
                  <a:cubicBezTo>
                    <a:pt x="38" y="130"/>
                    <a:pt x="38" y="149"/>
                    <a:pt x="31" y="174"/>
                  </a:cubicBezTo>
                  <a:cubicBezTo>
                    <a:pt x="25" y="192"/>
                    <a:pt x="25" y="211"/>
                    <a:pt x="19" y="235"/>
                  </a:cubicBezTo>
                  <a:cubicBezTo>
                    <a:pt x="7" y="254"/>
                    <a:pt x="7" y="285"/>
                    <a:pt x="7" y="310"/>
                  </a:cubicBezTo>
                  <a:cubicBezTo>
                    <a:pt x="1" y="334"/>
                    <a:pt x="19" y="359"/>
                    <a:pt x="38" y="37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39"/>
            <p:cNvSpPr/>
            <p:nvPr/>
          </p:nvSpPr>
          <p:spPr>
            <a:xfrm>
              <a:off x="7347746" y="2781660"/>
              <a:ext cx="7170" cy="5155"/>
            </a:xfrm>
            <a:custGeom>
              <a:avLst/>
              <a:gdLst/>
              <a:ahLst/>
              <a:cxnLst/>
              <a:rect l="l" t="t" r="r" b="b"/>
              <a:pathLst>
                <a:path w="242" h="174" extrusionOk="0">
                  <a:moveTo>
                    <a:pt x="0" y="118"/>
                  </a:moveTo>
                  <a:cubicBezTo>
                    <a:pt x="0" y="136"/>
                    <a:pt x="0" y="149"/>
                    <a:pt x="19" y="155"/>
                  </a:cubicBezTo>
                  <a:cubicBezTo>
                    <a:pt x="25" y="167"/>
                    <a:pt x="37" y="167"/>
                    <a:pt x="56" y="167"/>
                  </a:cubicBezTo>
                  <a:cubicBezTo>
                    <a:pt x="62" y="167"/>
                    <a:pt x="68" y="173"/>
                    <a:pt x="87" y="173"/>
                  </a:cubicBezTo>
                  <a:cubicBezTo>
                    <a:pt x="93" y="173"/>
                    <a:pt x="99" y="173"/>
                    <a:pt x="118" y="167"/>
                  </a:cubicBezTo>
                  <a:cubicBezTo>
                    <a:pt x="130" y="167"/>
                    <a:pt x="136" y="155"/>
                    <a:pt x="155" y="149"/>
                  </a:cubicBezTo>
                  <a:lnTo>
                    <a:pt x="204" y="124"/>
                  </a:lnTo>
                  <a:cubicBezTo>
                    <a:pt x="223" y="111"/>
                    <a:pt x="241" y="81"/>
                    <a:pt x="223" y="50"/>
                  </a:cubicBezTo>
                  <a:cubicBezTo>
                    <a:pt x="217" y="19"/>
                    <a:pt x="180" y="0"/>
                    <a:pt x="155" y="13"/>
                  </a:cubicBezTo>
                  <a:cubicBezTo>
                    <a:pt x="136" y="19"/>
                    <a:pt x="124" y="19"/>
                    <a:pt x="112" y="25"/>
                  </a:cubicBezTo>
                  <a:cubicBezTo>
                    <a:pt x="93" y="31"/>
                    <a:pt x="87" y="31"/>
                    <a:pt x="68" y="43"/>
                  </a:cubicBezTo>
                  <a:cubicBezTo>
                    <a:pt x="62" y="43"/>
                    <a:pt x="62" y="50"/>
                    <a:pt x="56" y="56"/>
                  </a:cubicBezTo>
                  <a:cubicBezTo>
                    <a:pt x="44" y="62"/>
                    <a:pt x="37" y="74"/>
                    <a:pt x="31" y="87"/>
                  </a:cubicBezTo>
                  <a:cubicBezTo>
                    <a:pt x="7" y="93"/>
                    <a:pt x="0" y="105"/>
                    <a:pt x="0" y="118"/>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39"/>
            <p:cNvSpPr/>
            <p:nvPr/>
          </p:nvSpPr>
          <p:spPr>
            <a:xfrm>
              <a:off x="7327599" y="2741189"/>
              <a:ext cx="6074" cy="10103"/>
            </a:xfrm>
            <a:custGeom>
              <a:avLst/>
              <a:gdLst/>
              <a:ahLst/>
              <a:cxnLst/>
              <a:rect l="l" t="t" r="r" b="b"/>
              <a:pathLst>
                <a:path w="205" h="341" extrusionOk="0">
                  <a:moveTo>
                    <a:pt x="38" y="328"/>
                  </a:moveTo>
                  <a:cubicBezTo>
                    <a:pt x="56" y="316"/>
                    <a:pt x="63" y="310"/>
                    <a:pt x="69" y="297"/>
                  </a:cubicBezTo>
                  <a:cubicBezTo>
                    <a:pt x="81" y="285"/>
                    <a:pt x="87" y="273"/>
                    <a:pt x="93" y="267"/>
                  </a:cubicBezTo>
                  <a:cubicBezTo>
                    <a:pt x="112" y="242"/>
                    <a:pt x="118" y="223"/>
                    <a:pt x="131" y="205"/>
                  </a:cubicBezTo>
                  <a:cubicBezTo>
                    <a:pt x="155" y="162"/>
                    <a:pt x="180" y="118"/>
                    <a:pt x="192" y="69"/>
                  </a:cubicBezTo>
                  <a:cubicBezTo>
                    <a:pt x="205" y="50"/>
                    <a:pt x="205" y="26"/>
                    <a:pt x="180" y="7"/>
                  </a:cubicBezTo>
                  <a:cubicBezTo>
                    <a:pt x="155" y="1"/>
                    <a:pt x="131" y="1"/>
                    <a:pt x="118" y="26"/>
                  </a:cubicBezTo>
                  <a:cubicBezTo>
                    <a:pt x="93" y="69"/>
                    <a:pt x="63" y="112"/>
                    <a:pt x="50" y="155"/>
                  </a:cubicBezTo>
                  <a:cubicBezTo>
                    <a:pt x="38" y="180"/>
                    <a:pt x="32" y="205"/>
                    <a:pt x="25" y="217"/>
                  </a:cubicBezTo>
                  <a:cubicBezTo>
                    <a:pt x="19" y="242"/>
                    <a:pt x="1" y="267"/>
                    <a:pt x="1" y="285"/>
                  </a:cubicBezTo>
                  <a:cubicBezTo>
                    <a:pt x="1" y="328"/>
                    <a:pt x="25" y="341"/>
                    <a:pt x="38" y="328"/>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39"/>
            <p:cNvSpPr/>
            <p:nvPr/>
          </p:nvSpPr>
          <p:spPr>
            <a:xfrm>
              <a:off x="7358530" y="2849922"/>
              <a:ext cx="8266" cy="4800"/>
            </a:xfrm>
            <a:custGeom>
              <a:avLst/>
              <a:gdLst/>
              <a:ahLst/>
              <a:cxnLst/>
              <a:rect l="l" t="t" r="r" b="b"/>
              <a:pathLst>
                <a:path w="279" h="162" extrusionOk="0">
                  <a:moveTo>
                    <a:pt x="38" y="149"/>
                  </a:moveTo>
                  <a:cubicBezTo>
                    <a:pt x="38" y="149"/>
                    <a:pt x="44" y="149"/>
                    <a:pt x="44" y="155"/>
                  </a:cubicBezTo>
                  <a:cubicBezTo>
                    <a:pt x="63" y="161"/>
                    <a:pt x="69" y="155"/>
                    <a:pt x="87" y="155"/>
                  </a:cubicBezTo>
                  <a:cubicBezTo>
                    <a:pt x="100" y="149"/>
                    <a:pt x="124" y="149"/>
                    <a:pt x="137" y="137"/>
                  </a:cubicBezTo>
                  <a:cubicBezTo>
                    <a:pt x="155" y="130"/>
                    <a:pt x="180" y="130"/>
                    <a:pt x="192" y="124"/>
                  </a:cubicBezTo>
                  <a:cubicBezTo>
                    <a:pt x="211" y="124"/>
                    <a:pt x="217" y="118"/>
                    <a:pt x="229" y="106"/>
                  </a:cubicBezTo>
                  <a:cubicBezTo>
                    <a:pt x="242" y="100"/>
                    <a:pt x="248" y="93"/>
                    <a:pt x="260" y="87"/>
                  </a:cubicBezTo>
                  <a:cubicBezTo>
                    <a:pt x="273" y="69"/>
                    <a:pt x="279" y="56"/>
                    <a:pt x="279" y="38"/>
                  </a:cubicBezTo>
                  <a:cubicBezTo>
                    <a:pt x="273" y="25"/>
                    <a:pt x="260" y="7"/>
                    <a:pt x="248" y="7"/>
                  </a:cubicBezTo>
                  <a:cubicBezTo>
                    <a:pt x="229" y="7"/>
                    <a:pt x="223" y="1"/>
                    <a:pt x="211" y="1"/>
                  </a:cubicBezTo>
                  <a:cubicBezTo>
                    <a:pt x="192" y="1"/>
                    <a:pt x="186" y="7"/>
                    <a:pt x="168" y="7"/>
                  </a:cubicBezTo>
                  <a:cubicBezTo>
                    <a:pt x="155" y="13"/>
                    <a:pt x="131" y="25"/>
                    <a:pt x="118" y="25"/>
                  </a:cubicBezTo>
                  <a:cubicBezTo>
                    <a:pt x="100" y="32"/>
                    <a:pt x="75" y="38"/>
                    <a:pt x="63" y="38"/>
                  </a:cubicBezTo>
                  <a:cubicBezTo>
                    <a:pt x="44" y="44"/>
                    <a:pt x="38" y="44"/>
                    <a:pt x="32" y="56"/>
                  </a:cubicBezTo>
                  <a:lnTo>
                    <a:pt x="13" y="69"/>
                  </a:lnTo>
                  <a:cubicBezTo>
                    <a:pt x="7" y="87"/>
                    <a:pt x="1" y="93"/>
                    <a:pt x="7" y="106"/>
                  </a:cubicBezTo>
                  <a:cubicBezTo>
                    <a:pt x="7" y="130"/>
                    <a:pt x="26" y="137"/>
                    <a:pt x="38" y="149"/>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39"/>
            <p:cNvSpPr/>
            <p:nvPr/>
          </p:nvSpPr>
          <p:spPr>
            <a:xfrm>
              <a:off x="7272522" y="2842426"/>
              <a:ext cx="5866" cy="5896"/>
            </a:xfrm>
            <a:custGeom>
              <a:avLst/>
              <a:gdLst/>
              <a:ahLst/>
              <a:cxnLst/>
              <a:rect l="l" t="t" r="r" b="b"/>
              <a:pathLst>
                <a:path w="198" h="199" extrusionOk="0">
                  <a:moveTo>
                    <a:pt x="37" y="192"/>
                  </a:moveTo>
                  <a:cubicBezTo>
                    <a:pt x="37" y="192"/>
                    <a:pt x="43" y="192"/>
                    <a:pt x="43" y="186"/>
                  </a:cubicBezTo>
                  <a:cubicBezTo>
                    <a:pt x="56" y="186"/>
                    <a:pt x="56" y="173"/>
                    <a:pt x="62" y="173"/>
                  </a:cubicBezTo>
                  <a:lnTo>
                    <a:pt x="74" y="161"/>
                  </a:lnTo>
                  <a:cubicBezTo>
                    <a:pt x="93" y="149"/>
                    <a:pt x="99" y="136"/>
                    <a:pt x="118" y="130"/>
                  </a:cubicBezTo>
                  <a:cubicBezTo>
                    <a:pt x="136" y="112"/>
                    <a:pt x="161" y="93"/>
                    <a:pt x="186" y="74"/>
                  </a:cubicBezTo>
                  <a:cubicBezTo>
                    <a:pt x="192" y="68"/>
                    <a:pt x="198" y="50"/>
                    <a:pt x="198" y="44"/>
                  </a:cubicBezTo>
                  <a:cubicBezTo>
                    <a:pt x="198" y="37"/>
                    <a:pt x="192" y="19"/>
                    <a:pt x="186" y="13"/>
                  </a:cubicBezTo>
                  <a:cubicBezTo>
                    <a:pt x="179" y="7"/>
                    <a:pt x="161" y="0"/>
                    <a:pt x="155" y="0"/>
                  </a:cubicBezTo>
                  <a:cubicBezTo>
                    <a:pt x="148" y="0"/>
                    <a:pt x="130" y="7"/>
                    <a:pt x="124" y="13"/>
                  </a:cubicBezTo>
                  <a:cubicBezTo>
                    <a:pt x="105" y="37"/>
                    <a:pt x="87" y="62"/>
                    <a:pt x="68" y="81"/>
                  </a:cubicBezTo>
                  <a:cubicBezTo>
                    <a:pt x="62" y="93"/>
                    <a:pt x="56" y="105"/>
                    <a:pt x="37" y="112"/>
                  </a:cubicBezTo>
                  <a:lnTo>
                    <a:pt x="25" y="130"/>
                  </a:lnTo>
                  <a:cubicBezTo>
                    <a:pt x="25" y="136"/>
                    <a:pt x="13" y="136"/>
                    <a:pt x="13" y="142"/>
                  </a:cubicBezTo>
                  <a:cubicBezTo>
                    <a:pt x="13" y="155"/>
                    <a:pt x="6" y="155"/>
                    <a:pt x="6" y="161"/>
                  </a:cubicBezTo>
                  <a:cubicBezTo>
                    <a:pt x="0" y="186"/>
                    <a:pt x="13" y="198"/>
                    <a:pt x="37" y="192"/>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39"/>
            <p:cNvSpPr/>
            <p:nvPr/>
          </p:nvSpPr>
          <p:spPr>
            <a:xfrm>
              <a:off x="7411267" y="2730049"/>
              <a:ext cx="8977" cy="8977"/>
            </a:xfrm>
            <a:custGeom>
              <a:avLst/>
              <a:gdLst/>
              <a:ahLst/>
              <a:cxnLst/>
              <a:rect l="l" t="t" r="r" b="b"/>
              <a:pathLst>
                <a:path w="303" h="303" extrusionOk="0">
                  <a:moveTo>
                    <a:pt x="19" y="284"/>
                  </a:moveTo>
                  <a:cubicBezTo>
                    <a:pt x="37" y="303"/>
                    <a:pt x="56" y="303"/>
                    <a:pt x="74" y="290"/>
                  </a:cubicBezTo>
                  <a:cubicBezTo>
                    <a:pt x="80" y="284"/>
                    <a:pt x="87" y="284"/>
                    <a:pt x="105" y="278"/>
                  </a:cubicBezTo>
                  <a:cubicBezTo>
                    <a:pt x="118" y="272"/>
                    <a:pt x="130" y="259"/>
                    <a:pt x="136" y="247"/>
                  </a:cubicBezTo>
                  <a:lnTo>
                    <a:pt x="179" y="198"/>
                  </a:lnTo>
                  <a:lnTo>
                    <a:pt x="284" y="105"/>
                  </a:lnTo>
                  <a:cubicBezTo>
                    <a:pt x="303" y="87"/>
                    <a:pt x="303" y="43"/>
                    <a:pt x="284" y="25"/>
                  </a:cubicBezTo>
                  <a:cubicBezTo>
                    <a:pt x="260" y="0"/>
                    <a:pt x="223" y="0"/>
                    <a:pt x="198" y="25"/>
                  </a:cubicBezTo>
                  <a:lnTo>
                    <a:pt x="105" y="117"/>
                  </a:lnTo>
                  <a:lnTo>
                    <a:pt x="56" y="161"/>
                  </a:lnTo>
                  <a:lnTo>
                    <a:pt x="25" y="192"/>
                  </a:lnTo>
                  <a:cubicBezTo>
                    <a:pt x="19" y="198"/>
                    <a:pt x="19" y="210"/>
                    <a:pt x="13" y="222"/>
                  </a:cubicBezTo>
                  <a:cubicBezTo>
                    <a:pt x="0" y="247"/>
                    <a:pt x="0" y="272"/>
                    <a:pt x="19" y="28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39"/>
            <p:cNvSpPr/>
            <p:nvPr/>
          </p:nvSpPr>
          <p:spPr>
            <a:xfrm>
              <a:off x="6467128" y="2694704"/>
              <a:ext cx="4592" cy="15229"/>
            </a:xfrm>
            <a:custGeom>
              <a:avLst/>
              <a:gdLst/>
              <a:ahLst/>
              <a:cxnLst/>
              <a:rect l="l" t="t" r="r" b="b"/>
              <a:pathLst>
                <a:path w="155" h="514" extrusionOk="0">
                  <a:moveTo>
                    <a:pt x="31" y="476"/>
                  </a:moveTo>
                  <a:cubicBezTo>
                    <a:pt x="56" y="513"/>
                    <a:pt x="106" y="513"/>
                    <a:pt x="130" y="476"/>
                  </a:cubicBezTo>
                  <a:cubicBezTo>
                    <a:pt x="149" y="452"/>
                    <a:pt x="155" y="433"/>
                    <a:pt x="155" y="402"/>
                  </a:cubicBezTo>
                  <a:lnTo>
                    <a:pt x="155" y="359"/>
                  </a:lnTo>
                  <a:lnTo>
                    <a:pt x="155" y="266"/>
                  </a:lnTo>
                  <a:cubicBezTo>
                    <a:pt x="155" y="205"/>
                    <a:pt x="155" y="143"/>
                    <a:pt x="149" y="75"/>
                  </a:cubicBezTo>
                  <a:cubicBezTo>
                    <a:pt x="149" y="32"/>
                    <a:pt x="118" y="1"/>
                    <a:pt x="75" y="1"/>
                  </a:cubicBezTo>
                  <a:cubicBezTo>
                    <a:pt x="38" y="1"/>
                    <a:pt x="7" y="32"/>
                    <a:pt x="7" y="75"/>
                  </a:cubicBezTo>
                  <a:cubicBezTo>
                    <a:pt x="7" y="137"/>
                    <a:pt x="7" y="198"/>
                    <a:pt x="0" y="266"/>
                  </a:cubicBezTo>
                  <a:lnTo>
                    <a:pt x="0" y="359"/>
                  </a:lnTo>
                  <a:lnTo>
                    <a:pt x="0" y="402"/>
                  </a:lnTo>
                  <a:cubicBezTo>
                    <a:pt x="7" y="427"/>
                    <a:pt x="13" y="452"/>
                    <a:pt x="31" y="476"/>
                  </a:cubicBezTo>
                  <a:close/>
                </a:path>
              </a:pathLst>
            </a:custGeom>
            <a:solidFill>
              <a:srgbClr val="F596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39"/>
            <p:cNvSpPr/>
            <p:nvPr/>
          </p:nvSpPr>
          <p:spPr>
            <a:xfrm>
              <a:off x="6425768" y="2672365"/>
              <a:ext cx="5511" cy="13036"/>
            </a:xfrm>
            <a:custGeom>
              <a:avLst/>
              <a:gdLst/>
              <a:ahLst/>
              <a:cxnLst/>
              <a:rect l="l" t="t" r="r" b="b"/>
              <a:pathLst>
                <a:path w="186" h="440" extrusionOk="0">
                  <a:moveTo>
                    <a:pt x="37" y="131"/>
                  </a:moveTo>
                  <a:lnTo>
                    <a:pt x="37" y="131"/>
                  </a:lnTo>
                  <a:cubicBezTo>
                    <a:pt x="37" y="137"/>
                    <a:pt x="37" y="137"/>
                    <a:pt x="37" y="131"/>
                  </a:cubicBezTo>
                  <a:cubicBezTo>
                    <a:pt x="43" y="143"/>
                    <a:pt x="50" y="143"/>
                    <a:pt x="50" y="155"/>
                  </a:cubicBezTo>
                  <a:lnTo>
                    <a:pt x="50" y="162"/>
                  </a:lnTo>
                  <a:lnTo>
                    <a:pt x="50" y="162"/>
                  </a:lnTo>
                  <a:cubicBezTo>
                    <a:pt x="62" y="180"/>
                    <a:pt x="62" y="186"/>
                    <a:pt x="62" y="199"/>
                  </a:cubicBezTo>
                  <a:lnTo>
                    <a:pt x="62" y="199"/>
                  </a:lnTo>
                  <a:lnTo>
                    <a:pt x="62" y="211"/>
                  </a:lnTo>
                  <a:lnTo>
                    <a:pt x="62" y="230"/>
                  </a:lnTo>
                  <a:lnTo>
                    <a:pt x="62" y="248"/>
                  </a:lnTo>
                  <a:lnTo>
                    <a:pt x="62" y="248"/>
                  </a:lnTo>
                  <a:lnTo>
                    <a:pt x="62" y="254"/>
                  </a:lnTo>
                  <a:cubicBezTo>
                    <a:pt x="62" y="260"/>
                    <a:pt x="62" y="273"/>
                    <a:pt x="50" y="273"/>
                  </a:cubicBezTo>
                  <a:lnTo>
                    <a:pt x="50" y="279"/>
                  </a:lnTo>
                  <a:cubicBezTo>
                    <a:pt x="43" y="285"/>
                    <a:pt x="37" y="304"/>
                    <a:pt x="37" y="310"/>
                  </a:cubicBezTo>
                  <a:cubicBezTo>
                    <a:pt x="37" y="316"/>
                    <a:pt x="31" y="316"/>
                    <a:pt x="31" y="322"/>
                  </a:cubicBezTo>
                  <a:lnTo>
                    <a:pt x="31" y="322"/>
                  </a:lnTo>
                  <a:lnTo>
                    <a:pt x="19" y="335"/>
                  </a:lnTo>
                  <a:cubicBezTo>
                    <a:pt x="6" y="353"/>
                    <a:pt x="0" y="384"/>
                    <a:pt x="13" y="409"/>
                  </a:cubicBezTo>
                  <a:cubicBezTo>
                    <a:pt x="31" y="433"/>
                    <a:pt x="62" y="440"/>
                    <a:pt x="81" y="427"/>
                  </a:cubicBezTo>
                  <a:cubicBezTo>
                    <a:pt x="99" y="415"/>
                    <a:pt x="111" y="402"/>
                    <a:pt x="130" y="384"/>
                  </a:cubicBezTo>
                  <a:cubicBezTo>
                    <a:pt x="142" y="372"/>
                    <a:pt x="155" y="353"/>
                    <a:pt x="161" y="335"/>
                  </a:cubicBezTo>
                  <a:cubicBezTo>
                    <a:pt x="173" y="304"/>
                    <a:pt x="186" y="260"/>
                    <a:pt x="186" y="223"/>
                  </a:cubicBezTo>
                  <a:cubicBezTo>
                    <a:pt x="186" y="155"/>
                    <a:pt x="155" y="75"/>
                    <a:pt x="99" y="26"/>
                  </a:cubicBezTo>
                  <a:cubicBezTo>
                    <a:pt x="74" y="1"/>
                    <a:pt x="37" y="1"/>
                    <a:pt x="19" y="26"/>
                  </a:cubicBezTo>
                  <a:cubicBezTo>
                    <a:pt x="0" y="44"/>
                    <a:pt x="0" y="75"/>
                    <a:pt x="19" y="100"/>
                  </a:cubicBezTo>
                  <a:cubicBezTo>
                    <a:pt x="19" y="124"/>
                    <a:pt x="31" y="131"/>
                    <a:pt x="37" y="131"/>
                  </a:cubicBezTo>
                  <a:close/>
                </a:path>
              </a:pathLst>
            </a:custGeom>
            <a:solidFill>
              <a:srgbClr val="F596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39"/>
            <p:cNvSpPr/>
            <p:nvPr/>
          </p:nvSpPr>
          <p:spPr>
            <a:xfrm>
              <a:off x="6434360" y="2453092"/>
              <a:ext cx="3703" cy="11732"/>
            </a:xfrm>
            <a:custGeom>
              <a:avLst/>
              <a:gdLst/>
              <a:ahLst/>
              <a:cxnLst/>
              <a:rect l="l" t="t" r="r" b="b"/>
              <a:pathLst>
                <a:path w="125" h="396" extrusionOk="0">
                  <a:moveTo>
                    <a:pt x="19" y="303"/>
                  </a:moveTo>
                  <a:cubicBezTo>
                    <a:pt x="25" y="328"/>
                    <a:pt x="25" y="359"/>
                    <a:pt x="38" y="384"/>
                  </a:cubicBezTo>
                  <a:cubicBezTo>
                    <a:pt x="56" y="396"/>
                    <a:pt x="81" y="396"/>
                    <a:pt x="93" y="384"/>
                  </a:cubicBezTo>
                  <a:cubicBezTo>
                    <a:pt x="112" y="359"/>
                    <a:pt x="112" y="328"/>
                    <a:pt x="118" y="303"/>
                  </a:cubicBezTo>
                  <a:cubicBezTo>
                    <a:pt x="124" y="272"/>
                    <a:pt x="124" y="242"/>
                    <a:pt x="124" y="211"/>
                  </a:cubicBezTo>
                  <a:cubicBezTo>
                    <a:pt x="124" y="155"/>
                    <a:pt x="118" y="106"/>
                    <a:pt x="106" y="50"/>
                  </a:cubicBezTo>
                  <a:cubicBezTo>
                    <a:pt x="106" y="25"/>
                    <a:pt x="93" y="1"/>
                    <a:pt x="62" y="1"/>
                  </a:cubicBezTo>
                  <a:cubicBezTo>
                    <a:pt x="38" y="1"/>
                    <a:pt x="19" y="25"/>
                    <a:pt x="19" y="50"/>
                  </a:cubicBezTo>
                  <a:cubicBezTo>
                    <a:pt x="7" y="106"/>
                    <a:pt x="7" y="155"/>
                    <a:pt x="1" y="211"/>
                  </a:cubicBezTo>
                  <a:cubicBezTo>
                    <a:pt x="19" y="242"/>
                    <a:pt x="7" y="272"/>
                    <a:pt x="19" y="303"/>
                  </a:cubicBezTo>
                  <a:close/>
                </a:path>
              </a:pathLst>
            </a:custGeom>
            <a:solidFill>
              <a:srgbClr val="F596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39"/>
            <p:cNvSpPr/>
            <p:nvPr/>
          </p:nvSpPr>
          <p:spPr>
            <a:xfrm>
              <a:off x="6422657" y="2499222"/>
              <a:ext cx="11555" cy="4059"/>
            </a:xfrm>
            <a:custGeom>
              <a:avLst/>
              <a:gdLst/>
              <a:ahLst/>
              <a:cxnLst/>
              <a:rect l="l" t="t" r="r" b="b"/>
              <a:pathLst>
                <a:path w="390" h="137" extrusionOk="0">
                  <a:moveTo>
                    <a:pt x="31" y="136"/>
                  </a:moveTo>
                  <a:cubicBezTo>
                    <a:pt x="87" y="136"/>
                    <a:pt x="142" y="130"/>
                    <a:pt x="186" y="124"/>
                  </a:cubicBezTo>
                  <a:cubicBezTo>
                    <a:pt x="216" y="124"/>
                    <a:pt x="247" y="124"/>
                    <a:pt x="272" y="112"/>
                  </a:cubicBezTo>
                  <a:cubicBezTo>
                    <a:pt x="297" y="105"/>
                    <a:pt x="328" y="105"/>
                    <a:pt x="346" y="99"/>
                  </a:cubicBezTo>
                  <a:cubicBezTo>
                    <a:pt x="371" y="93"/>
                    <a:pt x="389" y="62"/>
                    <a:pt x="383" y="38"/>
                  </a:cubicBezTo>
                  <a:cubicBezTo>
                    <a:pt x="371" y="7"/>
                    <a:pt x="346" y="0"/>
                    <a:pt x="321" y="7"/>
                  </a:cubicBezTo>
                  <a:cubicBezTo>
                    <a:pt x="297" y="13"/>
                    <a:pt x="266" y="13"/>
                    <a:pt x="241" y="19"/>
                  </a:cubicBezTo>
                  <a:cubicBezTo>
                    <a:pt x="229" y="19"/>
                    <a:pt x="216" y="31"/>
                    <a:pt x="204" y="38"/>
                  </a:cubicBezTo>
                  <a:cubicBezTo>
                    <a:pt x="186" y="44"/>
                    <a:pt x="179" y="44"/>
                    <a:pt x="167" y="50"/>
                  </a:cubicBezTo>
                  <a:cubicBezTo>
                    <a:pt x="111" y="68"/>
                    <a:pt x="56" y="75"/>
                    <a:pt x="13" y="99"/>
                  </a:cubicBezTo>
                  <a:cubicBezTo>
                    <a:pt x="0" y="105"/>
                    <a:pt x="19" y="136"/>
                    <a:pt x="31" y="136"/>
                  </a:cubicBezTo>
                  <a:close/>
                </a:path>
              </a:pathLst>
            </a:custGeom>
            <a:solidFill>
              <a:srgbClr val="F596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39"/>
            <p:cNvSpPr/>
            <p:nvPr/>
          </p:nvSpPr>
          <p:spPr>
            <a:xfrm>
              <a:off x="6393000" y="2495755"/>
              <a:ext cx="5896" cy="9540"/>
            </a:xfrm>
            <a:custGeom>
              <a:avLst/>
              <a:gdLst/>
              <a:ahLst/>
              <a:cxnLst/>
              <a:rect l="l" t="t" r="r" b="b"/>
              <a:pathLst>
                <a:path w="199" h="322" extrusionOk="0">
                  <a:moveTo>
                    <a:pt x="25" y="315"/>
                  </a:moveTo>
                  <a:cubicBezTo>
                    <a:pt x="37" y="321"/>
                    <a:pt x="56" y="321"/>
                    <a:pt x="62" y="309"/>
                  </a:cubicBezTo>
                  <a:cubicBezTo>
                    <a:pt x="68" y="303"/>
                    <a:pt x="74" y="290"/>
                    <a:pt x="87" y="278"/>
                  </a:cubicBezTo>
                  <a:cubicBezTo>
                    <a:pt x="93" y="272"/>
                    <a:pt x="93" y="253"/>
                    <a:pt x="99" y="247"/>
                  </a:cubicBezTo>
                  <a:cubicBezTo>
                    <a:pt x="105" y="222"/>
                    <a:pt x="124" y="198"/>
                    <a:pt x="130" y="185"/>
                  </a:cubicBezTo>
                  <a:cubicBezTo>
                    <a:pt x="155" y="148"/>
                    <a:pt x="167" y="99"/>
                    <a:pt x="192" y="62"/>
                  </a:cubicBezTo>
                  <a:cubicBezTo>
                    <a:pt x="198" y="43"/>
                    <a:pt x="198" y="12"/>
                    <a:pt x="180" y="6"/>
                  </a:cubicBezTo>
                  <a:cubicBezTo>
                    <a:pt x="161" y="0"/>
                    <a:pt x="130" y="0"/>
                    <a:pt x="124" y="25"/>
                  </a:cubicBezTo>
                  <a:lnTo>
                    <a:pt x="62" y="148"/>
                  </a:lnTo>
                  <a:cubicBezTo>
                    <a:pt x="56" y="167"/>
                    <a:pt x="37" y="185"/>
                    <a:pt x="31" y="210"/>
                  </a:cubicBezTo>
                  <a:cubicBezTo>
                    <a:pt x="25" y="216"/>
                    <a:pt x="25" y="229"/>
                    <a:pt x="13" y="241"/>
                  </a:cubicBezTo>
                  <a:cubicBezTo>
                    <a:pt x="7" y="253"/>
                    <a:pt x="7" y="260"/>
                    <a:pt x="0" y="278"/>
                  </a:cubicBezTo>
                  <a:cubicBezTo>
                    <a:pt x="7" y="290"/>
                    <a:pt x="13" y="309"/>
                    <a:pt x="25" y="315"/>
                  </a:cubicBezTo>
                  <a:close/>
                </a:path>
              </a:pathLst>
            </a:custGeom>
            <a:solidFill>
              <a:srgbClr val="F596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39"/>
            <p:cNvSpPr/>
            <p:nvPr/>
          </p:nvSpPr>
          <p:spPr>
            <a:xfrm>
              <a:off x="6544011" y="3087890"/>
              <a:ext cx="6429" cy="10459"/>
            </a:xfrm>
            <a:custGeom>
              <a:avLst/>
              <a:gdLst/>
              <a:ahLst/>
              <a:cxnLst/>
              <a:rect l="l" t="t" r="r" b="b"/>
              <a:pathLst>
                <a:path w="217" h="353" extrusionOk="0">
                  <a:moveTo>
                    <a:pt x="56" y="334"/>
                  </a:moveTo>
                  <a:lnTo>
                    <a:pt x="99" y="284"/>
                  </a:lnTo>
                  <a:cubicBezTo>
                    <a:pt x="118" y="272"/>
                    <a:pt x="130" y="247"/>
                    <a:pt x="149" y="223"/>
                  </a:cubicBezTo>
                  <a:cubicBezTo>
                    <a:pt x="155" y="216"/>
                    <a:pt x="161" y="204"/>
                    <a:pt x="161" y="192"/>
                  </a:cubicBezTo>
                  <a:cubicBezTo>
                    <a:pt x="161" y="186"/>
                    <a:pt x="167" y="179"/>
                    <a:pt x="167" y="167"/>
                  </a:cubicBezTo>
                  <a:cubicBezTo>
                    <a:pt x="167" y="161"/>
                    <a:pt x="167" y="161"/>
                    <a:pt x="173" y="155"/>
                  </a:cubicBezTo>
                  <a:cubicBezTo>
                    <a:pt x="186" y="130"/>
                    <a:pt x="192" y="105"/>
                    <a:pt x="204" y="87"/>
                  </a:cubicBezTo>
                  <a:cubicBezTo>
                    <a:pt x="217" y="68"/>
                    <a:pt x="217" y="62"/>
                    <a:pt x="217" y="43"/>
                  </a:cubicBezTo>
                  <a:cubicBezTo>
                    <a:pt x="217" y="37"/>
                    <a:pt x="198" y="25"/>
                    <a:pt x="192" y="13"/>
                  </a:cubicBezTo>
                  <a:cubicBezTo>
                    <a:pt x="167" y="0"/>
                    <a:pt x="136" y="6"/>
                    <a:pt x="124" y="31"/>
                  </a:cubicBezTo>
                  <a:cubicBezTo>
                    <a:pt x="105" y="56"/>
                    <a:pt x="99" y="68"/>
                    <a:pt x="81" y="93"/>
                  </a:cubicBezTo>
                  <a:cubicBezTo>
                    <a:pt x="81" y="99"/>
                    <a:pt x="74" y="99"/>
                    <a:pt x="74" y="105"/>
                  </a:cubicBezTo>
                  <a:lnTo>
                    <a:pt x="74" y="105"/>
                  </a:lnTo>
                  <a:cubicBezTo>
                    <a:pt x="68" y="105"/>
                    <a:pt x="68" y="118"/>
                    <a:pt x="62" y="124"/>
                  </a:cubicBezTo>
                  <a:cubicBezTo>
                    <a:pt x="50" y="130"/>
                    <a:pt x="50" y="148"/>
                    <a:pt x="44" y="155"/>
                  </a:cubicBezTo>
                  <a:cubicBezTo>
                    <a:pt x="37" y="161"/>
                    <a:pt x="37" y="179"/>
                    <a:pt x="31" y="186"/>
                  </a:cubicBezTo>
                  <a:cubicBezTo>
                    <a:pt x="25" y="198"/>
                    <a:pt x="25" y="204"/>
                    <a:pt x="13" y="223"/>
                  </a:cubicBezTo>
                  <a:cubicBezTo>
                    <a:pt x="6" y="247"/>
                    <a:pt x="6" y="272"/>
                    <a:pt x="0" y="291"/>
                  </a:cubicBezTo>
                  <a:cubicBezTo>
                    <a:pt x="0" y="334"/>
                    <a:pt x="31" y="352"/>
                    <a:pt x="56" y="33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39"/>
            <p:cNvSpPr/>
            <p:nvPr/>
          </p:nvSpPr>
          <p:spPr>
            <a:xfrm>
              <a:off x="6524961" y="3082587"/>
              <a:ext cx="2785" cy="8266"/>
            </a:xfrm>
            <a:custGeom>
              <a:avLst/>
              <a:gdLst/>
              <a:ahLst/>
              <a:cxnLst/>
              <a:rect l="l" t="t" r="r" b="b"/>
              <a:pathLst>
                <a:path w="94" h="279" extrusionOk="0">
                  <a:moveTo>
                    <a:pt x="19" y="266"/>
                  </a:moveTo>
                  <a:cubicBezTo>
                    <a:pt x="32" y="278"/>
                    <a:pt x="56" y="278"/>
                    <a:pt x="81" y="266"/>
                  </a:cubicBezTo>
                  <a:cubicBezTo>
                    <a:pt x="93" y="247"/>
                    <a:pt x="93" y="216"/>
                    <a:pt x="93" y="192"/>
                  </a:cubicBezTo>
                  <a:lnTo>
                    <a:pt x="93" y="49"/>
                  </a:lnTo>
                  <a:cubicBezTo>
                    <a:pt x="93" y="25"/>
                    <a:pt x="69" y="0"/>
                    <a:pt x="50" y="0"/>
                  </a:cubicBezTo>
                  <a:cubicBezTo>
                    <a:pt x="25" y="0"/>
                    <a:pt x="1" y="25"/>
                    <a:pt x="1" y="49"/>
                  </a:cubicBezTo>
                  <a:lnTo>
                    <a:pt x="1" y="192"/>
                  </a:lnTo>
                  <a:cubicBezTo>
                    <a:pt x="1" y="222"/>
                    <a:pt x="1" y="247"/>
                    <a:pt x="19" y="266"/>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9"/>
            <p:cNvSpPr/>
            <p:nvPr/>
          </p:nvSpPr>
          <p:spPr>
            <a:xfrm>
              <a:off x="6548574" y="2970743"/>
              <a:ext cx="3141" cy="4592"/>
            </a:xfrm>
            <a:custGeom>
              <a:avLst/>
              <a:gdLst/>
              <a:ahLst/>
              <a:cxnLst/>
              <a:rect l="l" t="t" r="r" b="b"/>
              <a:pathLst>
                <a:path w="106" h="155" extrusionOk="0">
                  <a:moveTo>
                    <a:pt x="7" y="124"/>
                  </a:moveTo>
                  <a:lnTo>
                    <a:pt x="13" y="130"/>
                  </a:lnTo>
                  <a:lnTo>
                    <a:pt x="25" y="136"/>
                  </a:lnTo>
                  <a:lnTo>
                    <a:pt x="32" y="148"/>
                  </a:lnTo>
                  <a:lnTo>
                    <a:pt x="38" y="148"/>
                  </a:lnTo>
                  <a:lnTo>
                    <a:pt x="38" y="148"/>
                  </a:lnTo>
                  <a:lnTo>
                    <a:pt x="38" y="148"/>
                  </a:lnTo>
                  <a:cubicBezTo>
                    <a:pt x="44" y="148"/>
                    <a:pt x="44" y="155"/>
                    <a:pt x="50" y="155"/>
                  </a:cubicBezTo>
                  <a:cubicBezTo>
                    <a:pt x="63" y="155"/>
                    <a:pt x="69" y="155"/>
                    <a:pt x="69" y="148"/>
                  </a:cubicBezTo>
                  <a:cubicBezTo>
                    <a:pt x="69" y="148"/>
                    <a:pt x="75" y="148"/>
                    <a:pt x="75" y="136"/>
                  </a:cubicBezTo>
                  <a:lnTo>
                    <a:pt x="81" y="136"/>
                  </a:lnTo>
                  <a:cubicBezTo>
                    <a:pt x="93" y="136"/>
                    <a:pt x="93" y="130"/>
                    <a:pt x="100" y="124"/>
                  </a:cubicBezTo>
                  <a:cubicBezTo>
                    <a:pt x="100" y="118"/>
                    <a:pt x="100" y="118"/>
                    <a:pt x="106" y="105"/>
                  </a:cubicBezTo>
                  <a:lnTo>
                    <a:pt x="106" y="74"/>
                  </a:lnTo>
                  <a:cubicBezTo>
                    <a:pt x="106" y="62"/>
                    <a:pt x="100" y="43"/>
                    <a:pt x="100" y="37"/>
                  </a:cubicBezTo>
                  <a:cubicBezTo>
                    <a:pt x="100" y="37"/>
                    <a:pt x="100" y="31"/>
                    <a:pt x="93" y="31"/>
                  </a:cubicBezTo>
                  <a:cubicBezTo>
                    <a:pt x="93" y="25"/>
                    <a:pt x="81" y="25"/>
                    <a:pt x="75" y="13"/>
                  </a:cubicBezTo>
                  <a:lnTo>
                    <a:pt x="69" y="6"/>
                  </a:lnTo>
                  <a:cubicBezTo>
                    <a:pt x="63" y="6"/>
                    <a:pt x="63" y="0"/>
                    <a:pt x="50" y="0"/>
                  </a:cubicBezTo>
                  <a:cubicBezTo>
                    <a:pt x="44" y="0"/>
                    <a:pt x="38" y="0"/>
                    <a:pt x="32" y="6"/>
                  </a:cubicBezTo>
                  <a:cubicBezTo>
                    <a:pt x="19" y="6"/>
                    <a:pt x="19" y="13"/>
                    <a:pt x="13" y="25"/>
                  </a:cubicBezTo>
                  <a:cubicBezTo>
                    <a:pt x="7" y="31"/>
                    <a:pt x="7" y="31"/>
                    <a:pt x="7" y="37"/>
                  </a:cubicBezTo>
                  <a:cubicBezTo>
                    <a:pt x="7" y="56"/>
                    <a:pt x="1" y="68"/>
                    <a:pt x="1" y="74"/>
                  </a:cubicBezTo>
                  <a:lnTo>
                    <a:pt x="1" y="99"/>
                  </a:lnTo>
                  <a:cubicBezTo>
                    <a:pt x="7" y="105"/>
                    <a:pt x="7" y="118"/>
                    <a:pt x="7" y="12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39"/>
            <p:cNvSpPr/>
            <p:nvPr/>
          </p:nvSpPr>
          <p:spPr>
            <a:xfrm>
              <a:off x="6526057" y="3002593"/>
              <a:ext cx="11584" cy="9185"/>
            </a:xfrm>
            <a:custGeom>
              <a:avLst/>
              <a:gdLst/>
              <a:ahLst/>
              <a:cxnLst/>
              <a:rect l="l" t="t" r="r" b="b"/>
              <a:pathLst>
                <a:path w="391" h="310" extrusionOk="0">
                  <a:moveTo>
                    <a:pt x="199" y="309"/>
                  </a:moveTo>
                  <a:cubicBezTo>
                    <a:pt x="390" y="309"/>
                    <a:pt x="390" y="6"/>
                    <a:pt x="199" y="6"/>
                  </a:cubicBezTo>
                  <a:cubicBezTo>
                    <a:pt x="1" y="0"/>
                    <a:pt x="1" y="309"/>
                    <a:pt x="199" y="309"/>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39"/>
            <p:cNvSpPr/>
            <p:nvPr/>
          </p:nvSpPr>
          <p:spPr>
            <a:xfrm>
              <a:off x="6491659" y="3031331"/>
              <a:ext cx="3318" cy="6607"/>
            </a:xfrm>
            <a:custGeom>
              <a:avLst/>
              <a:gdLst/>
              <a:ahLst/>
              <a:cxnLst/>
              <a:rect l="l" t="t" r="r" b="b"/>
              <a:pathLst>
                <a:path w="112" h="223" extrusionOk="0">
                  <a:moveTo>
                    <a:pt x="7" y="118"/>
                  </a:moveTo>
                  <a:lnTo>
                    <a:pt x="7" y="148"/>
                  </a:lnTo>
                  <a:lnTo>
                    <a:pt x="7" y="179"/>
                  </a:lnTo>
                  <a:cubicBezTo>
                    <a:pt x="7" y="192"/>
                    <a:pt x="13" y="198"/>
                    <a:pt x="31" y="210"/>
                  </a:cubicBezTo>
                  <a:cubicBezTo>
                    <a:pt x="44" y="223"/>
                    <a:pt x="74" y="223"/>
                    <a:pt x="93" y="210"/>
                  </a:cubicBezTo>
                  <a:cubicBezTo>
                    <a:pt x="99" y="198"/>
                    <a:pt x="105" y="192"/>
                    <a:pt x="112" y="179"/>
                  </a:cubicBezTo>
                  <a:lnTo>
                    <a:pt x="112" y="148"/>
                  </a:lnTo>
                  <a:lnTo>
                    <a:pt x="112" y="118"/>
                  </a:lnTo>
                  <a:lnTo>
                    <a:pt x="112" y="56"/>
                  </a:lnTo>
                  <a:cubicBezTo>
                    <a:pt x="112" y="37"/>
                    <a:pt x="105" y="25"/>
                    <a:pt x="99" y="19"/>
                  </a:cubicBezTo>
                  <a:cubicBezTo>
                    <a:pt x="93" y="6"/>
                    <a:pt x="74" y="0"/>
                    <a:pt x="62" y="0"/>
                  </a:cubicBezTo>
                  <a:cubicBezTo>
                    <a:pt x="44" y="0"/>
                    <a:pt x="31" y="6"/>
                    <a:pt x="19" y="19"/>
                  </a:cubicBezTo>
                  <a:cubicBezTo>
                    <a:pt x="13" y="25"/>
                    <a:pt x="7" y="37"/>
                    <a:pt x="7" y="56"/>
                  </a:cubicBezTo>
                  <a:cubicBezTo>
                    <a:pt x="0" y="68"/>
                    <a:pt x="7" y="93"/>
                    <a:pt x="7" y="118"/>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39"/>
            <p:cNvSpPr/>
            <p:nvPr/>
          </p:nvSpPr>
          <p:spPr>
            <a:xfrm>
              <a:off x="6497318" y="2980609"/>
              <a:ext cx="4237" cy="4059"/>
            </a:xfrm>
            <a:custGeom>
              <a:avLst/>
              <a:gdLst/>
              <a:ahLst/>
              <a:cxnLst/>
              <a:rect l="l" t="t" r="r" b="b"/>
              <a:pathLst>
                <a:path w="143" h="137" extrusionOk="0">
                  <a:moveTo>
                    <a:pt x="7" y="106"/>
                  </a:moveTo>
                  <a:cubicBezTo>
                    <a:pt x="7" y="112"/>
                    <a:pt x="13" y="112"/>
                    <a:pt x="13" y="124"/>
                  </a:cubicBezTo>
                  <a:cubicBezTo>
                    <a:pt x="26" y="131"/>
                    <a:pt x="38" y="137"/>
                    <a:pt x="44" y="137"/>
                  </a:cubicBezTo>
                  <a:lnTo>
                    <a:pt x="63" y="137"/>
                  </a:lnTo>
                  <a:cubicBezTo>
                    <a:pt x="69" y="137"/>
                    <a:pt x="75" y="131"/>
                    <a:pt x="87" y="124"/>
                  </a:cubicBezTo>
                  <a:cubicBezTo>
                    <a:pt x="94" y="106"/>
                    <a:pt x="100" y="100"/>
                    <a:pt x="118" y="81"/>
                  </a:cubicBezTo>
                  <a:lnTo>
                    <a:pt x="131" y="69"/>
                  </a:lnTo>
                  <a:cubicBezTo>
                    <a:pt x="137" y="63"/>
                    <a:pt x="137" y="63"/>
                    <a:pt x="137" y="50"/>
                  </a:cubicBezTo>
                  <a:cubicBezTo>
                    <a:pt x="137" y="50"/>
                    <a:pt x="137" y="44"/>
                    <a:pt x="143" y="44"/>
                  </a:cubicBezTo>
                  <a:lnTo>
                    <a:pt x="143" y="38"/>
                  </a:lnTo>
                  <a:lnTo>
                    <a:pt x="143" y="19"/>
                  </a:lnTo>
                  <a:cubicBezTo>
                    <a:pt x="143" y="13"/>
                    <a:pt x="143" y="7"/>
                    <a:pt x="137" y="7"/>
                  </a:cubicBezTo>
                  <a:cubicBezTo>
                    <a:pt x="131" y="7"/>
                    <a:pt x="131" y="1"/>
                    <a:pt x="124" y="1"/>
                  </a:cubicBezTo>
                  <a:lnTo>
                    <a:pt x="106" y="1"/>
                  </a:lnTo>
                  <a:lnTo>
                    <a:pt x="94" y="1"/>
                  </a:lnTo>
                  <a:cubicBezTo>
                    <a:pt x="94" y="1"/>
                    <a:pt x="87" y="1"/>
                    <a:pt x="87" y="7"/>
                  </a:cubicBezTo>
                  <a:cubicBezTo>
                    <a:pt x="75" y="7"/>
                    <a:pt x="75" y="13"/>
                    <a:pt x="69" y="13"/>
                  </a:cubicBezTo>
                  <a:cubicBezTo>
                    <a:pt x="63" y="19"/>
                    <a:pt x="56" y="19"/>
                    <a:pt x="56" y="32"/>
                  </a:cubicBezTo>
                  <a:cubicBezTo>
                    <a:pt x="38" y="38"/>
                    <a:pt x="32" y="44"/>
                    <a:pt x="13" y="63"/>
                  </a:cubicBezTo>
                  <a:cubicBezTo>
                    <a:pt x="7" y="69"/>
                    <a:pt x="7" y="69"/>
                    <a:pt x="7" y="75"/>
                  </a:cubicBezTo>
                  <a:cubicBezTo>
                    <a:pt x="7" y="81"/>
                    <a:pt x="1" y="81"/>
                    <a:pt x="1" y="93"/>
                  </a:cubicBezTo>
                  <a:cubicBezTo>
                    <a:pt x="7" y="100"/>
                    <a:pt x="7" y="100"/>
                    <a:pt x="7" y="106"/>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39"/>
            <p:cNvSpPr/>
            <p:nvPr/>
          </p:nvSpPr>
          <p:spPr>
            <a:xfrm>
              <a:off x="6576216" y="2860914"/>
              <a:ext cx="3318" cy="2578"/>
            </a:xfrm>
            <a:custGeom>
              <a:avLst/>
              <a:gdLst/>
              <a:ahLst/>
              <a:cxnLst/>
              <a:rect l="l" t="t" r="r" b="b"/>
              <a:pathLst>
                <a:path w="112" h="87" extrusionOk="0">
                  <a:moveTo>
                    <a:pt x="56" y="87"/>
                  </a:moveTo>
                  <a:cubicBezTo>
                    <a:pt x="112" y="87"/>
                    <a:pt x="112" y="0"/>
                    <a:pt x="56" y="0"/>
                  </a:cubicBezTo>
                  <a:cubicBezTo>
                    <a:pt x="1" y="0"/>
                    <a:pt x="1" y="87"/>
                    <a:pt x="56" y="87"/>
                  </a:cubicBez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39"/>
            <p:cNvSpPr/>
            <p:nvPr/>
          </p:nvSpPr>
          <p:spPr>
            <a:xfrm>
              <a:off x="6407102" y="3297831"/>
              <a:ext cx="7140" cy="5511"/>
            </a:xfrm>
            <a:custGeom>
              <a:avLst/>
              <a:gdLst/>
              <a:ahLst/>
              <a:cxnLst/>
              <a:rect l="l" t="t" r="r" b="b"/>
              <a:pathLst>
                <a:path w="241" h="186" extrusionOk="0">
                  <a:moveTo>
                    <a:pt x="124" y="186"/>
                  </a:moveTo>
                  <a:cubicBezTo>
                    <a:pt x="241" y="186"/>
                    <a:pt x="241" y="0"/>
                    <a:pt x="124" y="0"/>
                  </a:cubicBezTo>
                  <a:cubicBezTo>
                    <a:pt x="0" y="0"/>
                    <a:pt x="0" y="186"/>
                    <a:pt x="124" y="186"/>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39"/>
            <p:cNvSpPr/>
            <p:nvPr/>
          </p:nvSpPr>
          <p:spPr>
            <a:xfrm>
              <a:off x="6380556" y="3212355"/>
              <a:ext cx="5511" cy="4414"/>
            </a:xfrm>
            <a:custGeom>
              <a:avLst/>
              <a:gdLst/>
              <a:ahLst/>
              <a:cxnLst/>
              <a:rect l="l" t="t" r="r" b="b"/>
              <a:pathLst>
                <a:path w="186" h="149" extrusionOk="0">
                  <a:moveTo>
                    <a:pt x="93" y="149"/>
                  </a:moveTo>
                  <a:cubicBezTo>
                    <a:pt x="186" y="149"/>
                    <a:pt x="186" y="0"/>
                    <a:pt x="93" y="0"/>
                  </a:cubicBezTo>
                  <a:cubicBezTo>
                    <a:pt x="0" y="0"/>
                    <a:pt x="0" y="149"/>
                    <a:pt x="93" y="149"/>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39"/>
            <p:cNvSpPr/>
            <p:nvPr/>
          </p:nvSpPr>
          <p:spPr>
            <a:xfrm>
              <a:off x="6366631" y="3227732"/>
              <a:ext cx="3881" cy="2963"/>
            </a:xfrm>
            <a:custGeom>
              <a:avLst/>
              <a:gdLst/>
              <a:ahLst/>
              <a:cxnLst/>
              <a:rect l="l" t="t" r="r" b="b"/>
              <a:pathLst>
                <a:path w="131" h="100" extrusionOk="0">
                  <a:moveTo>
                    <a:pt x="62" y="99"/>
                  </a:moveTo>
                  <a:cubicBezTo>
                    <a:pt x="130" y="99"/>
                    <a:pt x="130" y="0"/>
                    <a:pt x="62" y="0"/>
                  </a:cubicBezTo>
                  <a:cubicBezTo>
                    <a:pt x="1" y="0"/>
                    <a:pt x="1" y="99"/>
                    <a:pt x="62" y="99"/>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39"/>
            <p:cNvSpPr/>
            <p:nvPr/>
          </p:nvSpPr>
          <p:spPr>
            <a:xfrm>
              <a:off x="6655114" y="2852855"/>
              <a:ext cx="5155" cy="5155"/>
            </a:xfrm>
            <a:custGeom>
              <a:avLst/>
              <a:gdLst/>
              <a:ahLst/>
              <a:cxnLst/>
              <a:rect l="l" t="t" r="r" b="b"/>
              <a:pathLst>
                <a:path w="174" h="174" extrusionOk="0">
                  <a:moveTo>
                    <a:pt x="13" y="93"/>
                  </a:moveTo>
                  <a:cubicBezTo>
                    <a:pt x="19" y="112"/>
                    <a:pt x="25" y="118"/>
                    <a:pt x="31" y="130"/>
                  </a:cubicBezTo>
                  <a:cubicBezTo>
                    <a:pt x="31" y="143"/>
                    <a:pt x="44" y="143"/>
                    <a:pt x="44" y="149"/>
                  </a:cubicBezTo>
                  <a:cubicBezTo>
                    <a:pt x="44" y="149"/>
                    <a:pt x="50" y="155"/>
                    <a:pt x="56" y="155"/>
                  </a:cubicBezTo>
                  <a:lnTo>
                    <a:pt x="62" y="155"/>
                  </a:lnTo>
                  <a:lnTo>
                    <a:pt x="75" y="161"/>
                  </a:lnTo>
                  <a:lnTo>
                    <a:pt x="81" y="173"/>
                  </a:lnTo>
                  <a:lnTo>
                    <a:pt x="87" y="173"/>
                  </a:lnTo>
                  <a:lnTo>
                    <a:pt x="87" y="173"/>
                  </a:lnTo>
                  <a:lnTo>
                    <a:pt x="93" y="173"/>
                  </a:lnTo>
                  <a:lnTo>
                    <a:pt x="99" y="173"/>
                  </a:lnTo>
                  <a:lnTo>
                    <a:pt x="130" y="173"/>
                  </a:lnTo>
                  <a:cubicBezTo>
                    <a:pt x="142" y="173"/>
                    <a:pt x="149" y="161"/>
                    <a:pt x="155" y="155"/>
                  </a:cubicBezTo>
                  <a:cubicBezTo>
                    <a:pt x="161" y="149"/>
                    <a:pt x="161" y="143"/>
                    <a:pt x="173" y="130"/>
                  </a:cubicBezTo>
                  <a:lnTo>
                    <a:pt x="173" y="99"/>
                  </a:lnTo>
                  <a:cubicBezTo>
                    <a:pt x="173" y="93"/>
                    <a:pt x="161" y="81"/>
                    <a:pt x="155" y="68"/>
                  </a:cubicBezTo>
                  <a:lnTo>
                    <a:pt x="149" y="62"/>
                  </a:lnTo>
                  <a:lnTo>
                    <a:pt x="149" y="56"/>
                  </a:lnTo>
                  <a:cubicBezTo>
                    <a:pt x="149" y="56"/>
                    <a:pt x="149" y="50"/>
                    <a:pt x="142" y="50"/>
                  </a:cubicBezTo>
                  <a:lnTo>
                    <a:pt x="124" y="31"/>
                  </a:lnTo>
                  <a:cubicBezTo>
                    <a:pt x="112" y="25"/>
                    <a:pt x="105" y="19"/>
                    <a:pt x="87" y="7"/>
                  </a:cubicBezTo>
                  <a:cubicBezTo>
                    <a:pt x="81" y="7"/>
                    <a:pt x="81" y="7"/>
                    <a:pt x="75" y="1"/>
                  </a:cubicBezTo>
                  <a:lnTo>
                    <a:pt x="50" y="1"/>
                  </a:lnTo>
                  <a:lnTo>
                    <a:pt x="31" y="1"/>
                  </a:lnTo>
                  <a:cubicBezTo>
                    <a:pt x="25" y="1"/>
                    <a:pt x="19" y="7"/>
                    <a:pt x="19" y="7"/>
                  </a:cubicBezTo>
                  <a:lnTo>
                    <a:pt x="13" y="19"/>
                  </a:lnTo>
                  <a:cubicBezTo>
                    <a:pt x="13" y="25"/>
                    <a:pt x="13" y="25"/>
                    <a:pt x="0" y="31"/>
                  </a:cubicBezTo>
                  <a:lnTo>
                    <a:pt x="0" y="56"/>
                  </a:lnTo>
                  <a:cubicBezTo>
                    <a:pt x="0" y="81"/>
                    <a:pt x="0" y="87"/>
                    <a:pt x="13" y="93"/>
                  </a:cubicBez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39"/>
            <p:cNvSpPr/>
            <p:nvPr/>
          </p:nvSpPr>
          <p:spPr>
            <a:xfrm>
              <a:off x="6758544" y="2618028"/>
              <a:ext cx="9155" cy="7140"/>
            </a:xfrm>
            <a:custGeom>
              <a:avLst/>
              <a:gdLst/>
              <a:ahLst/>
              <a:cxnLst/>
              <a:rect l="l" t="t" r="r" b="b"/>
              <a:pathLst>
                <a:path w="309" h="241" extrusionOk="0">
                  <a:moveTo>
                    <a:pt x="154" y="241"/>
                  </a:moveTo>
                  <a:cubicBezTo>
                    <a:pt x="309" y="241"/>
                    <a:pt x="309" y="0"/>
                    <a:pt x="154" y="0"/>
                  </a:cubicBezTo>
                  <a:cubicBezTo>
                    <a:pt x="0" y="6"/>
                    <a:pt x="0" y="241"/>
                    <a:pt x="154" y="24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39"/>
            <p:cNvSpPr/>
            <p:nvPr/>
          </p:nvSpPr>
          <p:spPr>
            <a:xfrm>
              <a:off x="6718250" y="2691771"/>
              <a:ext cx="4059" cy="2785"/>
            </a:xfrm>
            <a:custGeom>
              <a:avLst/>
              <a:gdLst/>
              <a:ahLst/>
              <a:cxnLst/>
              <a:rect l="l" t="t" r="r" b="b"/>
              <a:pathLst>
                <a:path w="137" h="94" extrusionOk="0">
                  <a:moveTo>
                    <a:pt x="13" y="69"/>
                  </a:moveTo>
                  <a:cubicBezTo>
                    <a:pt x="19" y="81"/>
                    <a:pt x="19" y="81"/>
                    <a:pt x="26" y="81"/>
                  </a:cubicBezTo>
                  <a:lnTo>
                    <a:pt x="56" y="81"/>
                  </a:lnTo>
                  <a:cubicBezTo>
                    <a:pt x="63" y="87"/>
                    <a:pt x="75" y="93"/>
                    <a:pt x="87" y="93"/>
                  </a:cubicBezTo>
                  <a:cubicBezTo>
                    <a:pt x="94" y="93"/>
                    <a:pt x="112" y="87"/>
                    <a:pt x="118" y="81"/>
                  </a:cubicBezTo>
                  <a:cubicBezTo>
                    <a:pt x="124" y="69"/>
                    <a:pt x="137" y="56"/>
                    <a:pt x="137" y="50"/>
                  </a:cubicBezTo>
                  <a:cubicBezTo>
                    <a:pt x="137" y="38"/>
                    <a:pt x="124" y="26"/>
                    <a:pt x="118" y="19"/>
                  </a:cubicBezTo>
                  <a:cubicBezTo>
                    <a:pt x="112" y="7"/>
                    <a:pt x="106" y="1"/>
                    <a:pt x="87" y="1"/>
                  </a:cubicBezTo>
                  <a:lnTo>
                    <a:pt x="81" y="1"/>
                  </a:lnTo>
                  <a:cubicBezTo>
                    <a:pt x="75" y="1"/>
                    <a:pt x="75" y="1"/>
                    <a:pt x="63" y="7"/>
                  </a:cubicBezTo>
                  <a:lnTo>
                    <a:pt x="56" y="19"/>
                  </a:lnTo>
                  <a:lnTo>
                    <a:pt x="26" y="19"/>
                  </a:lnTo>
                  <a:cubicBezTo>
                    <a:pt x="19" y="19"/>
                    <a:pt x="19" y="19"/>
                    <a:pt x="13" y="26"/>
                  </a:cubicBezTo>
                  <a:cubicBezTo>
                    <a:pt x="1" y="32"/>
                    <a:pt x="1" y="32"/>
                    <a:pt x="1" y="38"/>
                  </a:cubicBezTo>
                  <a:cubicBezTo>
                    <a:pt x="1" y="56"/>
                    <a:pt x="13" y="63"/>
                    <a:pt x="13" y="69"/>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39"/>
            <p:cNvSpPr/>
            <p:nvPr/>
          </p:nvSpPr>
          <p:spPr>
            <a:xfrm>
              <a:off x="6691349" y="2676957"/>
              <a:ext cx="4059" cy="3141"/>
            </a:xfrm>
            <a:custGeom>
              <a:avLst/>
              <a:gdLst/>
              <a:ahLst/>
              <a:cxnLst/>
              <a:rect l="l" t="t" r="r" b="b"/>
              <a:pathLst>
                <a:path w="137" h="106" extrusionOk="0">
                  <a:moveTo>
                    <a:pt x="69" y="105"/>
                  </a:moveTo>
                  <a:cubicBezTo>
                    <a:pt x="137" y="105"/>
                    <a:pt x="137" y="0"/>
                    <a:pt x="69" y="0"/>
                  </a:cubicBezTo>
                  <a:cubicBezTo>
                    <a:pt x="1" y="0"/>
                    <a:pt x="1" y="105"/>
                    <a:pt x="69" y="105"/>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39"/>
            <p:cNvSpPr/>
            <p:nvPr/>
          </p:nvSpPr>
          <p:spPr>
            <a:xfrm>
              <a:off x="7271781" y="2366698"/>
              <a:ext cx="4800" cy="3703"/>
            </a:xfrm>
            <a:custGeom>
              <a:avLst/>
              <a:gdLst/>
              <a:ahLst/>
              <a:cxnLst/>
              <a:rect l="l" t="t" r="r" b="b"/>
              <a:pathLst>
                <a:path w="162" h="125" extrusionOk="0">
                  <a:moveTo>
                    <a:pt x="87" y="124"/>
                  </a:moveTo>
                  <a:cubicBezTo>
                    <a:pt x="161" y="124"/>
                    <a:pt x="161" y="1"/>
                    <a:pt x="87" y="1"/>
                  </a:cubicBezTo>
                  <a:cubicBezTo>
                    <a:pt x="0" y="1"/>
                    <a:pt x="0" y="124"/>
                    <a:pt x="87" y="12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39"/>
            <p:cNvSpPr/>
            <p:nvPr/>
          </p:nvSpPr>
          <p:spPr>
            <a:xfrm>
              <a:off x="7614245" y="3494587"/>
              <a:ext cx="6992" cy="9747"/>
            </a:xfrm>
            <a:custGeom>
              <a:avLst/>
              <a:gdLst/>
              <a:ahLst/>
              <a:cxnLst/>
              <a:rect l="l" t="t" r="r" b="b"/>
              <a:pathLst>
                <a:path w="236" h="329" extrusionOk="0">
                  <a:moveTo>
                    <a:pt x="32" y="322"/>
                  </a:moveTo>
                  <a:cubicBezTo>
                    <a:pt x="50" y="328"/>
                    <a:pt x="75" y="322"/>
                    <a:pt x="87" y="310"/>
                  </a:cubicBezTo>
                  <a:lnTo>
                    <a:pt x="112" y="291"/>
                  </a:lnTo>
                  <a:cubicBezTo>
                    <a:pt x="118" y="279"/>
                    <a:pt x="124" y="273"/>
                    <a:pt x="124" y="267"/>
                  </a:cubicBezTo>
                  <a:cubicBezTo>
                    <a:pt x="137" y="248"/>
                    <a:pt x="149" y="236"/>
                    <a:pt x="155" y="229"/>
                  </a:cubicBezTo>
                  <a:cubicBezTo>
                    <a:pt x="180" y="199"/>
                    <a:pt x="198" y="174"/>
                    <a:pt x="217" y="143"/>
                  </a:cubicBezTo>
                  <a:cubicBezTo>
                    <a:pt x="235" y="124"/>
                    <a:pt x="235" y="94"/>
                    <a:pt x="229" y="81"/>
                  </a:cubicBezTo>
                  <a:cubicBezTo>
                    <a:pt x="217" y="56"/>
                    <a:pt x="205" y="32"/>
                    <a:pt x="180" y="26"/>
                  </a:cubicBezTo>
                  <a:cubicBezTo>
                    <a:pt x="130" y="1"/>
                    <a:pt x="87" y="32"/>
                    <a:pt x="62" y="81"/>
                  </a:cubicBezTo>
                  <a:cubicBezTo>
                    <a:pt x="56" y="112"/>
                    <a:pt x="44" y="149"/>
                    <a:pt x="32" y="180"/>
                  </a:cubicBezTo>
                  <a:cubicBezTo>
                    <a:pt x="25" y="199"/>
                    <a:pt x="25" y="211"/>
                    <a:pt x="19" y="229"/>
                  </a:cubicBezTo>
                  <a:cubicBezTo>
                    <a:pt x="19" y="236"/>
                    <a:pt x="7" y="242"/>
                    <a:pt x="7" y="248"/>
                  </a:cubicBezTo>
                  <a:cubicBezTo>
                    <a:pt x="7" y="267"/>
                    <a:pt x="7" y="273"/>
                    <a:pt x="1" y="291"/>
                  </a:cubicBezTo>
                  <a:cubicBezTo>
                    <a:pt x="1" y="297"/>
                    <a:pt x="19" y="310"/>
                    <a:pt x="32" y="322"/>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39"/>
            <p:cNvSpPr/>
            <p:nvPr/>
          </p:nvSpPr>
          <p:spPr>
            <a:xfrm>
              <a:off x="7578366" y="3539088"/>
              <a:ext cx="11940" cy="9362"/>
            </a:xfrm>
            <a:custGeom>
              <a:avLst/>
              <a:gdLst/>
              <a:ahLst/>
              <a:cxnLst/>
              <a:rect l="l" t="t" r="r" b="b"/>
              <a:pathLst>
                <a:path w="403" h="316" extrusionOk="0">
                  <a:moveTo>
                    <a:pt x="32" y="278"/>
                  </a:moveTo>
                  <a:cubicBezTo>
                    <a:pt x="50" y="284"/>
                    <a:pt x="63" y="291"/>
                    <a:pt x="87" y="303"/>
                  </a:cubicBezTo>
                  <a:cubicBezTo>
                    <a:pt x="93" y="303"/>
                    <a:pt x="100" y="309"/>
                    <a:pt x="112" y="309"/>
                  </a:cubicBezTo>
                  <a:lnTo>
                    <a:pt x="124" y="309"/>
                  </a:lnTo>
                  <a:cubicBezTo>
                    <a:pt x="131" y="309"/>
                    <a:pt x="131" y="309"/>
                    <a:pt x="124" y="309"/>
                  </a:cubicBezTo>
                  <a:lnTo>
                    <a:pt x="143" y="309"/>
                  </a:lnTo>
                  <a:cubicBezTo>
                    <a:pt x="180" y="315"/>
                    <a:pt x="236" y="291"/>
                    <a:pt x="273" y="278"/>
                  </a:cubicBezTo>
                  <a:cubicBezTo>
                    <a:pt x="310" y="253"/>
                    <a:pt x="341" y="223"/>
                    <a:pt x="365" y="192"/>
                  </a:cubicBezTo>
                  <a:cubicBezTo>
                    <a:pt x="390" y="155"/>
                    <a:pt x="402" y="105"/>
                    <a:pt x="402" y="68"/>
                  </a:cubicBezTo>
                  <a:cubicBezTo>
                    <a:pt x="402" y="37"/>
                    <a:pt x="371" y="0"/>
                    <a:pt x="341" y="6"/>
                  </a:cubicBezTo>
                  <a:cubicBezTo>
                    <a:pt x="304" y="6"/>
                    <a:pt x="279" y="37"/>
                    <a:pt x="279" y="68"/>
                  </a:cubicBezTo>
                  <a:lnTo>
                    <a:pt x="279" y="74"/>
                  </a:lnTo>
                  <a:lnTo>
                    <a:pt x="279" y="74"/>
                  </a:lnTo>
                  <a:cubicBezTo>
                    <a:pt x="279" y="87"/>
                    <a:pt x="279" y="93"/>
                    <a:pt x="273" y="99"/>
                  </a:cubicBezTo>
                  <a:lnTo>
                    <a:pt x="273" y="105"/>
                  </a:lnTo>
                  <a:lnTo>
                    <a:pt x="273" y="105"/>
                  </a:lnTo>
                  <a:cubicBezTo>
                    <a:pt x="273" y="118"/>
                    <a:pt x="266" y="124"/>
                    <a:pt x="266" y="124"/>
                  </a:cubicBezTo>
                  <a:cubicBezTo>
                    <a:pt x="266" y="130"/>
                    <a:pt x="254" y="136"/>
                    <a:pt x="248" y="136"/>
                  </a:cubicBezTo>
                  <a:lnTo>
                    <a:pt x="248" y="136"/>
                  </a:lnTo>
                  <a:cubicBezTo>
                    <a:pt x="248" y="136"/>
                    <a:pt x="248" y="148"/>
                    <a:pt x="242" y="148"/>
                  </a:cubicBezTo>
                  <a:lnTo>
                    <a:pt x="223" y="161"/>
                  </a:lnTo>
                  <a:lnTo>
                    <a:pt x="217" y="167"/>
                  </a:lnTo>
                  <a:cubicBezTo>
                    <a:pt x="205" y="179"/>
                    <a:pt x="192" y="185"/>
                    <a:pt x="180" y="192"/>
                  </a:cubicBezTo>
                  <a:lnTo>
                    <a:pt x="174" y="192"/>
                  </a:lnTo>
                  <a:cubicBezTo>
                    <a:pt x="161" y="192"/>
                    <a:pt x="149" y="198"/>
                    <a:pt x="143" y="210"/>
                  </a:cubicBezTo>
                  <a:lnTo>
                    <a:pt x="131" y="210"/>
                  </a:lnTo>
                  <a:lnTo>
                    <a:pt x="131" y="210"/>
                  </a:lnTo>
                  <a:lnTo>
                    <a:pt x="124" y="210"/>
                  </a:lnTo>
                  <a:lnTo>
                    <a:pt x="118" y="210"/>
                  </a:lnTo>
                  <a:lnTo>
                    <a:pt x="112" y="210"/>
                  </a:lnTo>
                  <a:lnTo>
                    <a:pt x="87" y="210"/>
                  </a:lnTo>
                  <a:cubicBezTo>
                    <a:pt x="87" y="210"/>
                    <a:pt x="81" y="210"/>
                    <a:pt x="87" y="210"/>
                  </a:cubicBezTo>
                  <a:lnTo>
                    <a:pt x="69" y="210"/>
                  </a:lnTo>
                  <a:cubicBezTo>
                    <a:pt x="25" y="210"/>
                    <a:pt x="1" y="260"/>
                    <a:pt x="32" y="278"/>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39"/>
            <p:cNvSpPr/>
            <p:nvPr/>
          </p:nvSpPr>
          <p:spPr>
            <a:xfrm>
              <a:off x="7553657" y="3524985"/>
              <a:ext cx="16680" cy="9718"/>
            </a:xfrm>
            <a:custGeom>
              <a:avLst/>
              <a:gdLst/>
              <a:ahLst/>
              <a:cxnLst/>
              <a:rect l="l" t="t" r="r" b="b"/>
              <a:pathLst>
                <a:path w="563" h="328" extrusionOk="0">
                  <a:moveTo>
                    <a:pt x="93" y="291"/>
                  </a:moveTo>
                  <a:cubicBezTo>
                    <a:pt x="100" y="272"/>
                    <a:pt x="118" y="260"/>
                    <a:pt x="124" y="254"/>
                  </a:cubicBezTo>
                  <a:lnTo>
                    <a:pt x="149" y="229"/>
                  </a:lnTo>
                  <a:lnTo>
                    <a:pt x="155" y="223"/>
                  </a:lnTo>
                  <a:lnTo>
                    <a:pt x="155" y="223"/>
                  </a:lnTo>
                  <a:cubicBezTo>
                    <a:pt x="155" y="223"/>
                    <a:pt x="161" y="223"/>
                    <a:pt x="161" y="210"/>
                  </a:cubicBezTo>
                  <a:cubicBezTo>
                    <a:pt x="174" y="204"/>
                    <a:pt x="180" y="204"/>
                    <a:pt x="186" y="198"/>
                  </a:cubicBezTo>
                  <a:cubicBezTo>
                    <a:pt x="192" y="198"/>
                    <a:pt x="192" y="186"/>
                    <a:pt x="205" y="186"/>
                  </a:cubicBezTo>
                  <a:lnTo>
                    <a:pt x="211" y="186"/>
                  </a:lnTo>
                  <a:lnTo>
                    <a:pt x="217" y="186"/>
                  </a:lnTo>
                  <a:cubicBezTo>
                    <a:pt x="223" y="186"/>
                    <a:pt x="223" y="186"/>
                    <a:pt x="236" y="180"/>
                  </a:cubicBezTo>
                  <a:cubicBezTo>
                    <a:pt x="242" y="180"/>
                    <a:pt x="242" y="180"/>
                    <a:pt x="248" y="173"/>
                  </a:cubicBezTo>
                  <a:lnTo>
                    <a:pt x="273" y="173"/>
                  </a:lnTo>
                  <a:lnTo>
                    <a:pt x="297" y="173"/>
                  </a:lnTo>
                  <a:lnTo>
                    <a:pt x="285" y="173"/>
                  </a:lnTo>
                  <a:lnTo>
                    <a:pt x="303" y="173"/>
                  </a:lnTo>
                  <a:lnTo>
                    <a:pt x="334" y="173"/>
                  </a:lnTo>
                  <a:lnTo>
                    <a:pt x="347" y="173"/>
                  </a:lnTo>
                  <a:lnTo>
                    <a:pt x="359" y="173"/>
                  </a:lnTo>
                  <a:lnTo>
                    <a:pt x="359" y="173"/>
                  </a:lnTo>
                  <a:lnTo>
                    <a:pt x="371" y="173"/>
                  </a:lnTo>
                  <a:cubicBezTo>
                    <a:pt x="378" y="173"/>
                    <a:pt x="396" y="173"/>
                    <a:pt x="402" y="180"/>
                  </a:cubicBezTo>
                  <a:lnTo>
                    <a:pt x="402" y="180"/>
                  </a:lnTo>
                  <a:cubicBezTo>
                    <a:pt x="408" y="180"/>
                    <a:pt x="427" y="186"/>
                    <a:pt x="433" y="186"/>
                  </a:cubicBezTo>
                  <a:cubicBezTo>
                    <a:pt x="452" y="198"/>
                    <a:pt x="464" y="198"/>
                    <a:pt x="470" y="186"/>
                  </a:cubicBezTo>
                  <a:lnTo>
                    <a:pt x="483" y="198"/>
                  </a:lnTo>
                  <a:cubicBezTo>
                    <a:pt x="501" y="210"/>
                    <a:pt x="532" y="204"/>
                    <a:pt x="551" y="180"/>
                  </a:cubicBezTo>
                  <a:cubicBezTo>
                    <a:pt x="563" y="161"/>
                    <a:pt x="563" y="136"/>
                    <a:pt x="544" y="112"/>
                  </a:cubicBezTo>
                  <a:lnTo>
                    <a:pt x="526" y="93"/>
                  </a:lnTo>
                  <a:cubicBezTo>
                    <a:pt x="501" y="31"/>
                    <a:pt x="421" y="0"/>
                    <a:pt x="359" y="0"/>
                  </a:cubicBezTo>
                  <a:cubicBezTo>
                    <a:pt x="328" y="0"/>
                    <a:pt x="303" y="0"/>
                    <a:pt x="273" y="13"/>
                  </a:cubicBezTo>
                  <a:cubicBezTo>
                    <a:pt x="266" y="13"/>
                    <a:pt x="248" y="13"/>
                    <a:pt x="242" y="19"/>
                  </a:cubicBezTo>
                  <a:cubicBezTo>
                    <a:pt x="236" y="19"/>
                    <a:pt x="217" y="25"/>
                    <a:pt x="211" y="31"/>
                  </a:cubicBezTo>
                  <a:cubicBezTo>
                    <a:pt x="205" y="31"/>
                    <a:pt x="186" y="56"/>
                    <a:pt x="186" y="50"/>
                  </a:cubicBezTo>
                  <a:lnTo>
                    <a:pt x="186" y="50"/>
                  </a:lnTo>
                  <a:lnTo>
                    <a:pt x="180" y="50"/>
                  </a:lnTo>
                  <a:cubicBezTo>
                    <a:pt x="174" y="50"/>
                    <a:pt x="174" y="56"/>
                    <a:pt x="161" y="56"/>
                  </a:cubicBezTo>
                  <a:cubicBezTo>
                    <a:pt x="155" y="68"/>
                    <a:pt x="149" y="68"/>
                    <a:pt x="130" y="75"/>
                  </a:cubicBezTo>
                  <a:cubicBezTo>
                    <a:pt x="112" y="87"/>
                    <a:pt x="87" y="105"/>
                    <a:pt x="69" y="130"/>
                  </a:cubicBezTo>
                  <a:cubicBezTo>
                    <a:pt x="32" y="167"/>
                    <a:pt x="7" y="210"/>
                    <a:pt x="1" y="260"/>
                  </a:cubicBezTo>
                  <a:cubicBezTo>
                    <a:pt x="25" y="303"/>
                    <a:pt x="69" y="328"/>
                    <a:pt x="93" y="29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39"/>
            <p:cNvSpPr/>
            <p:nvPr/>
          </p:nvSpPr>
          <p:spPr>
            <a:xfrm>
              <a:off x="7497098" y="3574759"/>
              <a:ext cx="5540" cy="4444"/>
            </a:xfrm>
            <a:custGeom>
              <a:avLst/>
              <a:gdLst/>
              <a:ahLst/>
              <a:cxnLst/>
              <a:rect l="l" t="t" r="r" b="b"/>
              <a:pathLst>
                <a:path w="187" h="150" extrusionOk="0">
                  <a:moveTo>
                    <a:pt x="93" y="149"/>
                  </a:moveTo>
                  <a:cubicBezTo>
                    <a:pt x="186" y="149"/>
                    <a:pt x="186" y="1"/>
                    <a:pt x="93" y="1"/>
                  </a:cubicBezTo>
                  <a:cubicBezTo>
                    <a:pt x="1" y="1"/>
                    <a:pt x="1" y="149"/>
                    <a:pt x="93" y="149"/>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2" name="Google Shape;552;p39"/>
          <p:cNvGrpSpPr/>
          <p:nvPr/>
        </p:nvGrpSpPr>
        <p:grpSpPr>
          <a:xfrm>
            <a:off x="6868498" y="4193474"/>
            <a:ext cx="2673663" cy="749702"/>
            <a:chOff x="6868498" y="4287099"/>
            <a:chExt cx="2673663" cy="749702"/>
          </a:xfrm>
        </p:grpSpPr>
        <p:sp>
          <p:nvSpPr>
            <p:cNvPr id="553" name="Google Shape;553;p39"/>
            <p:cNvSpPr/>
            <p:nvPr/>
          </p:nvSpPr>
          <p:spPr>
            <a:xfrm>
              <a:off x="6868498" y="4426412"/>
              <a:ext cx="1005597" cy="176499"/>
            </a:xfrm>
            <a:custGeom>
              <a:avLst/>
              <a:gdLst/>
              <a:ahLst/>
              <a:cxnLst/>
              <a:rect l="l" t="t" r="r" b="b"/>
              <a:pathLst>
                <a:path w="11412" h="2003" extrusionOk="0">
                  <a:moveTo>
                    <a:pt x="10936" y="514"/>
                  </a:moveTo>
                  <a:lnTo>
                    <a:pt x="964" y="514"/>
                  </a:lnTo>
                  <a:lnTo>
                    <a:pt x="62" y="1"/>
                  </a:lnTo>
                  <a:lnTo>
                    <a:pt x="0" y="112"/>
                  </a:lnTo>
                  <a:lnTo>
                    <a:pt x="933" y="637"/>
                  </a:lnTo>
                  <a:lnTo>
                    <a:pt x="2991" y="637"/>
                  </a:lnTo>
                  <a:lnTo>
                    <a:pt x="2991" y="2002"/>
                  </a:lnTo>
                  <a:lnTo>
                    <a:pt x="3114" y="2002"/>
                  </a:lnTo>
                  <a:lnTo>
                    <a:pt x="3114" y="637"/>
                  </a:lnTo>
                  <a:lnTo>
                    <a:pt x="4232" y="637"/>
                  </a:lnTo>
                  <a:lnTo>
                    <a:pt x="4232" y="2002"/>
                  </a:lnTo>
                  <a:lnTo>
                    <a:pt x="4356" y="2002"/>
                  </a:lnTo>
                  <a:lnTo>
                    <a:pt x="4356" y="637"/>
                  </a:lnTo>
                  <a:lnTo>
                    <a:pt x="5474" y="637"/>
                  </a:lnTo>
                  <a:lnTo>
                    <a:pt x="5474" y="2002"/>
                  </a:lnTo>
                  <a:lnTo>
                    <a:pt x="5598" y="2002"/>
                  </a:lnTo>
                  <a:lnTo>
                    <a:pt x="5598" y="637"/>
                  </a:lnTo>
                  <a:lnTo>
                    <a:pt x="6716" y="637"/>
                  </a:lnTo>
                  <a:lnTo>
                    <a:pt x="6716" y="2002"/>
                  </a:lnTo>
                  <a:lnTo>
                    <a:pt x="6840" y="2002"/>
                  </a:lnTo>
                  <a:lnTo>
                    <a:pt x="6840" y="637"/>
                  </a:lnTo>
                  <a:lnTo>
                    <a:pt x="7964" y="637"/>
                  </a:lnTo>
                  <a:lnTo>
                    <a:pt x="7964" y="2002"/>
                  </a:lnTo>
                  <a:lnTo>
                    <a:pt x="8088" y="2002"/>
                  </a:lnTo>
                  <a:lnTo>
                    <a:pt x="8088" y="637"/>
                  </a:lnTo>
                  <a:lnTo>
                    <a:pt x="10929" y="637"/>
                  </a:lnTo>
                  <a:lnTo>
                    <a:pt x="11362" y="866"/>
                  </a:lnTo>
                  <a:lnTo>
                    <a:pt x="11411" y="761"/>
                  </a:lnTo>
                  <a:close/>
                  <a:moveTo>
                    <a:pt x="9403" y="1107"/>
                  </a:moveTo>
                  <a:lnTo>
                    <a:pt x="9181" y="1298"/>
                  </a:lnTo>
                  <a:lnTo>
                    <a:pt x="9181" y="2002"/>
                  </a:lnTo>
                  <a:lnTo>
                    <a:pt x="9305" y="2002"/>
                  </a:lnTo>
                  <a:lnTo>
                    <a:pt x="9305" y="1354"/>
                  </a:lnTo>
                  <a:lnTo>
                    <a:pt x="9490" y="1199"/>
                  </a:lnTo>
                  <a:lnTo>
                    <a:pt x="9663" y="1026"/>
                  </a:lnTo>
                  <a:lnTo>
                    <a:pt x="9576" y="946"/>
                  </a:lnTo>
                  <a:close/>
                </a:path>
              </a:pathLst>
            </a:custGeom>
            <a:solidFill>
              <a:srgbClr val="2B0A0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39"/>
            <p:cNvSpPr/>
            <p:nvPr/>
          </p:nvSpPr>
          <p:spPr>
            <a:xfrm>
              <a:off x="6985518" y="4598505"/>
              <a:ext cx="737191" cy="265146"/>
            </a:xfrm>
            <a:custGeom>
              <a:avLst/>
              <a:gdLst/>
              <a:ahLst/>
              <a:cxnLst/>
              <a:rect l="l" t="t" r="r" b="b"/>
              <a:pathLst>
                <a:path w="8366" h="3009" extrusionOk="0">
                  <a:moveTo>
                    <a:pt x="8366" y="0"/>
                  </a:moveTo>
                  <a:lnTo>
                    <a:pt x="1150" y="0"/>
                  </a:lnTo>
                  <a:lnTo>
                    <a:pt x="724" y="383"/>
                  </a:lnTo>
                  <a:lnTo>
                    <a:pt x="612" y="1446"/>
                  </a:lnTo>
                  <a:lnTo>
                    <a:pt x="1" y="1668"/>
                  </a:lnTo>
                  <a:lnTo>
                    <a:pt x="1" y="3009"/>
                  </a:lnTo>
                  <a:lnTo>
                    <a:pt x="6580" y="3009"/>
                  </a:lnTo>
                  <a:lnTo>
                    <a:pt x="7519" y="2743"/>
                  </a:lnTo>
                  <a:lnTo>
                    <a:pt x="7797" y="2335"/>
                  </a:lnTo>
                  <a:lnTo>
                    <a:pt x="7705" y="1501"/>
                  </a:lnTo>
                  <a:lnTo>
                    <a:pt x="7099" y="1137"/>
                  </a:lnTo>
                  <a:lnTo>
                    <a:pt x="8075" y="482"/>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39"/>
            <p:cNvSpPr/>
            <p:nvPr/>
          </p:nvSpPr>
          <p:spPr>
            <a:xfrm>
              <a:off x="7121660" y="4598505"/>
              <a:ext cx="310879" cy="266291"/>
            </a:xfrm>
            <a:custGeom>
              <a:avLst/>
              <a:gdLst/>
              <a:ahLst/>
              <a:cxnLst/>
              <a:rect l="l" t="t" r="r" b="b"/>
              <a:pathLst>
                <a:path w="3528" h="3022" extrusionOk="0">
                  <a:moveTo>
                    <a:pt x="3071" y="154"/>
                  </a:moveTo>
                  <a:lnTo>
                    <a:pt x="3238" y="0"/>
                  </a:lnTo>
                  <a:lnTo>
                    <a:pt x="3058" y="0"/>
                  </a:lnTo>
                  <a:lnTo>
                    <a:pt x="2947" y="204"/>
                  </a:lnTo>
                  <a:lnTo>
                    <a:pt x="3528" y="939"/>
                  </a:lnTo>
                  <a:close/>
                  <a:moveTo>
                    <a:pt x="2935" y="2064"/>
                  </a:moveTo>
                  <a:lnTo>
                    <a:pt x="2762" y="1625"/>
                  </a:lnTo>
                  <a:lnTo>
                    <a:pt x="1885" y="1909"/>
                  </a:lnTo>
                  <a:lnTo>
                    <a:pt x="1835" y="1946"/>
                  </a:lnTo>
                  <a:lnTo>
                    <a:pt x="1458" y="2255"/>
                  </a:lnTo>
                  <a:lnTo>
                    <a:pt x="1063" y="2131"/>
                  </a:lnTo>
                  <a:lnTo>
                    <a:pt x="593" y="1724"/>
                  </a:lnTo>
                  <a:lnTo>
                    <a:pt x="0" y="1477"/>
                  </a:lnTo>
                  <a:cubicBezTo>
                    <a:pt x="0" y="1477"/>
                    <a:pt x="377" y="1742"/>
                    <a:pt x="501" y="1779"/>
                  </a:cubicBezTo>
                  <a:cubicBezTo>
                    <a:pt x="624" y="1810"/>
                    <a:pt x="939" y="2156"/>
                    <a:pt x="939" y="2156"/>
                  </a:cubicBezTo>
                  <a:lnTo>
                    <a:pt x="1539" y="2582"/>
                  </a:lnTo>
                  <a:lnTo>
                    <a:pt x="1804" y="3021"/>
                  </a:lnTo>
                  <a:lnTo>
                    <a:pt x="1878" y="3021"/>
                  </a:lnTo>
                  <a:lnTo>
                    <a:pt x="1823" y="2836"/>
                  </a:lnTo>
                  <a:lnTo>
                    <a:pt x="1637" y="2471"/>
                  </a:lnTo>
                  <a:lnTo>
                    <a:pt x="2515" y="2793"/>
                  </a:lnTo>
                  <a:lnTo>
                    <a:pt x="2576" y="3021"/>
                  </a:lnTo>
                  <a:lnTo>
                    <a:pt x="2749" y="3021"/>
                  </a:lnTo>
                  <a:lnTo>
                    <a:pt x="2626" y="2657"/>
                  </a:lnTo>
                  <a:lnTo>
                    <a:pt x="1983" y="2502"/>
                  </a:lnTo>
                  <a:lnTo>
                    <a:pt x="1650" y="2317"/>
                  </a:lnTo>
                  <a:lnTo>
                    <a:pt x="2638" y="1786"/>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39"/>
            <p:cNvSpPr/>
            <p:nvPr/>
          </p:nvSpPr>
          <p:spPr>
            <a:xfrm>
              <a:off x="7928466" y="4287099"/>
              <a:ext cx="1235319" cy="270609"/>
            </a:xfrm>
            <a:custGeom>
              <a:avLst/>
              <a:gdLst/>
              <a:ahLst/>
              <a:cxnLst/>
              <a:rect l="l" t="t" r="r" b="b"/>
              <a:pathLst>
                <a:path w="14019" h="3071" extrusionOk="0">
                  <a:moveTo>
                    <a:pt x="8402" y="1013"/>
                  </a:moveTo>
                  <a:lnTo>
                    <a:pt x="7995" y="797"/>
                  </a:lnTo>
                  <a:lnTo>
                    <a:pt x="1600" y="1693"/>
                  </a:lnTo>
                  <a:lnTo>
                    <a:pt x="847" y="1619"/>
                  </a:lnTo>
                  <a:lnTo>
                    <a:pt x="494" y="1718"/>
                  </a:lnTo>
                  <a:lnTo>
                    <a:pt x="0" y="1909"/>
                  </a:lnTo>
                  <a:lnTo>
                    <a:pt x="50" y="2020"/>
                  </a:lnTo>
                  <a:lnTo>
                    <a:pt x="538" y="1835"/>
                  </a:lnTo>
                  <a:lnTo>
                    <a:pt x="853" y="1742"/>
                  </a:lnTo>
                  <a:lnTo>
                    <a:pt x="1600" y="1810"/>
                  </a:lnTo>
                  <a:lnTo>
                    <a:pt x="1804" y="1779"/>
                  </a:lnTo>
                  <a:lnTo>
                    <a:pt x="1965" y="3071"/>
                  </a:lnTo>
                  <a:lnTo>
                    <a:pt x="2088" y="3058"/>
                  </a:lnTo>
                  <a:lnTo>
                    <a:pt x="1928" y="1767"/>
                  </a:lnTo>
                  <a:lnTo>
                    <a:pt x="3293" y="1576"/>
                  </a:lnTo>
                  <a:lnTo>
                    <a:pt x="3448" y="2842"/>
                  </a:lnTo>
                  <a:lnTo>
                    <a:pt x="3571" y="2824"/>
                  </a:lnTo>
                  <a:lnTo>
                    <a:pt x="3417" y="1557"/>
                  </a:lnTo>
                  <a:lnTo>
                    <a:pt x="4603" y="1390"/>
                  </a:lnTo>
                  <a:lnTo>
                    <a:pt x="4930" y="2607"/>
                  </a:lnTo>
                  <a:lnTo>
                    <a:pt x="5048" y="2576"/>
                  </a:lnTo>
                  <a:lnTo>
                    <a:pt x="4720" y="1372"/>
                  </a:lnTo>
                  <a:lnTo>
                    <a:pt x="6240" y="1155"/>
                  </a:lnTo>
                  <a:lnTo>
                    <a:pt x="6407" y="2366"/>
                  </a:lnTo>
                  <a:lnTo>
                    <a:pt x="6530" y="2354"/>
                  </a:lnTo>
                  <a:lnTo>
                    <a:pt x="6364" y="1143"/>
                  </a:lnTo>
                  <a:lnTo>
                    <a:pt x="7704" y="958"/>
                  </a:lnTo>
                  <a:lnTo>
                    <a:pt x="7890" y="2138"/>
                  </a:lnTo>
                  <a:lnTo>
                    <a:pt x="8013" y="2119"/>
                  </a:lnTo>
                  <a:lnTo>
                    <a:pt x="7822" y="939"/>
                  </a:lnTo>
                  <a:lnTo>
                    <a:pt x="7976" y="915"/>
                  </a:lnTo>
                  <a:lnTo>
                    <a:pt x="8390" y="1131"/>
                  </a:lnTo>
                  <a:lnTo>
                    <a:pt x="8717" y="1088"/>
                  </a:lnTo>
                  <a:lnTo>
                    <a:pt x="9014" y="1193"/>
                  </a:lnTo>
                  <a:lnTo>
                    <a:pt x="9057" y="1081"/>
                  </a:lnTo>
                  <a:lnTo>
                    <a:pt x="8742" y="958"/>
                  </a:lnTo>
                  <a:close/>
                  <a:moveTo>
                    <a:pt x="13672" y="0"/>
                  </a:moveTo>
                  <a:lnTo>
                    <a:pt x="9564" y="575"/>
                  </a:lnTo>
                  <a:lnTo>
                    <a:pt x="9576" y="698"/>
                  </a:lnTo>
                  <a:lnTo>
                    <a:pt x="10688" y="544"/>
                  </a:lnTo>
                  <a:lnTo>
                    <a:pt x="10867" y="1773"/>
                  </a:lnTo>
                  <a:lnTo>
                    <a:pt x="10991" y="1761"/>
                  </a:lnTo>
                  <a:lnTo>
                    <a:pt x="10812" y="531"/>
                  </a:lnTo>
                  <a:lnTo>
                    <a:pt x="13648" y="130"/>
                  </a:lnTo>
                  <a:lnTo>
                    <a:pt x="13957" y="309"/>
                  </a:lnTo>
                  <a:lnTo>
                    <a:pt x="14018" y="198"/>
                  </a:lnTo>
                  <a:close/>
                  <a:moveTo>
                    <a:pt x="9199" y="674"/>
                  </a:moveTo>
                  <a:lnTo>
                    <a:pt x="9403" y="2002"/>
                  </a:lnTo>
                  <a:lnTo>
                    <a:pt x="9521" y="1983"/>
                  </a:lnTo>
                  <a:lnTo>
                    <a:pt x="9323" y="655"/>
                  </a:lnTo>
                  <a:close/>
                  <a:moveTo>
                    <a:pt x="12326" y="525"/>
                  </a:moveTo>
                  <a:lnTo>
                    <a:pt x="12344" y="1576"/>
                  </a:lnTo>
                  <a:lnTo>
                    <a:pt x="12468" y="1576"/>
                  </a:lnTo>
                  <a:lnTo>
                    <a:pt x="12449" y="525"/>
                  </a:lnTo>
                  <a:close/>
                </a:path>
              </a:pathLst>
            </a:custGeom>
            <a:solidFill>
              <a:srgbClr val="2B0A0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39"/>
            <p:cNvSpPr/>
            <p:nvPr/>
          </p:nvSpPr>
          <p:spPr>
            <a:xfrm>
              <a:off x="8020989" y="4393192"/>
              <a:ext cx="1342030" cy="421995"/>
            </a:xfrm>
            <a:custGeom>
              <a:avLst/>
              <a:gdLst/>
              <a:ahLst/>
              <a:cxnLst/>
              <a:rect l="l" t="t" r="r" b="b"/>
              <a:pathLst>
                <a:path w="15230" h="4789" extrusionOk="0">
                  <a:moveTo>
                    <a:pt x="14235" y="1416"/>
                  </a:moveTo>
                  <a:lnTo>
                    <a:pt x="13481" y="1156"/>
                  </a:lnTo>
                  <a:lnTo>
                    <a:pt x="13568" y="477"/>
                  </a:lnTo>
                  <a:lnTo>
                    <a:pt x="13524" y="1"/>
                  </a:lnTo>
                  <a:lnTo>
                    <a:pt x="0" y="1805"/>
                  </a:lnTo>
                  <a:lnTo>
                    <a:pt x="402" y="4789"/>
                  </a:lnTo>
                  <a:lnTo>
                    <a:pt x="15229" y="2905"/>
                  </a:lnTo>
                  <a:lnTo>
                    <a:pt x="14420" y="2176"/>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39"/>
            <p:cNvSpPr/>
            <p:nvPr/>
          </p:nvSpPr>
          <p:spPr>
            <a:xfrm>
              <a:off x="8023721" y="4424297"/>
              <a:ext cx="1021370" cy="389303"/>
            </a:xfrm>
            <a:custGeom>
              <a:avLst/>
              <a:gdLst/>
              <a:ahLst/>
              <a:cxnLst/>
              <a:rect l="l" t="t" r="r" b="b"/>
              <a:pathLst>
                <a:path w="11591" h="4418" extrusionOk="0">
                  <a:moveTo>
                    <a:pt x="8125" y="2193"/>
                  </a:moveTo>
                  <a:lnTo>
                    <a:pt x="7340" y="1297"/>
                  </a:lnTo>
                  <a:lnTo>
                    <a:pt x="7445" y="451"/>
                  </a:lnTo>
                  <a:lnTo>
                    <a:pt x="5338" y="729"/>
                  </a:lnTo>
                  <a:lnTo>
                    <a:pt x="5419" y="1291"/>
                  </a:lnTo>
                  <a:lnTo>
                    <a:pt x="5839" y="2440"/>
                  </a:lnTo>
                  <a:lnTo>
                    <a:pt x="5116" y="1477"/>
                  </a:lnTo>
                  <a:lnTo>
                    <a:pt x="4529" y="1285"/>
                  </a:lnTo>
                  <a:lnTo>
                    <a:pt x="3596" y="951"/>
                  </a:lnTo>
                  <a:lnTo>
                    <a:pt x="309" y="1390"/>
                  </a:lnTo>
                  <a:lnTo>
                    <a:pt x="0" y="1532"/>
                  </a:lnTo>
                  <a:lnTo>
                    <a:pt x="390" y="4417"/>
                  </a:lnTo>
                  <a:lnTo>
                    <a:pt x="9719" y="3237"/>
                  </a:lnTo>
                  <a:lnTo>
                    <a:pt x="8909" y="2793"/>
                  </a:lnTo>
                  <a:close/>
                  <a:moveTo>
                    <a:pt x="10837" y="124"/>
                  </a:moveTo>
                  <a:lnTo>
                    <a:pt x="10855" y="0"/>
                  </a:lnTo>
                  <a:lnTo>
                    <a:pt x="8304" y="340"/>
                  </a:lnTo>
                  <a:lnTo>
                    <a:pt x="8847" y="908"/>
                  </a:lnTo>
                  <a:lnTo>
                    <a:pt x="9595" y="1699"/>
                  </a:lnTo>
                  <a:lnTo>
                    <a:pt x="9410" y="365"/>
                  </a:lnTo>
                  <a:lnTo>
                    <a:pt x="9879" y="599"/>
                  </a:lnTo>
                  <a:lnTo>
                    <a:pt x="10398" y="618"/>
                  </a:lnTo>
                  <a:lnTo>
                    <a:pt x="11590" y="1279"/>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39"/>
            <p:cNvSpPr/>
            <p:nvPr/>
          </p:nvSpPr>
          <p:spPr>
            <a:xfrm>
              <a:off x="8420074" y="4432933"/>
              <a:ext cx="666961" cy="332732"/>
            </a:xfrm>
            <a:custGeom>
              <a:avLst/>
              <a:gdLst/>
              <a:ahLst/>
              <a:cxnLst/>
              <a:rect l="l" t="t" r="r" b="b"/>
              <a:pathLst>
                <a:path w="7569" h="3776" extrusionOk="0">
                  <a:moveTo>
                    <a:pt x="772" y="2429"/>
                  </a:moveTo>
                  <a:lnTo>
                    <a:pt x="43" y="2738"/>
                  </a:lnTo>
                  <a:lnTo>
                    <a:pt x="0" y="3590"/>
                  </a:lnTo>
                  <a:lnTo>
                    <a:pt x="161" y="3776"/>
                  </a:lnTo>
                  <a:lnTo>
                    <a:pt x="253" y="2806"/>
                  </a:lnTo>
                  <a:lnTo>
                    <a:pt x="890" y="2552"/>
                  </a:lnTo>
                  <a:lnTo>
                    <a:pt x="1921" y="2083"/>
                  </a:lnTo>
                  <a:lnTo>
                    <a:pt x="2817" y="1045"/>
                  </a:lnTo>
                  <a:lnTo>
                    <a:pt x="1804" y="1990"/>
                  </a:lnTo>
                  <a:close/>
                  <a:moveTo>
                    <a:pt x="7117" y="705"/>
                  </a:moveTo>
                  <a:lnTo>
                    <a:pt x="6462" y="520"/>
                  </a:lnTo>
                  <a:lnTo>
                    <a:pt x="5758" y="427"/>
                  </a:lnTo>
                  <a:lnTo>
                    <a:pt x="5597" y="1"/>
                  </a:lnTo>
                  <a:lnTo>
                    <a:pt x="5066" y="75"/>
                  </a:lnTo>
                  <a:lnTo>
                    <a:pt x="5103" y="520"/>
                  </a:lnTo>
                  <a:lnTo>
                    <a:pt x="5832" y="680"/>
                  </a:lnTo>
                  <a:lnTo>
                    <a:pt x="5900" y="1953"/>
                  </a:lnTo>
                  <a:lnTo>
                    <a:pt x="5968" y="680"/>
                  </a:lnTo>
                  <a:lnTo>
                    <a:pt x="6438" y="705"/>
                  </a:lnTo>
                  <a:lnTo>
                    <a:pt x="7025" y="847"/>
                  </a:lnTo>
                  <a:lnTo>
                    <a:pt x="7568" y="136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39"/>
            <p:cNvSpPr/>
            <p:nvPr/>
          </p:nvSpPr>
          <p:spPr>
            <a:xfrm>
              <a:off x="7731875" y="4539643"/>
              <a:ext cx="1810286" cy="497159"/>
            </a:xfrm>
            <a:custGeom>
              <a:avLst/>
              <a:gdLst/>
              <a:ahLst/>
              <a:cxnLst/>
              <a:rect l="l" t="t" r="r" b="b"/>
              <a:pathLst>
                <a:path w="20544" h="5642" extrusionOk="0">
                  <a:moveTo>
                    <a:pt x="1" y="3473"/>
                  </a:moveTo>
                  <a:cubicBezTo>
                    <a:pt x="1" y="3473"/>
                    <a:pt x="427" y="2725"/>
                    <a:pt x="427" y="2577"/>
                  </a:cubicBezTo>
                  <a:cubicBezTo>
                    <a:pt x="427" y="2441"/>
                    <a:pt x="520" y="1830"/>
                    <a:pt x="520" y="1830"/>
                  </a:cubicBezTo>
                  <a:lnTo>
                    <a:pt x="748" y="1033"/>
                  </a:lnTo>
                  <a:lnTo>
                    <a:pt x="1972" y="93"/>
                  </a:lnTo>
                  <a:lnTo>
                    <a:pt x="3053" y="1"/>
                  </a:lnTo>
                  <a:lnTo>
                    <a:pt x="3850" y="186"/>
                  </a:lnTo>
                  <a:lnTo>
                    <a:pt x="5308" y="514"/>
                  </a:lnTo>
                  <a:lnTo>
                    <a:pt x="6055" y="1175"/>
                  </a:lnTo>
                  <a:lnTo>
                    <a:pt x="6908" y="470"/>
                  </a:lnTo>
                  <a:lnTo>
                    <a:pt x="7699" y="1595"/>
                  </a:lnTo>
                  <a:lnTo>
                    <a:pt x="8737" y="2299"/>
                  </a:lnTo>
                  <a:lnTo>
                    <a:pt x="10152" y="2348"/>
                  </a:lnTo>
                  <a:lnTo>
                    <a:pt x="11134" y="2058"/>
                  </a:lnTo>
                  <a:lnTo>
                    <a:pt x="12172" y="2108"/>
                  </a:lnTo>
                  <a:lnTo>
                    <a:pt x="13537" y="2954"/>
                  </a:lnTo>
                  <a:lnTo>
                    <a:pt x="14149" y="3609"/>
                  </a:lnTo>
                  <a:lnTo>
                    <a:pt x="14853" y="3473"/>
                  </a:lnTo>
                  <a:lnTo>
                    <a:pt x="14668" y="2299"/>
                  </a:lnTo>
                  <a:lnTo>
                    <a:pt x="16688" y="2064"/>
                  </a:lnTo>
                  <a:lnTo>
                    <a:pt x="16978" y="1168"/>
                  </a:lnTo>
                  <a:lnTo>
                    <a:pt x="19141" y="1552"/>
                  </a:lnTo>
                  <a:cubicBezTo>
                    <a:pt x="19141" y="1552"/>
                    <a:pt x="19141" y="3010"/>
                    <a:pt x="19369" y="3059"/>
                  </a:cubicBezTo>
                  <a:cubicBezTo>
                    <a:pt x="19604" y="3102"/>
                    <a:pt x="20074" y="3714"/>
                    <a:pt x="20074" y="3714"/>
                  </a:cubicBezTo>
                  <a:lnTo>
                    <a:pt x="20543" y="5221"/>
                  </a:lnTo>
                  <a:lnTo>
                    <a:pt x="15045" y="5641"/>
                  </a:lnTo>
                  <a:lnTo>
                    <a:pt x="10436" y="5505"/>
                  </a:lnTo>
                  <a:lnTo>
                    <a:pt x="5499" y="532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39"/>
            <p:cNvSpPr/>
            <p:nvPr/>
          </p:nvSpPr>
          <p:spPr>
            <a:xfrm>
              <a:off x="7929523" y="4753062"/>
              <a:ext cx="1449269" cy="279332"/>
            </a:xfrm>
            <a:custGeom>
              <a:avLst/>
              <a:gdLst/>
              <a:ahLst/>
              <a:cxnLst/>
              <a:rect l="l" t="t" r="r" b="b"/>
              <a:pathLst>
                <a:path w="16447" h="3170" extrusionOk="0">
                  <a:moveTo>
                    <a:pt x="15637" y="1131"/>
                  </a:moveTo>
                  <a:lnTo>
                    <a:pt x="14099" y="1477"/>
                  </a:lnTo>
                  <a:lnTo>
                    <a:pt x="13475" y="3170"/>
                  </a:lnTo>
                  <a:lnTo>
                    <a:pt x="16447" y="2935"/>
                  </a:lnTo>
                  <a:close/>
                  <a:moveTo>
                    <a:pt x="2163" y="1755"/>
                  </a:moveTo>
                  <a:lnTo>
                    <a:pt x="2379" y="1"/>
                  </a:lnTo>
                  <a:lnTo>
                    <a:pt x="1" y="625"/>
                  </a:lnTo>
                  <a:close/>
                  <a:moveTo>
                    <a:pt x="8174" y="1971"/>
                  </a:moveTo>
                  <a:lnTo>
                    <a:pt x="6197" y="1588"/>
                  </a:lnTo>
                  <a:lnTo>
                    <a:pt x="3318" y="464"/>
                  </a:lnTo>
                  <a:lnTo>
                    <a:pt x="3256" y="2873"/>
                  </a:lnTo>
                  <a:lnTo>
                    <a:pt x="8193" y="3059"/>
                  </a:lnTo>
                  <a:lnTo>
                    <a:pt x="11072" y="3145"/>
                  </a:lnTo>
                  <a:lnTo>
                    <a:pt x="9620" y="2039"/>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62" name="Google Shape;562;p39"/>
          <p:cNvSpPr txBox="1">
            <a:spLocks noGrp="1"/>
          </p:cNvSpPr>
          <p:nvPr>
            <p:ph type="ctrTitle"/>
          </p:nvPr>
        </p:nvSpPr>
        <p:spPr>
          <a:xfrm>
            <a:off x="211336" y="748546"/>
            <a:ext cx="6725728" cy="1943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5300" dirty="0"/>
              <a:t>Crowdsourcing: Light-weight Application For Disaster Management</a:t>
            </a:r>
            <a:endParaRPr sz="5300" dirty="0"/>
          </a:p>
        </p:txBody>
      </p:sp>
      <p:sp>
        <p:nvSpPr>
          <p:cNvPr id="563" name="Google Shape;563;p39"/>
          <p:cNvSpPr txBox="1">
            <a:spLocks noGrp="1"/>
          </p:cNvSpPr>
          <p:nvPr>
            <p:ph type="subTitle" idx="1"/>
          </p:nvPr>
        </p:nvSpPr>
        <p:spPr>
          <a:xfrm>
            <a:off x="211336" y="2571750"/>
            <a:ext cx="5006931" cy="419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tx1"/>
                </a:solidFill>
              </a:rPr>
              <a:t>A presentation conducted on course research material </a:t>
            </a:r>
            <a:endParaRPr dirty="0">
              <a:solidFill>
                <a:schemeClr val="tx1"/>
              </a:solidFill>
            </a:endParaRPr>
          </a:p>
        </p:txBody>
      </p:sp>
      <p:sp>
        <p:nvSpPr>
          <p:cNvPr id="2" name="TextBox 1">
            <a:extLst>
              <a:ext uri="{FF2B5EF4-FFF2-40B4-BE49-F238E27FC236}">
                <a16:creationId xmlns:a16="http://schemas.microsoft.com/office/drawing/2014/main" id="{AA8B6DB4-F84B-0D79-9DF4-9D6221A7DB4B}"/>
              </a:ext>
            </a:extLst>
          </p:cNvPr>
          <p:cNvSpPr txBox="1"/>
          <p:nvPr/>
        </p:nvSpPr>
        <p:spPr>
          <a:xfrm>
            <a:off x="211336" y="2907240"/>
            <a:ext cx="4414908" cy="1384995"/>
          </a:xfrm>
          <a:prstGeom prst="rect">
            <a:avLst/>
          </a:prstGeom>
          <a:noFill/>
        </p:spPr>
        <p:txBody>
          <a:bodyPr wrap="square" rtlCol="0">
            <a:spAutoFit/>
          </a:bodyPr>
          <a:lstStyle/>
          <a:p>
            <a:r>
              <a:rPr lang="en-US" b="1" dirty="0">
                <a:solidFill>
                  <a:schemeClr val="tx1"/>
                </a:solidFill>
                <a:latin typeface="Barlow" panose="00000500000000000000" pitchFamily="2" charset="0"/>
              </a:rPr>
              <a:t>Group Members:</a:t>
            </a:r>
          </a:p>
          <a:p>
            <a:r>
              <a:rPr lang="en-US" b="1" dirty="0">
                <a:solidFill>
                  <a:schemeClr val="tx1"/>
                </a:solidFill>
                <a:latin typeface="Barlow" panose="00000500000000000000" pitchFamily="2" charset="0"/>
              </a:rPr>
              <a:t>Awwab Hamdatu</a:t>
            </a:r>
          </a:p>
          <a:p>
            <a:r>
              <a:rPr lang="en-US" b="1" dirty="0">
                <a:solidFill>
                  <a:schemeClr val="tx1"/>
                </a:solidFill>
                <a:latin typeface="Barlow" panose="00000500000000000000" pitchFamily="2" charset="0"/>
              </a:rPr>
              <a:t>Al Hussain M Al Dawood</a:t>
            </a:r>
          </a:p>
          <a:p>
            <a:r>
              <a:rPr lang="en-US" b="1" dirty="0">
                <a:solidFill>
                  <a:schemeClr val="tx1"/>
                </a:solidFill>
                <a:latin typeface="Barlow" panose="00000500000000000000" pitchFamily="2" charset="0"/>
              </a:rPr>
              <a:t>Abdullah M Alkaabi</a:t>
            </a:r>
          </a:p>
          <a:p>
            <a:r>
              <a:rPr lang="en-US" b="1" dirty="0">
                <a:solidFill>
                  <a:schemeClr val="tx1"/>
                </a:solidFill>
                <a:latin typeface="Barlow" panose="00000500000000000000" pitchFamily="2" charset="0"/>
              </a:rPr>
              <a:t>Nahidh A Alhijji</a:t>
            </a:r>
          </a:p>
          <a:p>
            <a:r>
              <a:rPr lang="en-US" b="1" dirty="0">
                <a:solidFill>
                  <a:schemeClr val="tx1"/>
                </a:solidFill>
                <a:latin typeface="Barlow" panose="00000500000000000000" pitchFamily="2" charset="0"/>
              </a:rPr>
              <a:t>Elias A Aldubais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76"/>
        <p:cNvGrpSpPr/>
        <p:nvPr/>
      </p:nvGrpSpPr>
      <p:grpSpPr>
        <a:xfrm>
          <a:off x="0" y="0"/>
          <a:ext cx="0" cy="0"/>
          <a:chOff x="0" y="0"/>
          <a:chExt cx="0" cy="0"/>
        </a:xfrm>
      </p:grpSpPr>
      <p:sp>
        <p:nvSpPr>
          <p:cNvPr id="577" name="Google Shape;577;p4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TABLE OF CONTENTS</a:t>
            </a:r>
            <a:endParaRPr/>
          </a:p>
        </p:txBody>
      </p:sp>
      <p:sp>
        <p:nvSpPr>
          <p:cNvPr id="578" name="Google Shape;578;p41"/>
          <p:cNvSpPr txBox="1">
            <a:spLocks noGrp="1"/>
          </p:cNvSpPr>
          <p:nvPr>
            <p:ph type="subTitle" idx="3"/>
          </p:nvPr>
        </p:nvSpPr>
        <p:spPr>
          <a:xfrm>
            <a:off x="1945475" y="3951375"/>
            <a:ext cx="25293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tx1"/>
                </a:solidFill>
              </a:rPr>
              <a:t>Our Biggest Contributions, Escape route algorithm, Social Media Data Extraction, and WIFI-less support.</a:t>
            </a:r>
            <a:endParaRPr dirty="0">
              <a:solidFill>
                <a:schemeClr val="tx1"/>
              </a:solidFill>
            </a:endParaRPr>
          </a:p>
        </p:txBody>
      </p:sp>
      <p:sp>
        <p:nvSpPr>
          <p:cNvPr id="579" name="Google Shape;579;p41"/>
          <p:cNvSpPr txBox="1">
            <a:spLocks noGrp="1"/>
          </p:cNvSpPr>
          <p:nvPr>
            <p:ph type="subTitle" idx="1"/>
          </p:nvPr>
        </p:nvSpPr>
        <p:spPr>
          <a:xfrm>
            <a:off x="1945475" y="2116975"/>
            <a:ext cx="25293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Overview, inspiration, our goal, the main idea.</a:t>
            </a:r>
            <a:endParaRPr dirty="0"/>
          </a:p>
        </p:txBody>
      </p:sp>
      <p:sp>
        <p:nvSpPr>
          <p:cNvPr id="580" name="Google Shape;580;p41"/>
          <p:cNvSpPr txBox="1">
            <a:spLocks noGrp="1"/>
          </p:cNvSpPr>
          <p:nvPr>
            <p:ph type="subTitle" idx="2"/>
          </p:nvPr>
        </p:nvSpPr>
        <p:spPr>
          <a:xfrm>
            <a:off x="5452232" y="2116975"/>
            <a:ext cx="25293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Leveraging Crowdsourcing, discussing ideas suggested by past research.</a:t>
            </a:r>
            <a:endParaRPr dirty="0"/>
          </a:p>
        </p:txBody>
      </p:sp>
      <p:sp>
        <p:nvSpPr>
          <p:cNvPr id="581" name="Google Shape;581;p41"/>
          <p:cNvSpPr txBox="1">
            <a:spLocks noGrp="1"/>
          </p:cNvSpPr>
          <p:nvPr>
            <p:ph type="subTitle" idx="4"/>
          </p:nvPr>
        </p:nvSpPr>
        <p:spPr>
          <a:xfrm>
            <a:off x="5452232" y="3951375"/>
            <a:ext cx="25293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Research References, and conclusion.</a:t>
            </a:r>
            <a:endParaRPr dirty="0"/>
          </a:p>
        </p:txBody>
      </p:sp>
      <p:sp>
        <p:nvSpPr>
          <p:cNvPr id="582" name="Google Shape;582;p41"/>
          <p:cNvSpPr txBox="1">
            <a:spLocks noGrp="1"/>
          </p:cNvSpPr>
          <p:nvPr>
            <p:ph type="title" idx="5"/>
          </p:nvPr>
        </p:nvSpPr>
        <p:spPr>
          <a:xfrm>
            <a:off x="1162472" y="1702850"/>
            <a:ext cx="783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583" name="Google Shape;583;p41"/>
          <p:cNvSpPr txBox="1">
            <a:spLocks noGrp="1"/>
          </p:cNvSpPr>
          <p:nvPr>
            <p:ph type="title" idx="6"/>
          </p:nvPr>
        </p:nvSpPr>
        <p:spPr>
          <a:xfrm>
            <a:off x="1162472" y="3603575"/>
            <a:ext cx="783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03</a:t>
            </a:r>
            <a:endParaRPr dirty="0"/>
          </a:p>
        </p:txBody>
      </p:sp>
      <p:sp>
        <p:nvSpPr>
          <p:cNvPr id="584" name="Google Shape;584;p41"/>
          <p:cNvSpPr txBox="1">
            <a:spLocks noGrp="1"/>
          </p:cNvSpPr>
          <p:nvPr>
            <p:ph type="title" idx="7"/>
          </p:nvPr>
        </p:nvSpPr>
        <p:spPr>
          <a:xfrm>
            <a:off x="4669200" y="1702850"/>
            <a:ext cx="783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02</a:t>
            </a:r>
            <a:endParaRPr dirty="0"/>
          </a:p>
        </p:txBody>
      </p:sp>
      <p:sp>
        <p:nvSpPr>
          <p:cNvPr id="585" name="Google Shape;585;p41"/>
          <p:cNvSpPr txBox="1">
            <a:spLocks noGrp="1"/>
          </p:cNvSpPr>
          <p:nvPr>
            <p:ph type="title" idx="8"/>
          </p:nvPr>
        </p:nvSpPr>
        <p:spPr>
          <a:xfrm>
            <a:off x="4669200" y="3603575"/>
            <a:ext cx="783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sp>
        <p:nvSpPr>
          <p:cNvPr id="586" name="Google Shape;586;p41"/>
          <p:cNvSpPr txBox="1">
            <a:spLocks noGrp="1"/>
          </p:cNvSpPr>
          <p:nvPr>
            <p:ph type="subTitle" idx="9"/>
          </p:nvPr>
        </p:nvSpPr>
        <p:spPr>
          <a:xfrm>
            <a:off x="1945475" y="1369550"/>
            <a:ext cx="2529300" cy="906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latin typeface="Anton"/>
                <a:ea typeface="Anton"/>
                <a:cs typeface="Anton"/>
                <a:sym typeface="Anton"/>
              </a:rPr>
              <a:t>INTRODUCING MOTIVES AND IDEA</a:t>
            </a:r>
            <a:endParaRPr dirty="0">
              <a:latin typeface="Anton"/>
              <a:ea typeface="Anton"/>
              <a:cs typeface="Anton"/>
              <a:sym typeface="Anton"/>
            </a:endParaRPr>
          </a:p>
        </p:txBody>
      </p:sp>
      <p:sp>
        <p:nvSpPr>
          <p:cNvPr id="587" name="Google Shape;587;p41"/>
          <p:cNvSpPr txBox="1">
            <a:spLocks noGrp="1"/>
          </p:cNvSpPr>
          <p:nvPr>
            <p:ph type="subTitle" idx="13"/>
          </p:nvPr>
        </p:nvSpPr>
        <p:spPr>
          <a:xfrm>
            <a:off x="5452228" y="1369550"/>
            <a:ext cx="2529300" cy="906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CROWDSOURCING AND PAST RESEARCH </a:t>
            </a:r>
            <a:endParaRPr dirty="0">
              <a:latin typeface="Anton"/>
              <a:ea typeface="Anton"/>
              <a:cs typeface="Anton"/>
              <a:sym typeface="Anton"/>
            </a:endParaRPr>
          </a:p>
        </p:txBody>
      </p:sp>
      <p:sp>
        <p:nvSpPr>
          <p:cNvPr id="588" name="Google Shape;588;p41"/>
          <p:cNvSpPr txBox="1">
            <a:spLocks noGrp="1"/>
          </p:cNvSpPr>
          <p:nvPr>
            <p:ph type="subTitle" idx="14"/>
          </p:nvPr>
        </p:nvSpPr>
        <p:spPr>
          <a:xfrm>
            <a:off x="1945475" y="3204075"/>
            <a:ext cx="2529300" cy="906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latin typeface="Anton"/>
                <a:ea typeface="Anton"/>
                <a:cs typeface="Anton"/>
                <a:sym typeface="Anton"/>
              </a:rPr>
              <a:t>OUR CONTRIBUTIONS AND EXPERT OPINION</a:t>
            </a:r>
            <a:endParaRPr dirty="0">
              <a:latin typeface="Anton"/>
              <a:ea typeface="Anton"/>
              <a:cs typeface="Anton"/>
              <a:sym typeface="Anton"/>
            </a:endParaRPr>
          </a:p>
        </p:txBody>
      </p:sp>
      <p:sp>
        <p:nvSpPr>
          <p:cNvPr id="589" name="Google Shape;589;p41"/>
          <p:cNvSpPr txBox="1">
            <a:spLocks noGrp="1"/>
          </p:cNvSpPr>
          <p:nvPr>
            <p:ph type="subTitle" idx="15"/>
          </p:nvPr>
        </p:nvSpPr>
        <p:spPr>
          <a:xfrm>
            <a:off x="5452225" y="3204075"/>
            <a:ext cx="2529300" cy="906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latin typeface="Anton"/>
                <a:ea typeface="Anton"/>
                <a:cs typeface="Anton"/>
                <a:sym typeface="Anton"/>
              </a:rPr>
              <a:t>REFERENCES AND CONCLUSION</a:t>
            </a:r>
            <a:endParaRPr dirty="0">
              <a:latin typeface="Anton"/>
              <a:ea typeface="Anton"/>
              <a:cs typeface="Anton"/>
              <a:sym typeface="Anto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74"/>
        <p:cNvGrpSpPr/>
        <p:nvPr/>
      </p:nvGrpSpPr>
      <p:grpSpPr>
        <a:xfrm>
          <a:off x="0" y="0"/>
          <a:ext cx="0" cy="0"/>
          <a:chOff x="0" y="0"/>
          <a:chExt cx="0" cy="0"/>
        </a:xfrm>
      </p:grpSpPr>
      <p:sp>
        <p:nvSpPr>
          <p:cNvPr id="675" name="Google Shape;675;p43"/>
          <p:cNvSpPr txBox="1">
            <a:spLocks noGrp="1"/>
          </p:cNvSpPr>
          <p:nvPr>
            <p:ph type="title"/>
          </p:nvPr>
        </p:nvSpPr>
        <p:spPr>
          <a:xfrm>
            <a:off x="720000" y="173312"/>
            <a:ext cx="2574530" cy="703715"/>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3200" dirty="0"/>
              <a:t>INTRODUCTION</a:t>
            </a:r>
            <a:endParaRPr sz="3200" dirty="0"/>
          </a:p>
        </p:txBody>
      </p:sp>
      <p:sp>
        <p:nvSpPr>
          <p:cNvPr id="676" name="Google Shape;676;p43"/>
          <p:cNvSpPr txBox="1">
            <a:spLocks noGrp="1"/>
          </p:cNvSpPr>
          <p:nvPr>
            <p:ph type="title" idx="2"/>
          </p:nvPr>
        </p:nvSpPr>
        <p:spPr>
          <a:xfrm>
            <a:off x="142307" y="143269"/>
            <a:ext cx="577693" cy="63622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600" dirty="0"/>
              <a:t>01</a:t>
            </a:r>
            <a:endParaRPr sz="3600" dirty="0"/>
          </a:p>
        </p:txBody>
      </p:sp>
      <p:sp>
        <p:nvSpPr>
          <p:cNvPr id="677" name="Google Shape;677;p43"/>
          <p:cNvSpPr txBox="1">
            <a:spLocks noGrp="1"/>
          </p:cNvSpPr>
          <p:nvPr>
            <p:ph type="subTitle" idx="1"/>
          </p:nvPr>
        </p:nvSpPr>
        <p:spPr>
          <a:xfrm>
            <a:off x="0" y="809539"/>
            <a:ext cx="4580400" cy="2002463"/>
          </a:xfrm>
          <a:prstGeom prst="rect">
            <a:avLst/>
          </a:prstGeom>
        </p:spPr>
        <p:txBody>
          <a:bodyPr spcFirstLastPara="1" wrap="square" lIns="91425" tIns="91425" rIns="91425" bIns="91425" anchor="t" anchorCtr="0">
            <a:noAutofit/>
          </a:bodyPr>
          <a:lstStyle/>
          <a:p>
            <a:pPr marL="285750" lvl="0" indent="-285750" algn="l" rtl="0">
              <a:spcBef>
                <a:spcPts val="0"/>
              </a:spcBef>
              <a:spcAft>
                <a:spcPts val="0"/>
              </a:spcAft>
              <a:buFont typeface="Arial" panose="020B0604020202020204" pitchFamily="34" charset="0"/>
              <a:buChar char="•"/>
            </a:pPr>
            <a:r>
              <a:rPr lang="en-US" sz="1800" dirty="0"/>
              <a:t>Our Inspiration: Recent LA Fires</a:t>
            </a:r>
          </a:p>
          <a:p>
            <a:pPr marL="0" lvl="0" indent="0" algn="l" rtl="0">
              <a:spcBef>
                <a:spcPts val="0"/>
              </a:spcBef>
              <a:spcAft>
                <a:spcPts val="0"/>
              </a:spcAft>
            </a:pPr>
            <a:endParaRPr lang="en-US" sz="1800" dirty="0"/>
          </a:p>
          <a:p>
            <a:pPr marL="285750" lvl="0" indent="-285750" algn="l" rtl="0">
              <a:spcBef>
                <a:spcPts val="0"/>
              </a:spcBef>
              <a:spcAft>
                <a:spcPts val="0"/>
              </a:spcAft>
              <a:buFont typeface="Arial" panose="020B0604020202020204" pitchFamily="34" charset="0"/>
              <a:buChar char="•"/>
            </a:pPr>
            <a:r>
              <a:rPr lang="en-US" sz="1800" dirty="0"/>
              <a:t>Our Problem Statement: Lack of Effective Disaster Management.</a:t>
            </a:r>
          </a:p>
          <a:p>
            <a:pPr marL="285750" lvl="0" indent="-285750" algn="l" rtl="0">
              <a:spcBef>
                <a:spcPts val="0"/>
              </a:spcBef>
              <a:spcAft>
                <a:spcPts val="0"/>
              </a:spcAft>
              <a:buFont typeface="Arial" panose="020B0604020202020204" pitchFamily="34" charset="0"/>
              <a:buChar char="•"/>
            </a:pPr>
            <a:endParaRPr lang="en-US" sz="1800" dirty="0"/>
          </a:p>
          <a:p>
            <a:pPr marL="285750" lvl="0" indent="-285750" algn="l" rtl="0">
              <a:spcBef>
                <a:spcPts val="0"/>
              </a:spcBef>
              <a:spcAft>
                <a:spcPts val="0"/>
              </a:spcAft>
              <a:buFont typeface="Arial" panose="020B0604020202020204" pitchFamily="34" charset="0"/>
              <a:buChar char="•"/>
            </a:pPr>
            <a:r>
              <a:rPr lang="en-US" sz="1800" dirty="0"/>
              <a:t>Our Goal: Safety of The People.</a:t>
            </a:r>
          </a:p>
          <a:p>
            <a:pPr marL="285750" lvl="0" indent="-285750" algn="l" rtl="0">
              <a:spcBef>
                <a:spcPts val="0"/>
              </a:spcBef>
              <a:spcAft>
                <a:spcPts val="0"/>
              </a:spcAft>
              <a:buFont typeface="Arial" panose="020B0604020202020204" pitchFamily="34" charset="0"/>
              <a:buChar char="•"/>
            </a:pPr>
            <a:endParaRPr lang="en-US" dirty="0"/>
          </a:p>
        </p:txBody>
      </p:sp>
      <p:sp>
        <p:nvSpPr>
          <p:cNvPr id="678" name="Google Shape;678;p43"/>
          <p:cNvSpPr/>
          <p:nvPr/>
        </p:nvSpPr>
        <p:spPr>
          <a:xfrm>
            <a:off x="5628375" y="4028649"/>
            <a:ext cx="278082" cy="575344"/>
          </a:xfrm>
          <a:custGeom>
            <a:avLst/>
            <a:gdLst/>
            <a:ahLst/>
            <a:cxnLst/>
            <a:rect l="l" t="t" r="r" b="b"/>
            <a:pathLst>
              <a:path w="11405" h="23599" extrusionOk="0">
                <a:moveTo>
                  <a:pt x="995" y="4529"/>
                </a:moveTo>
                <a:cubicBezTo>
                  <a:pt x="995" y="4529"/>
                  <a:pt x="995" y="4529"/>
                  <a:pt x="995" y="4529"/>
                </a:cubicBezTo>
                <a:cubicBezTo>
                  <a:pt x="995" y="4529"/>
                  <a:pt x="995" y="4529"/>
                  <a:pt x="995" y="4529"/>
                </a:cubicBezTo>
                <a:close/>
                <a:moveTo>
                  <a:pt x="7675" y="1"/>
                </a:moveTo>
                <a:cubicBezTo>
                  <a:pt x="7580" y="1"/>
                  <a:pt x="7479" y="16"/>
                  <a:pt x="7371" y="43"/>
                </a:cubicBezTo>
                <a:cubicBezTo>
                  <a:pt x="7269" y="68"/>
                  <a:pt x="7178" y="76"/>
                  <a:pt x="7095" y="76"/>
                </a:cubicBezTo>
                <a:cubicBezTo>
                  <a:pt x="6933" y="76"/>
                  <a:pt x="6803" y="45"/>
                  <a:pt x="6689" y="45"/>
                </a:cubicBezTo>
                <a:cubicBezTo>
                  <a:pt x="6595" y="45"/>
                  <a:pt x="6512" y="66"/>
                  <a:pt x="6431" y="142"/>
                </a:cubicBezTo>
                <a:cubicBezTo>
                  <a:pt x="6277" y="290"/>
                  <a:pt x="6345" y="383"/>
                  <a:pt x="6067" y="414"/>
                </a:cubicBezTo>
                <a:cubicBezTo>
                  <a:pt x="5715" y="451"/>
                  <a:pt x="5499" y="828"/>
                  <a:pt x="5659" y="1174"/>
                </a:cubicBezTo>
                <a:cubicBezTo>
                  <a:pt x="5696" y="1260"/>
                  <a:pt x="5832" y="1372"/>
                  <a:pt x="5715" y="1464"/>
                </a:cubicBezTo>
                <a:cubicBezTo>
                  <a:pt x="5344" y="1730"/>
                  <a:pt x="5906" y="2224"/>
                  <a:pt x="5579" y="2626"/>
                </a:cubicBezTo>
                <a:cubicBezTo>
                  <a:pt x="5326" y="2947"/>
                  <a:pt x="5604" y="2836"/>
                  <a:pt x="5641" y="2984"/>
                </a:cubicBezTo>
                <a:cubicBezTo>
                  <a:pt x="5746" y="3417"/>
                  <a:pt x="5715" y="3491"/>
                  <a:pt x="5783" y="3571"/>
                </a:cubicBezTo>
                <a:cubicBezTo>
                  <a:pt x="5823" y="3616"/>
                  <a:pt x="5877" y="3627"/>
                  <a:pt x="5937" y="3627"/>
                </a:cubicBezTo>
                <a:cubicBezTo>
                  <a:pt x="6004" y="3627"/>
                  <a:pt x="6078" y="3613"/>
                  <a:pt x="6147" y="3613"/>
                </a:cubicBezTo>
                <a:cubicBezTo>
                  <a:pt x="6196" y="3613"/>
                  <a:pt x="6243" y="3620"/>
                  <a:pt x="6283" y="3645"/>
                </a:cubicBezTo>
                <a:cubicBezTo>
                  <a:pt x="5661" y="3780"/>
                  <a:pt x="5090" y="4027"/>
                  <a:pt x="4472" y="4027"/>
                </a:cubicBezTo>
                <a:cubicBezTo>
                  <a:pt x="4323" y="4027"/>
                  <a:pt x="4171" y="4012"/>
                  <a:pt x="4016" y="3979"/>
                </a:cubicBezTo>
                <a:cubicBezTo>
                  <a:pt x="3417" y="3849"/>
                  <a:pt x="3417" y="3614"/>
                  <a:pt x="1767" y="2959"/>
                </a:cubicBezTo>
                <a:cubicBezTo>
                  <a:pt x="1683" y="2927"/>
                  <a:pt x="1629" y="2910"/>
                  <a:pt x="1573" y="2910"/>
                </a:cubicBezTo>
                <a:cubicBezTo>
                  <a:pt x="1522" y="2910"/>
                  <a:pt x="1469" y="2924"/>
                  <a:pt x="1390" y="2953"/>
                </a:cubicBezTo>
                <a:cubicBezTo>
                  <a:pt x="772" y="3176"/>
                  <a:pt x="161" y="3423"/>
                  <a:pt x="0" y="4102"/>
                </a:cubicBezTo>
                <a:cubicBezTo>
                  <a:pt x="74" y="4096"/>
                  <a:pt x="136" y="4034"/>
                  <a:pt x="154" y="3966"/>
                </a:cubicBezTo>
                <a:lnTo>
                  <a:pt x="155" y="3966"/>
                </a:lnTo>
                <a:cubicBezTo>
                  <a:pt x="124" y="4133"/>
                  <a:pt x="124" y="4306"/>
                  <a:pt x="161" y="4467"/>
                </a:cubicBezTo>
                <a:cubicBezTo>
                  <a:pt x="221" y="4401"/>
                  <a:pt x="263" y="4312"/>
                  <a:pt x="288" y="4222"/>
                </a:cubicBezTo>
                <a:lnTo>
                  <a:pt x="288" y="4222"/>
                </a:lnTo>
                <a:cubicBezTo>
                  <a:pt x="269" y="4301"/>
                  <a:pt x="318" y="4400"/>
                  <a:pt x="389" y="4442"/>
                </a:cubicBezTo>
                <a:cubicBezTo>
                  <a:pt x="450" y="4043"/>
                  <a:pt x="776" y="3645"/>
                  <a:pt x="964" y="3645"/>
                </a:cubicBezTo>
                <a:cubicBezTo>
                  <a:pt x="968" y="3645"/>
                  <a:pt x="972" y="3645"/>
                  <a:pt x="976" y="3645"/>
                </a:cubicBezTo>
                <a:cubicBezTo>
                  <a:pt x="1044" y="3658"/>
                  <a:pt x="1155" y="3670"/>
                  <a:pt x="1112" y="3732"/>
                </a:cubicBezTo>
                <a:cubicBezTo>
                  <a:pt x="1248" y="3911"/>
                  <a:pt x="692" y="4306"/>
                  <a:pt x="995" y="4529"/>
                </a:cubicBezTo>
                <a:lnTo>
                  <a:pt x="995" y="4529"/>
                </a:lnTo>
                <a:cubicBezTo>
                  <a:pt x="960" y="4501"/>
                  <a:pt x="1699" y="3552"/>
                  <a:pt x="1730" y="3522"/>
                </a:cubicBezTo>
                <a:cubicBezTo>
                  <a:pt x="1736" y="3531"/>
                  <a:pt x="1742" y="3531"/>
                  <a:pt x="1750" y="3531"/>
                </a:cubicBezTo>
                <a:cubicBezTo>
                  <a:pt x="1758" y="3531"/>
                  <a:pt x="1767" y="3531"/>
                  <a:pt x="1779" y="3540"/>
                </a:cubicBezTo>
                <a:cubicBezTo>
                  <a:pt x="2212" y="3966"/>
                  <a:pt x="2453" y="4214"/>
                  <a:pt x="2737" y="4405"/>
                </a:cubicBezTo>
                <a:cubicBezTo>
                  <a:pt x="3725" y="5060"/>
                  <a:pt x="5054" y="4838"/>
                  <a:pt x="5579" y="5128"/>
                </a:cubicBezTo>
                <a:cubicBezTo>
                  <a:pt x="5251" y="6104"/>
                  <a:pt x="5319" y="6271"/>
                  <a:pt x="5517" y="7006"/>
                </a:cubicBezTo>
                <a:cubicBezTo>
                  <a:pt x="6802" y="11609"/>
                  <a:pt x="4763" y="12276"/>
                  <a:pt x="4831" y="12591"/>
                </a:cubicBezTo>
                <a:cubicBezTo>
                  <a:pt x="4955" y="12511"/>
                  <a:pt x="5085" y="12430"/>
                  <a:pt x="5208" y="12350"/>
                </a:cubicBezTo>
                <a:lnTo>
                  <a:pt x="5208" y="12350"/>
                </a:lnTo>
                <a:cubicBezTo>
                  <a:pt x="5128" y="12585"/>
                  <a:pt x="4887" y="12770"/>
                  <a:pt x="4893" y="13017"/>
                </a:cubicBezTo>
                <a:cubicBezTo>
                  <a:pt x="5004" y="12875"/>
                  <a:pt x="5103" y="12752"/>
                  <a:pt x="5227" y="12634"/>
                </a:cubicBezTo>
                <a:lnTo>
                  <a:pt x="5227" y="12634"/>
                </a:lnTo>
                <a:cubicBezTo>
                  <a:pt x="4918" y="13456"/>
                  <a:pt x="4881" y="14302"/>
                  <a:pt x="4671" y="15136"/>
                </a:cubicBezTo>
                <a:cubicBezTo>
                  <a:pt x="4436" y="16082"/>
                  <a:pt x="4559" y="15804"/>
                  <a:pt x="4634" y="16477"/>
                </a:cubicBezTo>
                <a:cubicBezTo>
                  <a:pt x="4652" y="16724"/>
                  <a:pt x="4609" y="16984"/>
                  <a:pt x="4609" y="17237"/>
                </a:cubicBezTo>
                <a:cubicBezTo>
                  <a:pt x="4621" y="18565"/>
                  <a:pt x="5023" y="19690"/>
                  <a:pt x="4930" y="20530"/>
                </a:cubicBezTo>
                <a:cubicBezTo>
                  <a:pt x="4905" y="20777"/>
                  <a:pt x="4763" y="21914"/>
                  <a:pt x="4547" y="22087"/>
                </a:cubicBezTo>
                <a:cubicBezTo>
                  <a:pt x="4405" y="22198"/>
                  <a:pt x="4115" y="22149"/>
                  <a:pt x="4244" y="22791"/>
                </a:cubicBezTo>
                <a:cubicBezTo>
                  <a:pt x="4263" y="22884"/>
                  <a:pt x="4294" y="22921"/>
                  <a:pt x="4424" y="22933"/>
                </a:cubicBezTo>
                <a:cubicBezTo>
                  <a:pt x="4492" y="22938"/>
                  <a:pt x="4603" y="22943"/>
                  <a:pt x="4724" y="22943"/>
                </a:cubicBezTo>
                <a:cubicBezTo>
                  <a:pt x="4919" y="22943"/>
                  <a:pt x="5137" y="22929"/>
                  <a:pt x="5233" y="22871"/>
                </a:cubicBezTo>
                <a:cubicBezTo>
                  <a:pt x="5597" y="22655"/>
                  <a:pt x="5313" y="22081"/>
                  <a:pt x="5764" y="21667"/>
                </a:cubicBezTo>
                <a:cubicBezTo>
                  <a:pt x="5820" y="21932"/>
                  <a:pt x="5845" y="22210"/>
                  <a:pt x="5826" y="22488"/>
                </a:cubicBezTo>
                <a:cubicBezTo>
                  <a:pt x="6085" y="22482"/>
                  <a:pt x="5777" y="22532"/>
                  <a:pt x="6153" y="21395"/>
                </a:cubicBezTo>
                <a:cubicBezTo>
                  <a:pt x="6413" y="20604"/>
                  <a:pt x="6098" y="20678"/>
                  <a:pt x="5931" y="20375"/>
                </a:cubicBezTo>
                <a:cubicBezTo>
                  <a:pt x="5795" y="20141"/>
                  <a:pt x="5919" y="18701"/>
                  <a:pt x="5950" y="18491"/>
                </a:cubicBezTo>
                <a:cubicBezTo>
                  <a:pt x="6129" y="17262"/>
                  <a:pt x="5974" y="17163"/>
                  <a:pt x="5943" y="16545"/>
                </a:cubicBezTo>
                <a:cubicBezTo>
                  <a:pt x="5912" y="16014"/>
                  <a:pt x="6067" y="15476"/>
                  <a:pt x="6364" y="15031"/>
                </a:cubicBezTo>
                <a:cubicBezTo>
                  <a:pt x="6431" y="15087"/>
                  <a:pt x="6364" y="15600"/>
                  <a:pt x="6364" y="15711"/>
                </a:cubicBezTo>
                <a:cubicBezTo>
                  <a:pt x="6382" y="16496"/>
                  <a:pt x="6370" y="16075"/>
                  <a:pt x="7822" y="19541"/>
                </a:cubicBezTo>
                <a:cubicBezTo>
                  <a:pt x="8538" y="21271"/>
                  <a:pt x="8421" y="21327"/>
                  <a:pt x="8081" y="22266"/>
                </a:cubicBezTo>
                <a:cubicBezTo>
                  <a:pt x="7976" y="22575"/>
                  <a:pt x="8050" y="22519"/>
                  <a:pt x="7661" y="22661"/>
                </a:cubicBezTo>
                <a:cubicBezTo>
                  <a:pt x="7049" y="22878"/>
                  <a:pt x="7123" y="23285"/>
                  <a:pt x="7673" y="23508"/>
                </a:cubicBezTo>
                <a:cubicBezTo>
                  <a:pt x="7829" y="23572"/>
                  <a:pt x="7963" y="23598"/>
                  <a:pt x="8079" y="23598"/>
                </a:cubicBezTo>
                <a:cubicBezTo>
                  <a:pt x="8554" y="23598"/>
                  <a:pt x="8722" y="23147"/>
                  <a:pt x="8841" y="22983"/>
                </a:cubicBezTo>
                <a:cubicBezTo>
                  <a:pt x="9072" y="22677"/>
                  <a:pt x="9269" y="22506"/>
                  <a:pt x="9409" y="22506"/>
                </a:cubicBezTo>
                <a:cubicBezTo>
                  <a:pt x="9582" y="22506"/>
                  <a:pt x="9667" y="22770"/>
                  <a:pt x="9619" y="23366"/>
                </a:cubicBezTo>
                <a:cubicBezTo>
                  <a:pt x="9610" y="23481"/>
                  <a:pt x="9656" y="23513"/>
                  <a:pt x="9693" y="23513"/>
                </a:cubicBezTo>
                <a:cubicBezTo>
                  <a:pt x="9708" y="23513"/>
                  <a:pt x="9722" y="23508"/>
                  <a:pt x="9731" y="23502"/>
                </a:cubicBezTo>
                <a:cubicBezTo>
                  <a:pt x="9774" y="22569"/>
                  <a:pt x="10138" y="22179"/>
                  <a:pt x="9947" y="21710"/>
                </a:cubicBezTo>
                <a:cubicBezTo>
                  <a:pt x="9749" y="21253"/>
                  <a:pt x="9434" y="21401"/>
                  <a:pt x="9162" y="20412"/>
                </a:cubicBezTo>
                <a:cubicBezTo>
                  <a:pt x="8668" y="18596"/>
                  <a:pt x="8909" y="18195"/>
                  <a:pt x="8328" y="17101"/>
                </a:cubicBezTo>
                <a:cubicBezTo>
                  <a:pt x="8137" y="16737"/>
                  <a:pt x="7729" y="16094"/>
                  <a:pt x="8019" y="15217"/>
                </a:cubicBezTo>
                <a:cubicBezTo>
                  <a:pt x="8452" y="13926"/>
                  <a:pt x="8347" y="13499"/>
                  <a:pt x="8421" y="12986"/>
                </a:cubicBezTo>
                <a:lnTo>
                  <a:pt x="8421" y="12986"/>
                </a:lnTo>
                <a:cubicBezTo>
                  <a:pt x="8559" y="13042"/>
                  <a:pt x="8581" y="13206"/>
                  <a:pt x="8600" y="13206"/>
                </a:cubicBezTo>
                <a:cubicBezTo>
                  <a:pt x="8615" y="13206"/>
                  <a:pt x="8627" y="13105"/>
                  <a:pt x="8693" y="12770"/>
                </a:cubicBezTo>
                <a:cubicBezTo>
                  <a:pt x="8724" y="12900"/>
                  <a:pt x="8773" y="13024"/>
                  <a:pt x="8835" y="13147"/>
                </a:cubicBezTo>
                <a:cubicBezTo>
                  <a:pt x="8909" y="12880"/>
                  <a:pt x="8920" y="12773"/>
                  <a:pt x="8944" y="12773"/>
                </a:cubicBezTo>
                <a:cubicBezTo>
                  <a:pt x="8969" y="12773"/>
                  <a:pt x="9008" y="12899"/>
                  <a:pt x="9156" y="13085"/>
                </a:cubicBezTo>
                <a:cubicBezTo>
                  <a:pt x="9094" y="12560"/>
                  <a:pt x="9156" y="12035"/>
                  <a:pt x="9162" y="11510"/>
                </a:cubicBezTo>
                <a:cubicBezTo>
                  <a:pt x="9187" y="10064"/>
                  <a:pt x="8668" y="9990"/>
                  <a:pt x="8353" y="8909"/>
                </a:cubicBezTo>
                <a:cubicBezTo>
                  <a:pt x="8038" y="7828"/>
                  <a:pt x="8353" y="7247"/>
                  <a:pt x="8557" y="6839"/>
                </a:cubicBezTo>
                <a:cubicBezTo>
                  <a:pt x="8699" y="6543"/>
                  <a:pt x="8810" y="6228"/>
                  <a:pt x="8946" y="5943"/>
                </a:cubicBezTo>
                <a:cubicBezTo>
                  <a:pt x="9317" y="6320"/>
                  <a:pt x="9694" y="6697"/>
                  <a:pt x="10070" y="7074"/>
                </a:cubicBezTo>
                <a:cubicBezTo>
                  <a:pt x="10305" y="7315"/>
                  <a:pt x="10509" y="7272"/>
                  <a:pt x="10120" y="8724"/>
                </a:cubicBezTo>
                <a:cubicBezTo>
                  <a:pt x="9706" y="10287"/>
                  <a:pt x="9724" y="10256"/>
                  <a:pt x="9632" y="10398"/>
                </a:cubicBezTo>
                <a:cubicBezTo>
                  <a:pt x="9341" y="10867"/>
                  <a:pt x="9385" y="10904"/>
                  <a:pt x="9397" y="11751"/>
                </a:cubicBezTo>
                <a:cubicBezTo>
                  <a:pt x="9496" y="11701"/>
                  <a:pt x="9490" y="11584"/>
                  <a:pt x="9558" y="11022"/>
                </a:cubicBezTo>
                <a:cubicBezTo>
                  <a:pt x="9582" y="11028"/>
                  <a:pt x="9601" y="11071"/>
                  <a:pt x="9601" y="11090"/>
                </a:cubicBezTo>
                <a:cubicBezTo>
                  <a:pt x="9511" y="11658"/>
                  <a:pt x="9689" y="12274"/>
                  <a:pt x="9787" y="12274"/>
                </a:cubicBezTo>
                <a:cubicBezTo>
                  <a:pt x="9844" y="12274"/>
                  <a:pt x="9874" y="12070"/>
                  <a:pt x="9811" y="11535"/>
                </a:cubicBezTo>
                <a:cubicBezTo>
                  <a:pt x="9805" y="11473"/>
                  <a:pt x="9805" y="11399"/>
                  <a:pt x="9842" y="11362"/>
                </a:cubicBezTo>
                <a:cubicBezTo>
                  <a:pt x="9910" y="11516"/>
                  <a:pt x="9928" y="11695"/>
                  <a:pt x="9959" y="11862"/>
                </a:cubicBezTo>
                <a:cubicBezTo>
                  <a:pt x="10004" y="12092"/>
                  <a:pt x="10119" y="12304"/>
                  <a:pt x="10180" y="12304"/>
                </a:cubicBezTo>
                <a:cubicBezTo>
                  <a:pt x="10213" y="12304"/>
                  <a:pt x="10230" y="12244"/>
                  <a:pt x="10212" y="12097"/>
                </a:cubicBezTo>
                <a:cubicBezTo>
                  <a:pt x="10157" y="11615"/>
                  <a:pt x="10095" y="11349"/>
                  <a:pt x="10212" y="11349"/>
                </a:cubicBezTo>
                <a:cubicBezTo>
                  <a:pt x="10314" y="11944"/>
                  <a:pt x="10414" y="12191"/>
                  <a:pt x="10470" y="12191"/>
                </a:cubicBezTo>
                <a:cubicBezTo>
                  <a:pt x="10533" y="12191"/>
                  <a:pt x="10540" y="11875"/>
                  <a:pt x="10429" y="11386"/>
                </a:cubicBezTo>
                <a:cubicBezTo>
                  <a:pt x="10416" y="11325"/>
                  <a:pt x="10410" y="11238"/>
                  <a:pt x="10460" y="11207"/>
                </a:cubicBezTo>
                <a:cubicBezTo>
                  <a:pt x="10546" y="11355"/>
                  <a:pt x="10633" y="11510"/>
                  <a:pt x="10719" y="11658"/>
                </a:cubicBezTo>
                <a:cubicBezTo>
                  <a:pt x="10819" y="11826"/>
                  <a:pt x="10877" y="11871"/>
                  <a:pt x="10904" y="11871"/>
                </a:cubicBezTo>
                <a:cubicBezTo>
                  <a:pt x="10929" y="11871"/>
                  <a:pt x="10928" y="11834"/>
                  <a:pt x="10911" y="11819"/>
                </a:cubicBezTo>
                <a:cubicBezTo>
                  <a:pt x="10904" y="11516"/>
                  <a:pt x="10676" y="11269"/>
                  <a:pt x="10633" y="10979"/>
                </a:cubicBezTo>
                <a:cubicBezTo>
                  <a:pt x="10614" y="10855"/>
                  <a:pt x="10633" y="10719"/>
                  <a:pt x="10614" y="10596"/>
                </a:cubicBezTo>
                <a:cubicBezTo>
                  <a:pt x="10596" y="10342"/>
                  <a:pt x="10460" y="10089"/>
                  <a:pt x="10515" y="9842"/>
                </a:cubicBezTo>
                <a:cubicBezTo>
                  <a:pt x="10596" y="9483"/>
                  <a:pt x="10812" y="9131"/>
                  <a:pt x="10935" y="8792"/>
                </a:cubicBezTo>
                <a:cubicBezTo>
                  <a:pt x="11028" y="8538"/>
                  <a:pt x="11405" y="7395"/>
                  <a:pt x="11318" y="7136"/>
                </a:cubicBezTo>
                <a:cubicBezTo>
                  <a:pt x="11152" y="6635"/>
                  <a:pt x="10348" y="6147"/>
                  <a:pt x="9965" y="5480"/>
                </a:cubicBezTo>
                <a:cubicBezTo>
                  <a:pt x="9799" y="5184"/>
                  <a:pt x="9792" y="4868"/>
                  <a:pt x="9700" y="4566"/>
                </a:cubicBezTo>
                <a:cubicBezTo>
                  <a:pt x="9675" y="4473"/>
                  <a:pt x="9656" y="4356"/>
                  <a:pt x="9737" y="4294"/>
                </a:cubicBezTo>
                <a:cubicBezTo>
                  <a:pt x="9809" y="4344"/>
                  <a:pt x="9886" y="4366"/>
                  <a:pt x="9960" y="4366"/>
                </a:cubicBezTo>
                <a:cubicBezTo>
                  <a:pt x="10226" y="4366"/>
                  <a:pt x="10455" y="4083"/>
                  <a:pt x="10330" y="3793"/>
                </a:cubicBezTo>
                <a:lnTo>
                  <a:pt x="10330" y="3793"/>
                </a:lnTo>
                <a:cubicBezTo>
                  <a:pt x="10353" y="3967"/>
                  <a:pt x="10210" y="4100"/>
                  <a:pt x="10056" y="4100"/>
                </a:cubicBezTo>
                <a:cubicBezTo>
                  <a:pt x="10003" y="4100"/>
                  <a:pt x="9947" y="4084"/>
                  <a:pt x="9897" y="4047"/>
                </a:cubicBezTo>
                <a:cubicBezTo>
                  <a:pt x="9619" y="3843"/>
                  <a:pt x="10083" y="3639"/>
                  <a:pt x="10021" y="3447"/>
                </a:cubicBezTo>
                <a:cubicBezTo>
                  <a:pt x="10015" y="3417"/>
                  <a:pt x="9990" y="3392"/>
                  <a:pt x="9984" y="3361"/>
                </a:cubicBezTo>
                <a:cubicBezTo>
                  <a:pt x="9922" y="3207"/>
                  <a:pt x="10138" y="3058"/>
                  <a:pt x="10107" y="2898"/>
                </a:cubicBezTo>
                <a:cubicBezTo>
                  <a:pt x="10089" y="2793"/>
                  <a:pt x="9984" y="2731"/>
                  <a:pt x="9904" y="2650"/>
                </a:cubicBezTo>
                <a:cubicBezTo>
                  <a:pt x="9829" y="2576"/>
                  <a:pt x="9811" y="2410"/>
                  <a:pt x="9922" y="2391"/>
                </a:cubicBezTo>
                <a:cubicBezTo>
                  <a:pt x="9931" y="2388"/>
                  <a:pt x="9940" y="2387"/>
                  <a:pt x="9949" y="2387"/>
                </a:cubicBezTo>
                <a:cubicBezTo>
                  <a:pt x="9977" y="2387"/>
                  <a:pt x="10007" y="2399"/>
                  <a:pt x="10039" y="2403"/>
                </a:cubicBezTo>
                <a:cubicBezTo>
                  <a:pt x="10047" y="2404"/>
                  <a:pt x="10054" y="2405"/>
                  <a:pt x="10061" y="2405"/>
                </a:cubicBezTo>
                <a:cubicBezTo>
                  <a:pt x="10180" y="2405"/>
                  <a:pt x="10272" y="2261"/>
                  <a:pt x="10225" y="2150"/>
                </a:cubicBezTo>
                <a:lnTo>
                  <a:pt x="10225" y="2150"/>
                </a:lnTo>
                <a:cubicBezTo>
                  <a:pt x="10198" y="2177"/>
                  <a:pt x="10154" y="2195"/>
                  <a:pt x="10104" y="2195"/>
                </a:cubicBezTo>
                <a:cubicBezTo>
                  <a:pt x="9993" y="2195"/>
                  <a:pt x="9857" y="2103"/>
                  <a:pt x="9836" y="1804"/>
                </a:cubicBezTo>
                <a:cubicBezTo>
                  <a:pt x="9836" y="1693"/>
                  <a:pt x="9836" y="1576"/>
                  <a:pt x="9792" y="1477"/>
                </a:cubicBezTo>
                <a:cubicBezTo>
                  <a:pt x="9727" y="1327"/>
                  <a:pt x="9566" y="1238"/>
                  <a:pt x="9406" y="1238"/>
                </a:cubicBezTo>
                <a:cubicBezTo>
                  <a:pt x="9355" y="1238"/>
                  <a:pt x="9303" y="1247"/>
                  <a:pt x="9255" y="1267"/>
                </a:cubicBezTo>
                <a:cubicBezTo>
                  <a:pt x="9361" y="931"/>
                  <a:pt x="9072" y="594"/>
                  <a:pt x="8681" y="594"/>
                </a:cubicBezTo>
                <a:cubicBezTo>
                  <a:pt x="8640" y="594"/>
                  <a:pt x="8599" y="598"/>
                  <a:pt x="8557" y="606"/>
                </a:cubicBezTo>
                <a:cubicBezTo>
                  <a:pt x="8522" y="611"/>
                  <a:pt x="8493" y="614"/>
                  <a:pt x="8470" y="614"/>
                </a:cubicBezTo>
                <a:cubicBezTo>
                  <a:pt x="8394" y="614"/>
                  <a:pt x="8369" y="582"/>
                  <a:pt x="8340" y="507"/>
                </a:cubicBezTo>
                <a:cubicBezTo>
                  <a:pt x="8208" y="153"/>
                  <a:pt x="7979" y="1"/>
                  <a:pt x="76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43"/>
          <p:cNvSpPr/>
          <p:nvPr/>
        </p:nvSpPr>
        <p:spPr>
          <a:xfrm>
            <a:off x="6007079" y="3742744"/>
            <a:ext cx="867325" cy="1386557"/>
          </a:xfrm>
          <a:custGeom>
            <a:avLst/>
            <a:gdLst/>
            <a:ahLst/>
            <a:cxnLst/>
            <a:rect l="l" t="t" r="r" b="b"/>
            <a:pathLst>
              <a:path w="14768" h="23609" extrusionOk="0">
                <a:moveTo>
                  <a:pt x="2606" y="9157"/>
                </a:moveTo>
                <a:cubicBezTo>
                  <a:pt x="2606" y="9158"/>
                  <a:pt x="2606" y="9158"/>
                  <a:pt x="2606" y="9158"/>
                </a:cubicBezTo>
                <a:cubicBezTo>
                  <a:pt x="2606" y="9158"/>
                  <a:pt x="2606" y="9158"/>
                  <a:pt x="2606" y="9157"/>
                </a:cubicBezTo>
                <a:close/>
                <a:moveTo>
                  <a:pt x="5599" y="0"/>
                </a:moveTo>
                <a:cubicBezTo>
                  <a:pt x="5364" y="0"/>
                  <a:pt x="5142" y="142"/>
                  <a:pt x="5043" y="352"/>
                </a:cubicBezTo>
                <a:cubicBezTo>
                  <a:pt x="4994" y="247"/>
                  <a:pt x="4926" y="161"/>
                  <a:pt x="4839" y="93"/>
                </a:cubicBezTo>
                <a:cubicBezTo>
                  <a:pt x="4672" y="314"/>
                  <a:pt x="4629" y="395"/>
                  <a:pt x="4611" y="395"/>
                </a:cubicBezTo>
                <a:cubicBezTo>
                  <a:pt x="4592" y="395"/>
                  <a:pt x="4601" y="303"/>
                  <a:pt x="4518" y="192"/>
                </a:cubicBezTo>
                <a:cubicBezTo>
                  <a:pt x="4425" y="402"/>
                  <a:pt x="4364" y="624"/>
                  <a:pt x="4333" y="859"/>
                </a:cubicBezTo>
                <a:cubicBezTo>
                  <a:pt x="4277" y="834"/>
                  <a:pt x="4234" y="791"/>
                  <a:pt x="4203" y="735"/>
                </a:cubicBezTo>
                <a:lnTo>
                  <a:pt x="4203" y="735"/>
                </a:lnTo>
                <a:cubicBezTo>
                  <a:pt x="4177" y="944"/>
                  <a:pt x="4238" y="1057"/>
                  <a:pt x="4217" y="1057"/>
                </a:cubicBezTo>
                <a:cubicBezTo>
                  <a:pt x="4202" y="1057"/>
                  <a:pt x="4148" y="1003"/>
                  <a:pt x="3999" y="890"/>
                </a:cubicBezTo>
                <a:lnTo>
                  <a:pt x="3999" y="890"/>
                </a:lnTo>
                <a:cubicBezTo>
                  <a:pt x="4005" y="1100"/>
                  <a:pt x="4092" y="1310"/>
                  <a:pt x="4240" y="1452"/>
                </a:cubicBezTo>
                <a:cubicBezTo>
                  <a:pt x="4160" y="1452"/>
                  <a:pt x="4086" y="1440"/>
                  <a:pt x="4005" y="1415"/>
                </a:cubicBezTo>
                <a:lnTo>
                  <a:pt x="4005" y="1415"/>
                </a:lnTo>
                <a:cubicBezTo>
                  <a:pt x="4265" y="1730"/>
                  <a:pt x="4518" y="2039"/>
                  <a:pt x="4771" y="2360"/>
                </a:cubicBezTo>
                <a:cubicBezTo>
                  <a:pt x="5439" y="3170"/>
                  <a:pt x="5599" y="2984"/>
                  <a:pt x="5760" y="3299"/>
                </a:cubicBezTo>
                <a:cubicBezTo>
                  <a:pt x="5803" y="3386"/>
                  <a:pt x="5754" y="3411"/>
                  <a:pt x="5661" y="3441"/>
                </a:cubicBezTo>
                <a:cubicBezTo>
                  <a:pt x="5482" y="3491"/>
                  <a:pt x="5358" y="3651"/>
                  <a:pt x="5204" y="3763"/>
                </a:cubicBezTo>
                <a:cubicBezTo>
                  <a:pt x="5037" y="3886"/>
                  <a:pt x="4833" y="3942"/>
                  <a:pt x="4648" y="4034"/>
                </a:cubicBezTo>
                <a:cubicBezTo>
                  <a:pt x="3727" y="4479"/>
                  <a:pt x="3752" y="5350"/>
                  <a:pt x="3598" y="5653"/>
                </a:cubicBezTo>
                <a:cubicBezTo>
                  <a:pt x="3560" y="5733"/>
                  <a:pt x="3536" y="5758"/>
                  <a:pt x="3109" y="6265"/>
                </a:cubicBezTo>
                <a:cubicBezTo>
                  <a:pt x="3094" y="6283"/>
                  <a:pt x="3082" y="6293"/>
                  <a:pt x="3069" y="6293"/>
                </a:cubicBezTo>
                <a:cubicBezTo>
                  <a:pt x="3055" y="6293"/>
                  <a:pt x="3042" y="6283"/>
                  <a:pt x="3023" y="6265"/>
                </a:cubicBezTo>
                <a:cubicBezTo>
                  <a:pt x="2164" y="5282"/>
                  <a:pt x="2257" y="5004"/>
                  <a:pt x="1960" y="3608"/>
                </a:cubicBezTo>
                <a:cubicBezTo>
                  <a:pt x="1930" y="3471"/>
                  <a:pt x="1748" y="3115"/>
                  <a:pt x="1568" y="3115"/>
                </a:cubicBezTo>
                <a:cubicBezTo>
                  <a:pt x="1529" y="3115"/>
                  <a:pt x="1491" y="3131"/>
                  <a:pt x="1454" y="3170"/>
                </a:cubicBezTo>
                <a:cubicBezTo>
                  <a:pt x="1509" y="3250"/>
                  <a:pt x="1583" y="3330"/>
                  <a:pt x="1633" y="3417"/>
                </a:cubicBezTo>
                <a:cubicBezTo>
                  <a:pt x="1730" y="3592"/>
                  <a:pt x="1691" y="3649"/>
                  <a:pt x="1595" y="3649"/>
                </a:cubicBezTo>
                <a:cubicBezTo>
                  <a:pt x="1417" y="3649"/>
                  <a:pt x="1044" y="3454"/>
                  <a:pt x="984" y="3454"/>
                </a:cubicBezTo>
                <a:cubicBezTo>
                  <a:pt x="975" y="3454"/>
                  <a:pt x="967" y="3453"/>
                  <a:pt x="958" y="3453"/>
                </a:cubicBezTo>
                <a:cubicBezTo>
                  <a:pt x="708" y="3453"/>
                  <a:pt x="469" y="3537"/>
                  <a:pt x="230" y="3614"/>
                </a:cubicBezTo>
                <a:cubicBezTo>
                  <a:pt x="70" y="3676"/>
                  <a:pt x="163" y="3800"/>
                  <a:pt x="243" y="3818"/>
                </a:cubicBezTo>
                <a:cubicBezTo>
                  <a:pt x="248" y="3819"/>
                  <a:pt x="253" y="3819"/>
                  <a:pt x="258" y="3819"/>
                </a:cubicBezTo>
                <a:cubicBezTo>
                  <a:pt x="321" y="3819"/>
                  <a:pt x="383" y="3785"/>
                  <a:pt x="441" y="3756"/>
                </a:cubicBezTo>
                <a:lnTo>
                  <a:pt x="441" y="3756"/>
                </a:lnTo>
                <a:cubicBezTo>
                  <a:pt x="397" y="3831"/>
                  <a:pt x="311" y="3868"/>
                  <a:pt x="243" y="3923"/>
                </a:cubicBezTo>
                <a:cubicBezTo>
                  <a:pt x="0" y="4088"/>
                  <a:pt x="131" y="4238"/>
                  <a:pt x="228" y="4238"/>
                </a:cubicBezTo>
                <a:cubicBezTo>
                  <a:pt x="251" y="4238"/>
                  <a:pt x="273" y="4229"/>
                  <a:pt x="286" y="4211"/>
                </a:cubicBezTo>
                <a:lnTo>
                  <a:pt x="286" y="4211"/>
                </a:lnTo>
                <a:cubicBezTo>
                  <a:pt x="169" y="4402"/>
                  <a:pt x="275" y="4470"/>
                  <a:pt x="335" y="4470"/>
                </a:cubicBezTo>
                <a:cubicBezTo>
                  <a:pt x="342" y="4470"/>
                  <a:pt x="349" y="4469"/>
                  <a:pt x="354" y="4467"/>
                </a:cubicBezTo>
                <a:lnTo>
                  <a:pt x="354" y="4467"/>
                </a:lnTo>
                <a:cubicBezTo>
                  <a:pt x="335" y="4523"/>
                  <a:pt x="348" y="4578"/>
                  <a:pt x="385" y="4628"/>
                </a:cubicBezTo>
                <a:cubicBezTo>
                  <a:pt x="496" y="4535"/>
                  <a:pt x="558" y="4405"/>
                  <a:pt x="558" y="4263"/>
                </a:cubicBezTo>
                <a:cubicBezTo>
                  <a:pt x="1238" y="4671"/>
                  <a:pt x="1275" y="4689"/>
                  <a:pt x="1343" y="4764"/>
                </a:cubicBezTo>
                <a:cubicBezTo>
                  <a:pt x="1756" y="5208"/>
                  <a:pt x="1738" y="6858"/>
                  <a:pt x="2300" y="7760"/>
                </a:cubicBezTo>
                <a:cubicBezTo>
                  <a:pt x="1861" y="8236"/>
                  <a:pt x="2158" y="8773"/>
                  <a:pt x="2084" y="9304"/>
                </a:cubicBezTo>
                <a:cubicBezTo>
                  <a:pt x="2201" y="9082"/>
                  <a:pt x="2294" y="8841"/>
                  <a:pt x="2362" y="8594"/>
                </a:cubicBezTo>
                <a:cubicBezTo>
                  <a:pt x="2627" y="8927"/>
                  <a:pt x="2608" y="9145"/>
                  <a:pt x="2606" y="9157"/>
                </a:cubicBezTo>
                <a:lnTo>
                  <a:pt x="2606" y="9157"/>
                </a:lnTo>
                <a:cubicBezTo>
                  <a:pt x="2608" y="9147"/>
                  <a:pt x="2636" y="8983"/>
                  <a:pt x="2875" y="8612"/>
                </a:cubicBezTo>
                <a:cubicBezTo>
                  <a:pt x="3109" y="9008"/>
                  <a:pt x="2881" y="9626"/>
                  <a:pt x="3282" y="9910"/>
                </a:cubicBezTo>
                <a:cubicBezTo>
                  <a:pt x="2980" y="9193"/>
                  <a:pt x="3486" y="8396"/>
                  <a:pt x="3647" y="7741"/>
                </a:cubicBezTo>
                <a:cubicBezTo>
                  <a:pt x="3760" y="8072"/>
                  <a:pt x="3729" y="8423"/>
                  <a:pt x="3748" y="8423"/>
                </a:cubicBezTo>
                <a:cubicBezTo>
                  <a:pt x="3765" y="8423"/>
                  <a:pt x="3823" y="8135"/>
                  <a:pt x="4067" y="7284"/>
                </a:cubicBezTo>
                <a:lnTo>
                  <a:pt x="4067" y="7284"/>
                </a:lnTo>
                <a:cubicBezTo>
                  <a:pt x="4388" y="8557"/>
                  <a:pt x="3622" y="9607"/>
                  <a:pt x="3369" y="12888"/>
                </a:cubicBezTo>
                <a:cubicBezTo>
                  <a:pt x="3462" y="12715"/>
                  <a:pt x="3548" y="12536"/>
                  <a:pt x="3641" y="12356"/>
                </a:cubicBezTo>
                <a:lnTo>
                  <a:pt x="3641" y="12356"/>
                </a:lnTo>
                <a:cubicBezTo>
                  <a:pt x="3925" y="15452"/>
                  <a:pt x="3573" y="15544"/>
                  <a:pt x="3808" y="16310"/>
                </a:cubicBezTo>
                <a:cubicBezTo>
                  <a:pt x="3882" y="16576"/>
                  <a:pt x="4030" y="16829"/>
                  <a:pt x="3999" y="17101"/>
                </a:cubicBezTo>
                <a:cubicBezTo>
                  <a:pt x="3925" y="17058"/>
                  <a:pt x="3845" y="17027"/>
                  <a:pt x="3771" y="16990"/>
                </a:cubicBezTo>
                <a:lnTo>
                  <a:pt x="3771" y="16990"/>
                </a:lnTo>
                <a:cubicBezTo>
                  <a:pt x="3894" y="17565"/>
                  <a:pt x="4450" y="17948"/>
                  <a:pt x="4623" y="18504"/>
                </a:cubicBezTo>
                <a:cubicBezTo>
                  <a:pt x="4839" y="19158"/>
                  <a:pt x="4493" y="19962"/>
                  <a:pt x="4889" y="20536"/>
                </a:cubicBezTo>
                <a:cubicBezTo>
                  <a:pt x="4852" y="20165"/>
                  <a:pt x="4889" y="19789"/>
                  <a:pt x="5006" y="19436"/>
                </a:cubicBezTo>
                <a:cubicBezTo>
                  <a:pt x="5080" y="19714"/>
                  <a:pt x="5204" y="19974"/>
                  <a:pt x="5377" y="20203"/>
                </a:cubicBezTo>
                <a:cubicBezTo>
                  <a:pt x="5389" y="19955"/>
                  <a:pt x="5408" y="19702"/>
                  <a:pt x="5426" y="19455"/>
                </a:cubicBezTo>
                <a:cubicBezTo>
                  <a:pt x="5624" y="19727"/>
                  <a:pt x="5754" y="20048"/>
                  <a:pt x="5791" y="20388"/>
                </a:cubicBezTo>
                <a:cubicBezTo>
                  <a:pt x="5828" y="20697"/>
                  <a:pt x="5704" y="20808"/>
                  <a:pt x="5451" y="20907"/>
                </a:cubicBezTo>
                <a:cubicBezTo>
                  <a:pt x="5179" y="21012"/>
                  <a:pt x="4920" y="21160"/>
                  <a:pt x="4642" y="21247"/>
                </a:cubicBezTo>
                <a:cubicBezTo>
                  <a:pt x="4456" y="21302"/>
                  <a:pt x="4036" y="21580"/>
                  <a:pt x="4005" y="21654"/>
                </a:cubicBezTo>
                <a:cubicBezTo>
                  <a:pt x="3968" y="21741"/>
                  <a:pt x="4036" y="21840"/>
                  <a:pt x="4123" y="21877"/>
                </a:cubicBezTo>
                <a:cubicBezTo>
                  <a:pt x="4167" y="21896"/>
                  <a:pt x="4211" y="21903"/>
                  <a:pt x="4254" y="21903"/>
                </a:cubicBezTo>
                <a:cubicBezTo>
                  <a:pt x="4378" y="21903"/>
                  <a:pt x="4498" y="21843"/>
                  <a:pt x="4617" y="21834"/>
                </a:cubicBezTo>
                <a:cubicBezTo>
                  <a:pt x="4645" y="21831"/>
                  <a:pt x="4673" y="21830"/>
                  <a:pt x="4700" y="21830"/>
                </a:cubicBezTo>
                <a:cubicBezTo>
                  <a:pt x="4809" y="21830"/>
                  <a:pt x="4911" y="21844"/>
                  <a:pt x="5016" y="21844"/>
                </a:cubicBezTo>
                <a:cubicBezTo>
                  <a:pt x="5105" y="21844"/>
                  <a:pt x="5195" y="21834"/>
                  <a:pt x="5290" y="21796"/>
                </a:cubicBezTo>
                <a:cubicBezTo>
                  <a:pt x="5395" y="21753"/>
                  <a:pt x="5488" y="21685"/>
                  <a:pt x="5593" y="21642"/>
                </a:cubicBezTo>
                <a:cubicBezTo>
                  <a:pt x="5774" y="21566"/>
                  <a:pt x="5981" y="21553"/>
                  <a:pt x="6185" y="21553"/>
                </a:cubicBezTo>
                <a:cubicBezTo>
                  <a:pt x="6291" y="21553"/>
                  <a:pt x="6396" y="21556"/>
                  <a:pt x="6495" y="21556"/>
                </a:cubicBezTo>
                <a:cubicBezTo>
                  <a:pt x="6790" y="21556"/>
                  <a:pt x="7035" y="21525"/>
                  <a:pt x="7107" y="21271"/>
                </a:cubicBezTo>
                <a:cubicBezTo>
                  <a:pt x="7323" y="20474"/>
                  <a:pt x="6446" y="19832"/>
                  <a:pt x="6446" y="19047"/>
                </a:cubicBezTo>
                <a:lnTo>
                  <a:pt x="6446" y="19047"/>
                </a:lnTo>
                <a:cubicBezTo>
                  <a:pt x="6520" y="19090"/>
                  <a:pt x="6588" y="19128"/>
                  <a:pt x="6656" y="19177"/>
                </a:cubicBezTo>
                <a:cubicBezTo>
                  <a:pt x="5778" y="16032"/>
                  <a:pt x="6310" y="17750"/>
                  <a:pt x="6087" y="16681"/>
                </a:cubicBezTo>
                <a:cubicBezTo>
                  <a:pt x="6056" y="16520"/>
                  <a:pt x="5982" y="16360"/>
                  <a:pt x="5970" y="16187"/>
                </a:cubicBezTo>
                <a:cubicBezTo>
                  <a:pt x="5945" y="15835"/>
                  <a:pt x="6168" y="15507"/>
                  <a:pt x="6199" y="15155"/>
                </a:cubicBezTo>
                <a:cubicBezTo>
                  <a:pt x="7399" y="17075"/>
                  <a:pt x="7474" y="18101"/>
                  <a:pt x="7538" y="18101"/>
                </a:cubicBezTo>
                <a:cubicBezTo>
                  <a:pt x="7561" y="18101"/>
                  <a:pt x="7584" y="17958"/>
                  <a:pt x="7663" y="17663"/>
                </a:cubicBezTo>
                <a:cubicBezTo>
                  <a:pt x="7941" y="18615"/>
                  <a:pt x="8281" y="19541"/>
                  <a:pt x="8664" y="20443"/>
                </a:cubicBezTo>
                <a:cubicBezTo>
                  <a:pt x="8739" y="20132"/>
                  <a:pt x="8753" y="19997"/>
                  <a:pt x="8768" y="19997"/>
                </a:cubicBezTo>
                <a:cubicBezTo>
                  <a:pt x="8795" y="19997"/>
                  <a:pt x="8824" y="20432"/>
                  <a:pt x="9213" y="21055"/>
                </a:cubicBezTo>
                <a:lnTo>
                  <a:pt x="9422" y="20521"/>
                </a:lnTo>
                <a:lnTo>
                  <a:pt x="9422" y="20521"/>
                </a:lnTo>
                <a:cubicBezTo>
                  <a:pt x="9379" y="20641"/>
                  <a:pt x="9615" y="20913"/>
                  <a:pt x="9627" y="21549"/>
                </a:cubicBezTo>
                <a:cubicBezTo>
                  <a:pt x="9646" y="22371"/>
                  <a:pt x="9522" y="22309"/>
                  <a:pt x="8540" y="23075"/>
                </a:cubicBezTo>
                <a:cubicBezTo>
                  <a:pt x="8466" y="23137"/>
                  <a:pt x="8250" y="23187"/>
                  <a:pt x="8194" y="23353"/>
                </a:cubicBezTo>
                <a:cubicBezTo>
                  <a:pt x="8176" y="23409"/>
                  <a:pt x="8188" y="23471"/>
                  <a:pt x="8231" y="23502"/>
                </a:cubicBezTo>
                <a:cubicBezTo>
                  <a:pt x="8252" y="23517"/>
                  <a:pt x="8275" y="23523"/>
                  <a:pt x="8300" y="23523"/>
                </a:cubicBezTo>
                <a:cubicBezTo>
                  <a:pt x="8377" y="23523"/>
                  <a:pt x="8469" y="23464"/>
                  <a:pt x="8558" y="23464"/>
                </a:cubicBezTo>
                <a:cubicBezTo>
                  <a:pt x="8565" y="23464"/>
                  <a:pt x="8571" y="23464"/>
                  <a:pt x="8577" y="23465"/>
                </a:cubicBezTo>
                <a:cubicBezTo>
                  <a:pt x="8557" y="23509"/>
                  <a:pt x="8589" y="23592"/>
                  <a:pt x="8677" y="23592"/>
                </a:cubicBezTo>
                <a:cubicBezTo>
                  <a:pt x="8725" y="23592"/>
                  <a:pt x="8788" y="23568"/>
                  <a:pt x="8867" y="23502"/>
                </a:cubicBezTo>
                <a:cubicBezTo>
                  <a:pt x="8898" y="23574"/>
                  <a:pt x="8978" y="23609"/>
                  <a:pt x="9061" y="23609"/>
                </a:cubicBezTo>
                <a:cubicBezTo>
                  <a:pt x="9112" y="23609"/>
                  <a:pt x="9165" y="23596"/>
                  <a:pt x="9207" y="23570"/>
                </a:cubicBezTo>
                <a:cubicBezTo>
                  <a:pt x="9244" y="23547"/>
                  <a:pt x="9270" y="23540"/>
                  <a:pt x="9292" y="23540"/>
                </a:cubicBezTo>
                <a:cubicBezTo>
                  <a:pt x="9337" y="23540"/>
                  <a:pt x="9361" y="23571"/>
                  <a:pt x="9402" y="23571"/>
                </a:cubicBezTo>
                <a:cubicBezTo>
                  <a:pt x="9430" y="23571"/>
                  <a:pt x="9466" y="23556"/>
                  <a:pt x="9522" y="23508"/>
                </a:cubicBezTo>
                <a:cubicBezTo>
                  <a:pt x="9611" y="23425"/>
                  <a:pt x="9649" y="23401"/>
                  <a:pt x="9672" y="23401"/>
                </a:cubicBezTo>
                <a:cubicBezTo>
                  <a:pt x="9705" y="23401"/>
                  <a:pt x="9705" y="23451"/>
                  <a:pt x="9773" y="23451"/>
                </a:cubicBezTo>
                <a:cubicBezTo>
                  <a:pt x="9813" y="23451"/>
                  <a:pt x="9877" y="23434"/>
                  <a:pt x="9986" y="23378"/>
                </a:cubicBezTo>
                <a:cubicBezTo>
                  <a:pt x="10851" y="22921"/>
                  <a:pt x="10919" y="22909"/>
                  <a:pt x="10980" y="22797"/>
                </a:cubicBezTo>
                <a:cubicBezTo>
                  <a:pt x="11320" y="22266"/>
                  <a:pt x="10239" y="21321"/>
                  <a:pt x="10295" y="19263"/>
                </a:cubicBezTo>
                <a:lnTo>
                  <a:pt x="10295" y="19263"/>
                </a:lnTo>
                <a:cubicBezTo>
                  <a:pt x="10338" y="19276"/>
                  <a:pt x="10356" y="19356"/>
                  <a:pt x="10369" y="19393"/>
                </a:cubicBezTo>
                <a:cubicBezTo>
                  <a:pt x="10134" y="17941"/>
                  <a:pt x="9936" y="17880"/>
                  <a:pt x="9559" y="17268"/>
                </a:cubicBezTo>
                <a:cubicBezTo>
                  <a:pt x="9318" y="16891"/>
                  <a:pt x="9164" y="16459"/>
                  <a:pt x="9096" y="16008"/>
                </a:cubicBezTo>
                <a:lnTo>
                  <a:pt x="9096" y="16008"/>
                </a:lnTo>
                <a:lnTo>
                  <a:pt x="9257" y="16032"/>
                </a:lnTo>
                <a:cubicBezTo>
                  <a:pt x="8935" y="15248"/>
                  <a:pt x="8818" y="14370"/>
                  <a:pt x="8929" y="13530"/>
                </a:cubicBezTo>
                <a:lnTo>
                  <a:pt x="8929" y="13530"/>
                </a:lnTo>
                <a:cubicBezTo>
                  <a:pt x="8976" y="13577"/>
                  <a:pt x="9003" y="13625"/>
                  <a:pt x="9019" y="13625"/>
                </a:cubicBezTo>
                <a:cubicBezTo>
                  <a:pt x="9052" y="13625"/>
                  <a:pt x="9036" y="13422"/>
                  <a:pt x="9040" y="12579"/>
                </a:cubicBezTo>
                <a:cubicBezTo>
                  <a:pt x="9043" y="12579"/>
                  <a:pt x="9046" y="12578"/>
                  <a:pt x="9049" y="12578"/>
                </a:cubicBezTo>
                <a:cubicBezTo>
                  <a:pt x="9105" y="12578"/>
                  <a:pt x="9134" y="12637"/>
                  <a:pt x="9152" y="12690"/>
                </a:cubicBezTo>
                <a:cubicBezTo>
                  <a:pt x="9059" y="11547"/>
                  <a:pt x="9102" y="10398"/>
                  <a:pt x="9306" y="9267"/>
                </a:cubicBezTo>
                <a:cubicBezTo>
                  <a:pt x="9405" y="9916"/>
                  <a:pt x="9473" y="10565"/>
                  <a:pt x="9529" y="11213"/>
                </a:cubicBezTo>
                <a:cubicBezTo>
                  <a:pt x="9807" y="10818"/>
                  <a:pt x="9800" y="10305"/>
                  <a:pt x="9782" y="9817"/>
                </a:cubicBezTo>
                <a:lnTo>
                  <a:pt x="9782" y="9817"/>
                </a:lnTo>
                <a:cubicBezTo>
                  <a:pt x="10029" y="10157"/>
                  <a:pt x="10196" y="10565"/>
                  <a:pt x="10245" y="10985"/>
                </a:cubicBezTo>
                <a:cubicBezTo>
                  <a:pt x="10307" y="10571"/>
                  <a:pt x="10307" y="10157"/>
                  <a:pt x="10239" y="9749"/>
                </a:cubicBezTo>
                <a:lnTo>
                  <a:pt x="10239" y="9749"/>
                </a:lnTo>
                <a:cubicBezTo>
                  <a:pt x="10326" y="9842"/>
                  <a:pt x="10400" y="9941"/>
                  <a:pt x="10461" y="10058"/>
                </a:cubicBezTo>
                <a:cubicBezTo>
                  <a:pt x="10486" y="9799"/>
                  <a:pt x="10474" y="9539"/>
                  <a:pt x="10418" y="9292"/>
                </a:cubicBezTo>
                <a:lnTo>
                  <a:pt x="10418" y="9292"/>
                </a:lnTo>
                <a:cubicBezTo>
                  <a:pt x="10863" y="9502"/>
                  <a:pt x="11351" y="9731"/>
                  <a:pt x="11592" y="10163"/>
                </a:cubicBezTo>
                <a:cubicBezTo>
                  <a:pt x="11623" y="9922"/>
                  <a:pt x="11598" y="9675"/>
                  <a:pt x="11512" y="9447"/>
                </a:cubicBezTo>
                <a:cubicBezTo>
                  <a:pt x="12171" y="9372"/>
                  <a:pt x="12500" y="9276"/>
                  <a:pt x="12671" y="9276"/>
                </a:cubicBezTo>
                <a:cubicBezTo>
                  <a:pt x="12799" y="9276"/>
                  <a:pt x="12837" y="9331"/>
                  <a:pt x="12859" y="9490"/>
                </a:cubicBezTo>
                <a:cubicBezTo>
                  <a:pt x="12896" y="9786"/>
                  <a:pt x="13106" y="9848"/>
                  <a:pt x="13198" y="10009"/>
                </a:cubicBezTo>
                <a:cubicBezTo>
                  <a:pt x="13266" y="10126"/>
                  <a:pt x="13223" y="10528"/>
                  <a:pt x="13347" y="10589"/>
                </a:cubicBezTo>
                <a:cubicBezTo>
                  <a:pt x="13368" y="10600"/>
                  <a:pt x="13387" y="10604"/>
                  <a:pt x="13405" y="10604"/>
                </a:cubicBezTo>
                <a:cubicBezTo>
                  <a:pt x="13553" y="10604"/>
                  <a:pt x="13609" y="10299"/>
                  <a:pt x="13581" y="10194"/>
                </a:cubicBezTo>
                <a:cubicBezTo>
                  <a:pt x="13544" y="10040"/>
                  <a:pt x="13445" y="9910"/>
                  <a:pt x="13390" y="9762"/>
                </a:cubicBezTo>
                <a:lnTo>
                  <a:pt x="13390" y="9762"/>
                </a:lnTo>
                <a:cubicBezTo>
                  <a:pt x="14520" y="10342"/>
                  <a:pt x="13612" y="10806"/>
                  <a:pt x="13952" y="11176"/>
                </a:cubicBezTo>
                <a:cubicBezTo>
                  <a:pt x="14047" y="10944"/>
                  <a:pt x="14075" y="10845"/>
                  <a:pt x="14091" y="10845"/>
                </a:cubicBezTo>
                <a:cubicBezTo>
                  <a:pt x="14104" y="10845"/>
                  <a:pt x="14109" y="10913"/>
                  <a:pt x="14137" y="11028"/>
                </a:cubicBezTo>
                <a:cubicBezTo>
                  <a:pt x="14768" y="10386"/>
                  <a:pt x="13612" y="8890"/>
                  <a:pt x="12834" y="8619"/>
                </a:cubicBezTo>
                <a:cubicBezTo>
                  <a:pt x="12358" y="8458"/>
                  <a:pt x="11790" y="8551"/>
                  <a:pt x="11382" y="8266"/>
                </a:cubicBezTo>
                <a:lnTo>
                  <a:pt x="11382" y="8266"/>
                </a:lnTo>
                <a:cubicBezTo>
                  <a:pt x="11483" y="8287"/>
                  <a:pt x="11589" y="8298"/>
                  <a:pt x="11694" y="8298"/>
                </a:cubicBezTo>
                <a:cubicBezTo>
                  <a:pt x="11814" y="8298"/>
                  <a:pt x="11934" y="8284"/>
                  <a:pt x="12049" y="8254"/>
                </a:cubicBezTo>
                <a:cubicBezTo>
                  <a:pt x="11419" y="8192"/>
                  <a:pt x="11122" y="8192"/>
                  <a:pt x="10875" y="8032"/>
                </a:cubicBezTo>
                <a:cubicBezTo>
                  <a:pt x="10671" y="7908"/>
                  <a:pt x="10542" y="7649"/>
                  <a:pt x="10634" y="7432"/>
                </a:cubicBezTo>
                <a:lnTo>
                  <a:pt x="10634" y="7432"/>
                </a:lnTo>
                <a:cubicBezTo>
                  <a:pt x="10737" y="7537"/>
                  <a:pt x="10815" y="7647"/>
                  <a:pt x="10831" y="7647"/>
                </a:cubicBezTo>
                <a:cubicBezTo>
                  <a:pt x="10857" y="7647"/>
                  <a:pt x="10701" y="7326"/>
                  <a:pt x="10171" y="6110"/>
                </a:cubicBezTo>
                <a:lnTo>
                  <a:pt x="10171" y="6110"/>
                </a:lnTo>
                <a:cubicBezTo>
                  <a:pt x="10319" y="6154"/>
                  <a:pt x="10449" y="6259"/>
                  <a:pt x="10523" y="6388"/>
                </a:cubicBezTo>
                <a:cubicBezTo>
                  <a:pt x="9949" y="4603"/>
                  <a:pt x="9825" y="4356"/>
                  <a:pt x="9393" y="4072"/>
                </a:cubicBezTo>
                <a:cubicBezTo>
                  <a:pt x="9139" y="3911"/>
                  <a:pt x="8738" y="3874"/>
                  <a:pt x="8478" y="3627"/>
                </a:cubicBezTo>
                <a:cubicBezTo>
                  <a:pt x="8387" y="3536"/>
                  <a:pt x="8278" y="3339"/>
                  <a:pt x="7911" y="3339"/>
                </a:cubicBezTo>
                <a:cubicBezTo>
                  <a:pt x="7854" y="3339"/>
                  <a:pt x="7790" y="3344"/>
                  <a:pt x="7718" y="3355"/>
                </a:cubicBezTo>
                <a:cubicBezTo>
                  <a:pt x="7701" y="3358"/>
                  <a:pt x="7686" y="3359"/>
                  <a:pt x="7673" y="3359"/>
                </a:cubicBezTo>
                <a:cubicBezTo>
                  <a:pt x="7626" y="3359"/>
                  <a:pt x="7604" y="3340"/>
                  <a:pt x="7570" y="3287"/>
                </a:cubicBezTo>
                <a:cubicBezTo>
                  <a:pt x="7286" y="2805"/>
                  <a:pt x="7206" y="2953"/>
                  <a:pt x="6773" y="1977"/>
                </a:cubicBezTo>
                <a:cubicBezTo>
                  <a:pt x="6625" y="1644"/>
                  <a:pt x="6730" y="1631"/>
                  <a:pt x="6748" y="1446"/>
                </a:cubicBezTo>
                <a:cubicBezTo>
                  <a:pt x="6798" y="1057"/>
                  <a:pt x="6186" y="859"/>
                  <a:pt x="6186" y="464"/>
                </a:cubicBezTo>
                <a:cubicBezTo>
                  <a:pt x="6118" y="464"/>
                  <a:pt x="6044" y="457"/>
                  <a:pt x="5970" y="457"/>
                </a:cubicBezTo>
                <a:cubicBezTo>
                  <a:pt x="5995" y="371"/>
                  <a:pt x="6032" y="297"/>
                  <a:pt x="6093" y="241"/>
                </a:cubicBezTo>
                <a:cubicBezTo>
                  <a:pt x="6067" y="236"/>
                  <a:pt x="6040" y="234"/>
                  <a:pt x="6012" y="234"/>
                </a:cubicBezTo>
                <a:cubicBezTo>
                  <a:pt x="5936" y="234"/>
                  <a:pt x="5859" y="251"/>
                  <a:pt x="5791" y="278"/>
                </a:cubicBezTo>
                <a:cubicBezTo>
                  <a:pt x="5828" y="210"/>
                  <a:pt x="5877" y="148"/>
                  <a:pt x="5939" y="99"/>
                </a:cubicBezTo>
                <a:cubicBezTo>
                  <a:pt x="5930" y="99"/>
                  <a:pt x="5922" y="99"/>
                  <a:pt x="5913" y="99"/>
                </a:cubicBezTo>
                <a:cubicBezTo>
                  <a:pt x="5767" y="99"/>
                  <a:pt x="5624" y="147"/>
                  <a:pt x="5513" y="235"/>
                </a:cubicBezTo>
                <a:cubicBezTo>
                  <a:pt x="5513" y="148"/>
                  <a:pt x="5544" y="74"/>
                  <a:pt x="559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80" name="Google Shape;680;p43"/>
          <p:cNvGrpSpPr/>
          <p:nvPr/>
        </p:nvGrpSpPr>
        <p:grpSpPr>
          <a:xfrm>
            <a:off x="30" y="-141878"/>
            <a:ext cx="9332419" cy="5674254"/>
            <a:chOff x="30" y="-384403"/>
            <a:chExt cx="9332419" cy="5674254"/>
          </a:xfrm>
        </p:grpSpPr>
        <p:sp>
          <p:nvSpPr>
            <p:cNvPr id="681" name="Google Shape;681;p43"/>
            <p:cNvSpPr/>
            <p:nvPr/>
          </p:nvSpPr>
          <p:spPr>
            <a:xfrm flipH="1">
              <a:off x="8106068" y="935664"/>
              <a:ext cx="1134600" cy="36906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43"/>
            <p:cNvSpPr/>
            <p:nvPr/>
          </p:nvSpPr>
          <p:spPr>
            <a:xfrm flipH="1">
              <a:off x="9056612" y="4979047"/>
              <a:ext cx="169277" cy="290258"/>
            </a:xfrm>
            <a:custGeom>
              <a:avLst/>
              <a:gdLst/>
              <a:ahLst/>
              <a:cxnLst/>
              <a:rect l="l" t="t" r="r" b="b"/>
              <a:pathLst>
                <a:path w="2447" h="4196" extrusionOk="0">
                  <a:moveTo>
                    <a:pt x="2076" y="4196"/>
                  </a:moveTo>
                  <a:lnTo>
                    <a:pt x="2447" y="1"/>
                  </a:lnTo>
                  <a:lnTo>
                    <a:pt x="0" y="4146"/>
                  </a:lnTo>
                  <a:close/>
                </a:path>
              </a:pathLst>
            </a:custGeom>
            <a:solidFill>
              <a:srgbClr val="7A2B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43"/>
            <p:cNvSpPr/>
            <p:nvPr/>
          </p:nvSpPr>
          <p:spPr>
            <a:xfrm flipH="1">
              <a:off x="5427087" y="-384403"/>
              <a:ext cx="1725392" cy="3470231"/>
            </a:xfrm>
            <a:custGeom>
              <a:avLst/>
              <a:gdLst/>
              <a:ahLst/>
              <a:cxnLst/>
              <a:rect l="l" t="t" r="r" b="b"/>
              <a:pathLst>
                <a:path w="18016" h="36236" extrusionOk="0">
                  <a:moveTo>
                    <a:pt x="9842" y="34604"/>
                  </a:moveTo>
                  <a:cubicBezTo>
                    <a:pt x="10565" y="33962"/>
                    <a:pt x="10985" y="32985"/>
                    <a:pt x="10954" y="32016"/>
                  </a:cubicBezTo>
                  <a:cubicBezTo>
                    <a:pt x="10503" y="31941"/>
                    <a:pt x="10219" y="31379"/>
                    <a:pt x="10417" y="30978"/>
                  </a:cubicBezTo>
                  <a:cubicBezTo>
                    <a:pt x="10522" y="30768"/>
                    <a:pt x="10713" y="30625"/>
                    <a:pt x="10849" y="30440"/>
                  </a:cubicBezTo>
                  <a:cubicBezTo>
                    <a:pt x="11337" y="29816"/>
                    <a:pt x="11152" y="28914"/>
                    <a:pt x="10942" y="28142"/>
                  </a:cubicBezTo>
                  <a:cubicBezTo>
                    <a:pt x="10843" y="27753"/>
                    <a:pt x="10713" y="27345"/>
                    <a:pt x="10386" y="27116"/>
                  </a:cubicBezTo>
                  <a:cubicBezTo>
                    <a:pt x="10157" y="26949"/>
                    <a:pt x="9848" y="26906"/>
                    <a:pt x="9626" y="26733"/>
                  </a:cubicBezTo>
                  <a:cubicBezTo>
                    <a:pt x="9397" y="26560"/>
                    <a:pt x="9336" y="26134"/>
                    <a:pt x="9608" y="26035"/>
                  </a:cubicBezTo>
                  <a:cubicBezTo>
                    <a:pt x="9614" y="25646"/>
                    <a:pt x="9626" y="25269"/>
                    <a:pt x="9626" y="24880"/>
                  </a:cubicBezTo>
                  <a:cubicBezTo>
                    <a:pt x="9947" y="24596"/>
                    <a:pt x="10472" y="24194"/>
                    <a:pt x="10874" y="24033"/>
                  </a:cubicBezTo>
                  <a:cubicBezTo>
                    <a:pt x="11412" y="23823"/>
                    <a:pt x="11961" y="23613"/>
                    <a:pt x="12505" y="23409"/>
                  </a:cubicBezTo>
                  <a:cubicBezTo>
                    <a:pt x="12789" y="23298"/>
                    <a:pt x="13092" y="23175"/>
                    <a:pt x="13253" y="22921"/>
                  </a:cubicBezTo>
                  <a:cubicBezTo>
                    <a:pt x="13401" y="22680"/>
                    <a:pt x="13401" y="22390"/>
                    <a:pt x="13389" y="22112"/>
                  </a:cubicBezTo>
                  <a:lnTo>
                    <a:pt x="13370" y="21371"/>
                  </a:lnTo>
                  <a:cubicBezTo>
                    <a:pt x="13351" y="20741"/>
                    <a:pt x="13222" y="19962"/>
                    <a:pt x="12616" y="19795"/>
                  </a:cubicBezTo>
                  <a:cubicBezTo>
                    <a:pt x="12443" y="19740"/>
                    <a:pt x="12246" y="19764"/>
                    <a:pt x="12073" y="19721"/>
                  </a:cubicBezTo>
                  <a:cubicBezTo>
                    <a:pt x="11893" y="19684"/>
                    <a:pt x="11702" y="19561"/>
                    <a:pt x="11683" y="19375"/>
                  </a:cubicBezTo>
                  <a:cubicBezTo>
                    <a:pt x="11659" y="19097"/>
                    <a:pt x="12011" y="18961"/>
                    <a:pt x="12289" y="18899"/>
                  </a:cubicBezTo>
                  <a:cubicBezTo>
                    <a:pt x="12561" y="18825"/>
                    <a:pt x="12900" y="18621"/>
                    <a:pt x="12795" y="18356"/>
                  </a:cubicBezTo>
                  <a:cubicBezTo>
                    <a:pt x="12950" y="18035"/>
                    <a:pt x="13092" y="17478"/>
                    <a:pt x="13246" y="17151"/>
                  </a:cubicBezTo>
                  <a:cubicBezTo>
                    <a:pt x="12610" y="16410"/>
                    <a:pt x="11819" y="15817"/>
                    <a:pt x="10936" y="15409"/>
                  </a:cubicBezTo>
                  <a:cubicBezTo>
                    <a:pt x="11492" y="14464"/>
                    <a:pt x="11764" y="13352"/>
                    <a:pt x="11702" y="12258"/>
                  </a:cubicBezTo>
                  <a:cubicBezTo>
                    <a:pt x="11665" y="11615"/>
                    <a:pt x="11399" y="10849"/>
                    <a:pt x="10769" y="10720"/>
                  </a:cubicBezTo>
                  <a:cubicBezTo>
                    <a:pt x="10571" y="10683"/>
                    <a:pt x="10380" y="10701"/>
                    <a:pt x="10188" y="10664"/>
                  </a:cubicBezTo>
                  <a:cubicBezTo>
                    <a:pt x="9997" y="10627"/>
                    <a:pt x="9799" y="10485"/>
                    <a:pt x="9793" y="10293"/>
                  </a:cubicBezTo>
                  <a:cubicBezTo>
                    <a:pt x="9608" y="10015"/>
                    <a:pt x="9144" y="10034"/>
                    <a:pt x="8823" y="10114"/>
                  </a:cubicBezTo>
                  <a:cubicBezTo>
                    <a:pt x="8495" y="10201"/>
                    <a:pt x="8038" y="10170"/>
                    <a:pt x="7970" y="9849"/>
                  </a:cubicBezTo>
                  <a:cubicBezTo>
                    <a:pt x="7939" y="9700"/>
                    <a:pt x="8007" y="9552"/>
                    <a:pt x="8038" y="9404"/>
                  </a:cubicBezTo>
                  <a:cubicBezTo>
                    <a:pt x="8100" y="9058"/>
                    <a:pt x="7909" y="8706"/>
                    <a:pt x="7637" y="8477"/>
                  </a:cubicBezTo>
                  <a:cubicBezTo>
                    <a:pt x="7371" y="8255"/>
                    <a:pt x="7019" y="8137"/>
                    <a:pt x="6679" y="8038"/>
                  </a:cubicBezTo>
                  <a:cubicBezTo>
                    <a:pt x="6172" y="7890"/>
                    <a:pt x="5660" y="7767"/>
                    <a:pt x="5147" y="7686"/>
                  </a:cubicBezTo>
                  <a:cubicBezTo>
                    <a:pt x="4807" y="7624"/>
                    <a:pt x="4449" y="7575"/>
                    <a:pt x="4134" y="7427"/>
                  </a:cubicBezTo>
                  <a:cubicBezTo>
                    <a:pt x="3819" y="7285"/>
                    <a:pt x="3528" y="7025"/>
                    <a:pt x="3454" y="6685"/>
                  </a:cubicBezTo>
                  <a:cubicBezTo>
                    <a:pt x="3374" y="6346"/>
                    <a:pt x="3559" y="5944"/>
                    <a:pt x="3899" y="5864"/>
                  </a:cubicBezTo>
                  <a:cubicBezTo>
                    <a:pt x="4097" y="5814"/>
                    <a:pt x="4047" y="5128"/>
                    <a:pt x="3911" y="4986"/>
                  </a:cubicBezTo>
                  <a:cubicBezTo>
                    <a:pt x="3763" y="4850"/>
                    <a:pt x="3547" y="4826"/>
                    <a:pt x="3343" y="4820"/>
                  </a:cubicBezTo>
                  <a:cubicBezTo>
                    <a:pt x="2744" y="4783"/>
                    <a:pt x="2132" y="4752"/>
                    <a:pt x="1533" y="4708"/>
                  </a:cubicBezTo>
                  <a:cubicBezTo>
                    <a:pt x="1143" y="4690"/>
                    <a:pt x="705" y="4640"/>
                    <a:pt x="482" y="4325"/>
                  </a:cubicBezTo>
                  <a:cubicBezTo>
                    <a:pt x="124" y="3843"/>
                    <a:pt x="544" y="3158"/>
                    <a:pt x="421" y="2571"/>
                  </a:cubicBezTo>
                  <a:cubicBezTo>
                    <a:pt x="359" y="2262"/>
                    <a:pt x="143" y="1990"/>
                    <a:pt x="69" y="1681"/>
                  </a:cubicBezTo>
                  <a:cubicBezTo>
                    <a:pt x="1" y="1372"/>
                    <a:pt x="192" y="958"/>
                    <a:pt x="513" y="1002"/>
                  </a:cubicBezTo>
                  <a:cubicBezTo>
                    <a:pt x="4325" y="1539"/>
                    <a:pt x="8557" y="1"/>
                    <a:pt x="12406" y="161"/>
                  </a:cubicBezTo>
                  <a:cubicBezTo>
                    <a:pt x="12641" y="1107"/>
                    <a:pt x="12845" y="1947"/>
                    <a:pt x="13086" y="2880"/>
                  </a:cubicBezTo>
                  <a:cubicBezTo>
                    <a:pt x="13407" y="4171"/>
                    <a:pt x="13716" y="5623"/>
                    <a:pt x="13036" y="6766"/>
                  </a:cubicBezTo>
                  <a:cubicBezTo>
                    <a:pt x="12789" y="7173"/>
                    <a:pt x="12425" y="7532"/>
                    <a:pt x="12289" y="7983"/>
                  </a:cubicBezTo>
                  <a:cubicBezTo>
                    <a:pt x="12066" y="8724"/>
                    <a:pt x="12487" y="9484"/>
                    <a:pt x="12777" y="10201"/>
                  </a:cubicBezTo>
                  <a:cubicBezTo>
                    <a:pt x="13351" y="11671"/>
                    <a:pt x="13376" y="13345"/>
                    <a:pt x="12826" y="14828"/>
                  </a:cubicBezTo>
                  <a:cubicBezTo>
                    <a:pt x="12727" y="15088"/>
                    <a:pt x="12981" y="15199"/>
                    <a:pt x="13222" y="15335"/>
                  </a:cubicBezTo>
                  <a:cubicBezTo>
                    <a:pt x="13469" y="15477"/>
                    <a:pt x="13753" y="15520"/>
                    <a:pt x="14025" y="15582"/>
                  </a:cubicBezTo>
                  <a:cubicBezTo>
                    <a:pt x="14859" y="15780"/>
                    <a:pt x="15650" y="16212"/>
                    <a:pt x="16255" y="16811"/>
                  </a:cubicBezTo>
                  <a:cubicBezTo>
                    <a:pt x="16410" y="16960"/>
                    <a:pt x="16558" y="17151"/>
                    <a:pt x="16527" y="17361"/>
                  </a:cubicBezTo>
                  <a:cubicBezTo>
                    <a:pt x="16484" y="17621"/>
                    <a:pt x="16187" y="17738"/>
                    <a:pt x="15996" y="17917"/>
                  </a:cubicBezTo>
                  <a:cubicBezTo>
                    <a:pt x="15477" y="18368"/>
                    <a:pt x="15662" y="19245"/>
                    <a:pt x="16095" y="19783"/>
                  </a:cubicBezTo>
                  <a:cubicBezTo>
                    <a:pt x="16527" y="20314"/>
                    <a:pt x="17145" y="20685"/>
                    <a:pt x="17546" y="21253"/>
                  </a:cubicBezTo>
                  <a:cubicBezTo>
                    <a:pt x="17948" y="21816"/>
                    <a:pt x="18016" y="22730"/>
                    <a:pt x="17429" y="23082"/>
                  </a:cubicBezTo>
                  <a:cubicBezTo>
                    <a:pt x="17139" y="23261"/>
                    <a:pt x="16731" y="23274"/>
                    <a:pt x="16552" y="23570"/>
                  </a:cubicBezTo>
                  <a:cubicBezTo>
                    <a:pt x="16410" y="23792"/>
                    <a:pt x="16471" y="24101"/>
                    <a:pt x="16342" y="24324"/>
                  </a:cubicBezTo>
                  <a:cubicBezTo>
                    <a:pt x="16156" y="24633"/>
                    <a:pt x="15724" y="24651"/>
                    <a:pt x="15372" y="24651"/>
                  </a:cubicBezTo>
                  <a:cubicBezTo>
                    <a:pt x="13988" y="24651"/>
                    <a:pt x="12610" y="25003"/>
                    <a:pt x="11399" y="25671"/>
                  </a:cubicBezTo>
                  <a:cubicBezTo>
                    <a:pt x="11510" y="26134"/>
                    <a:pt x="11893" y="26542"/>
                    <a:pt x="12314" y="26777"/>
                  </a:cubicBezTo>
                  <a:cubicBezTo>
                    <a:pt x="12727" y="26999"/>
                    <a:pt x="13178" y="27376"/>
                    <a:pt x="13098" y="27845"/>
                  </a:cubicBezTo>
                  <a:cubicBezTo>
                    <a:pt x="13043" y="28204"/>
                    <a:pt x="12697" y="28457"/>
                    <a:pt x="12672" y="28815"/>
                  </a:cubicBezTo>
                  <a:cubicBezTo>
                    <a:pt x="12635" y="29297"/>
                    <a:pt x="13185" y="29828"/>
                    <a:pt x="12857" y="30205"/>
                  </a:cubicBezTo>
                  <a:cubicBezTo>
                    <a:pt x="12690" y="30403"/>
                    <a:pt x="12344" y="30397"/>
                    <a:pt x="12202" y="30613"/>
                  </a:cubicBezTo>
                  <a:cubicBezTo>
                    <a:pt x="12073" y="30829"/>
                    <a:pt x="12208" y="31107"/>
                    <a:pt x="12388" y="31287"/>
                  </a:cubicBezTo>
                  <a:cubicBezTo>
                    <a:pt x="12567" y="31460"/>
                    <a:pt x="12789" y="31614"/>
                    <a:pt x="12870" y="31855"/>
                  </a:cubicBezTo>
                  <a:cubicBezTo>
                    <a:pt x="12950" y="32145"/>
                    <a:pt x="12789" y="32454"/>
                    <a:pt x="12567" y="32664"/>
                  </a:cubicBezTo>
                  <a:cubicBezTo>
                    <a:pt x="12351" y="32874"/>
                    <a:pt x="12079" y="33035"/>
                    <a:pt x="11887" y="33270"/>
                  </a:cubicBezTo>
                  <a:cubicBezTo>
                    <a:pt x="11492" y="33739"/>
                    <a:pt x="11479" y="34400"/>
                    <a:pt x="11337" y="35000"/>
                  </a:cubicBezTo>
                  <a:cubicBezTo>
                    <a:pt x="11189" y="35593"/>
                    <a:pt x="10750" y="36235"/>
                    <a:pt x="10151" y="36180"/>
                  </a:cubicBezTo>
                  <a:cubicBezTo>
                    <a:pt x="9842" y="36149"/>
                    <a:pt x="9570" y="35914"/>
                    <a:pt x="9484" y="35617"/>
                  </a:cubicBezTo>
                  <a:cubicBezTo>
                    <a:pt x="9379" y="35321"/>
                    <a:pt x="9614" y="34808"/>
                    <a:pt x="9842" y="34604"/>
                  </a:cubicBezTo>
                  <a:close/>
                </a:path>
              </a:pathLst>
            </a:custGeom>
            <a:solidFill>
              <a:srgbClr val="F7F9F7">
                <a:alpha val="193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43"/>
            <p:cNvSpPr/>
            <p:nvPr/>
          </p:nvSpPr>
          <p:spPr>
            <a:xfrm flipH="1">
              <a:off x="7619673" y="2878526"/>
              <a:ext cx="230914" cy="1280913"/>
            </a:xfrm>
            <a:custGeom>
              <a:avLst/>
              <a:gdLst/>
              <a:ahLst/>
              <a:cxnLst/>
              <a:rect l="l" t="t" r="r" b="b"/>
              <a:pathLst>
                <a:path w="3338" h="18517" extrusionOk="0">
                  <a:moveTo>
                    <a:pt x="1" y="18393"/>
                  </a:moveTo>
                  <a:cubicBezTo>
                    <a:pt x="180" y="18084"/>
                    <a:pt x="489" y="124"/>
                    <a:pt x="489" y="124"/>
                  </a:cubicBezTo>
                  <a:lnTo>
                    <a:pt x="3275" y="1"/>
                  </a:lnTo>
                  <a:lnTo>
                    <a:pt x="3337" y="18516"/>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43"/>
            <p:cNvSpPr/>
            <p:nvPr/>
          </p:nvSpPr>
          <p:spPr>
            <a:xfrm flipH="1">
              <a:off x="5036224" y="2529811"/>
              <a:ext cx="562067" cy="1567644"/>
            </a:xfrm>
            <a:custGeom>
              <a:avLst/>
              <a:gdLst/>
              <a:ahLst/>
              <a:cxnLst/>
              <a:rect l="l" t="t" r="r" b="b"/>
              <a:pathLst>
                <a:path w="8125" h="22662" extrusionOk="0">
                  <a:moveTo>
                    <a:pt x="1" y="22661"/>
                  </a:moveTo>
                  <a:lnTo>
                    <a:pt x="1" y="0"/>
                  </a:lnTo>
                  <a:lnTo>
                    <a:pt x="1539" y="0"/>
                  </a:lnTo>
                  <a:cubicBezTo>
                    <a:pt x="1539" y="0"/>
                    <a:pt x="1768" y="278"/>
                    <a:pt x="1768" y="507"/>
                  </a:cubicBezTo>
                  <a:cubicBezTo>
                    <a:pt x="1768" y="742"/>
                    <a:pt x="2002" y="1020"/>
                    <a:pt x="2002" y="1020"/>
                  </a:cubicBezTo>
                  <a:cubicBezTo>
                    <a:pt x="2002" y="1020"/>
                    <a:pt x="2280" y="1112"/>
                    <a:pt x="2509" y="1020"/>
                  </a:cubicBezTo>
                  <a:cubicBezTo>
                    <a:pt x="2744" y="927"/>
                    <a:pt x="2929" y="970"/>
                    <a:pt x="2929" y="970"/>
                  </a:cubicBezTo>
                  <a:lnTo>
                    <a:pt x="3436" y="1341"/>
                  </a:lnTo>
                  <a:lnTo>
                    <a:pt x="3300" y="2224"/>
                  </a:lnTo>
                  <a:lnTo>
                    <a:pt x="3392" y="3151"/>
                  </a:lnTo>
                  <a:lnTo>
                    <a:pt x="4319" y="3429"/>
                  </a:lnTo>
                  <a:lnTo>
                    <a:pt x="4782" y="3522"/>
                  </a:lnTo>
                  <a:lnTo>
                    <a:pt x="5752" y="3522"/>
                  </a:lnTo>
                  <a:lnTo>
                    <a:pt x="5987" y="3565"/>
                  </a:lnTo>
                  <a:lnTo>
                    <a:pt x="5987" y="8724"/>
                  </a:lnTo>
                  <a:lnTo>
                    <a:pt x="8125" y="8724"/>
                  </a:lnTo>
                  <a:lnTo>
                    <a:pt x="8125" y="22569"/>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43"/>
            <p:cNvSpPr/>
            <p:nvPr/>
          </p:nvSpPr>
          <p:spPr>
            <a:xfrm flipH="1">
              <a:off x="5623883" y="2860126"/>
              <a:ext cx="128670" cy="871052"/>
            </a:xfrm>
            <a:custGeom>
              <a:avLst/>
              <a:gdLst/>
              <a:ahLst/>
              <a:cxnLst/>
              <a:rect l="l" t="t" r="r" b="b"/>
              <a:pathLst>
                <a:path w="1860" h="12592" extrusionOk="0">
                  <a:moveTo>
                    <a:pt x="1539" y="1"/>
                  </a:moveTo>
                  <a:lnTo>
                    <a:pt x="0" y="2651"/>
                  </a:lnTo>
                  <a:cubicBezTo>
                    <a:pt x="0" y="2651"/>
                    <a:pt x="186" y="12357"/>
                    <a:pt x="186" y="12542"/>
                  </a:cubicBezTo>
                  <a:lnTo>
                    <a:pt x="1860" y="12592"/>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43"/>
            <p:cNvSpPr/>
            <p:nvPr/>
          </p:nvSpPr>
          <p:spPr>
            <a:xfrm flipH="1">
              <a:off x="6778222" y="2375072"/>
              <a:ext cx="440661" cy="1624506"/>
            </a:xfrm>
            <a:custGeom>
              <a:avLst/>
              <a:gdLst/>
              <a:ahLst/>
              <a:cxnLst/>
              <a:rect l="l" t="t" r="r" b="b"/>
              <a:pathLst>
                <a:path w="6370" h="23484" extrusionOk="0">
                  <a:moveTo>
                    <a:pt x="0" y="22736"/>
                  </a:moveTo>
                  <a:lnTo>
                    <a:pt x="0" y="1"/>
                  </a:lnTo>
                  <a:cubicBezTo>
                    <a:pt x="0" y="1"/>
                    <a:pt x="989" y="62"/>
                    <a:pt x="1421" y="62"/>
                  </a:cubicBezTo>
                  <a:cubicBezTo>
                    <a:pt x="1854" y="62"/>
                    <a:pt x="2101" y="124"/>
                    <a:pt x="2101" y="124"/>
                  </a:cubicBezTo>
                  <a:lnTo>
                    <a:pt x="2904" y="433"/>
                  </a:lnTo>
                  <a:lnTo>
                    <a:pt x="3769" y="186"/>
                  </a:lnTo>
                  <a:lnTo>
                    <a:pt x="4757" y="371"/>
                  </a:lnTo>
                  <a:lnTo>
                    <a:pt x="4634" y="2052"/>
                  </a:lnTo>
                  <a:lnTo>
                    <a:pt x="6370" y="1372"/>
                  </a:lnTo>
                  <a:lnTo>
                    <a:pt x="6370" y="23484"/>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43"/>
            <p:cNvSpPr/>
            <p:nvPr/>
          </p:nvSpPr>
          <p:spPr>
            <a:xfrm flipH="1">
              <a:off x="4995626" y="3679850"/>
              <a:ext cx="368024" cy="604404"/>
            </a:xfrm>
            <a:custGeom>
              <a:avLst/>
              <a:gdLst/>
              <a:ahLst/>
              <a:cxnLst/>
              <a:rect l="l" t="t" r="r" b="b"/>
              <a:pathLst>
                <a:path w="4690" h="8737" extrusionOk="0">
                  <a:moveTo>
                    <a:pt x="0" y="8736"/>
                  </a:moveTo>
                  <a:cubicBezTo>
                    <a:pt x="93" y="8594"/>
                    <a:pt x="1248" y="0"/>
                    <a:pt x="1248" y="0"/>
                  </a:cubicBezTo>
                  <a:lnTo>
                    <a:pt x="2743" y="0"/>
                  </a:lnTo>
                  <a:lnTo>
                    <a:pt x="2972" y="692"/>
                  </a:lnTo>
                  <a:lnTo>
                    <a:pt x="3343" y="927"/>
                  </a:lnTo>
                  <a:lnTo>
                    <a:pt x="3713" y="1248"/>
                  </a:lnTo>
                  <a:lnTo>
                    <a:pt x="4412" y="878"/>
                  </a:lnTo>
                  <a:lnTo>
                    <a:pt x="4690" y="8273"/>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43"/>
            <p:cNvSpPr/>
            <p:nvPr/>
          </p:nvSpPr>
          <p:spPr>
            <a:xfrm flipH="1">
              <a:off x="5095586" y="3831145"/>
              <a:ext cx="171076" cy="227032"/>
            </a:xfrm>
            <a:custGeom>
              <a:avLst/>
              <a:gdLst/>
              <a:ahLst/>
              <a:cxnLst/>
              <a:rect l="l" t="t" r="r" b="b"/>
              <a:pathLst>
                <a:path w="2473" h="3282" extrusionOk="0">
                  <a:moveTo>
                    <a:pt x="1477" y="99"/>
                  </a:moveTo>
                  <a:lnTo>
                    <a:pt x="458" y="0"/>
                  </a:lnTo>
                  <a:lnTo>
                    <a:pt x="421" y="390"/>
                  </a:lnTo>
                  <a:lnTo>
                    <a:pt x="1440" y="495"/>
                  </a:lnTo>
                  <a:close/>
                  <a:moveTo>
                    <a:pt x="1" y="3034"/>
                  </a:moveTo>
                  <a:lnTo>
                    <a:pt x="1020" y="3133"/>
                  </a:lnTo>
                  <a:lnTo>
                    <a:pt x="1057" y="2737"/>
                  </a:lnTo>
                  <a:lnTo>
                    <a:pt x="44" y="2638"/>
                  </a:lnTo>
                  <a:close/>
                  <a:moveTo>
                    <a:pt x="1453" y="2787"/>
                  </a:moveTo>
                  <a:lnTo>
                    <a:pt x="1416" y="3182"/>
                  </a:lnTo>
                  <a:lnTo>
                    <a:pt x="2435" y="3281"/>
                  </a:lnTo>
                  <a:lnTo>
                    <a:pt x="2472" y="2886"/>
                  </a:lnTo>
                  <a:close/>
                  <a:moveTo>
                    <a:pt x="211" y="1619"/>
                  </a:moveTo>
                  <a:lnTo>
                    <a:pt x="1230" y="1718"/>
                  </a:lnTo>
                  <a:lnTo>
                    <a:pt x="1267" y="1323"/>
                  </a:lnTo>
                  <a:lnTo>
                    <a:pt x="248" y="1224"/>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43"/>
            <p:cNvSpPr/>
            <p:nvPr/>
          </p:nvSpPr>
          <p:spPr>
            <a:xfrm flipH="1">
              <a:off x="7163477" y="149825"/>
              <a:ext cx="1577089" cy="3507408"/>
            </a:xfrm>
            <a:custGeom>
              <a:avLst/>
              <a:gdLst/>
              <a:ahLst/>
              <a:cxnLst/>
              <a:rect l="l" t="t" r="r" b="b"/>
              <a:pathLst>
                <a:path w="11912" h="26493" extrusionOk="0">
                  <a:moveTo>
                    <a:pt x="10929" y="23064"/>
                  </a:moveTo>
                  <a:cubicBezTo>
                    <a:pt x="10972" y="21680"/>
                    <a:pt x="10169" y="20426"/>
                    <a:pt x="9379" y="19295"/>
                  </a:cubicBezTo>
                  <a:cubicBezTo>
                    <a:pt x="8767" y="18418"/>
                    <a:pt x="7865" y="17448"/>
                    <a:pt x="6833" y="17720"/>
                  </a:cubicBezTo>
                  <a:cubicBezTo>
                    <a:pt x="7500" y="17071"/>
                    <a:pt x="7278" y="15946"/>
                    <a:pt x="6876" y="15112"/>
                  </a:cubicBezTo>
                  <a:cubicBezTo>
                    <a:pt x="6506" y="14328"/>
                    <a:pt x="6018" y="13599"/>
                    <a:pt x="5443" y="12944"/>
                  </a:cubicBezTo>
                  <a:cubicBezTo>
                    <a:pt x="5184" y="12641"/>
                    <a:pt x="4881" y="12332"/>
                    <a:pt x="4819" y="11937"/>
                  </a:cubicBezTo>
                  <a:cubicBezTo>
                    <a:pt x="4757" y="11585"/>
                    <a:pt x="4899" y="11239"/>
                    <a:pt x="4974" y="10880"/>
                  </a:cubicBezTo>
                  <a:cubicBezTo>
                    <a:pt x="5369" y="9181"/>
                    <a:pt x="4232" y="7285"/>
                    <a:pt x="2552" y="6828"/>
                  </a:cubicBezTo>
                  <a:cubicBezTo>
                    <a:pt x="2027" y="6679"/>
                    <a:pt x="1378" y="6605"/>
                    <a:pt x="1149" y="6111"/>
                  </a:cubicBezTo>
                  <a:cubicBezTo>
                    <a:pt x="995" y="5771"/>
                    <a:pt x="1112" y="5370"/>
                    <a:pt x="1013" y="5011"/>
                  </a:cubicBezTo>
                  <a:cubicBezTo>
                    <a:pt x="871" y="4511"/>
                    <a:pt x="334" y="4196"/>
                    <a:pt x="210" y="3695"/>
                  </a:cubicBezTo>
                  <a:cubicBezTo>
                    <a:pt x="0" y="2849"/>
                    <a:pt x="989" y="2250"/>
                    <a:pt x="1810" y="1947"/>
                  </a:cubicBezTo>
                  <a:cubicBezTo>
                    <a:pt x="3231" y="1422"/>
                    <a:pt x="4652" y="903"/>
                    <a:pt x="6079" y="378"/>
                  </a:cubicBezTo>
                  <a:cubicBezTo>
                    <a:pt x="6586" y="192"/>
                    <a:pt x="7105" y="1"/>
                    <a:pt x="7649" y="26"/>
                  </a:cubicBezTo>
                  <a:cubicBezTo>
                    <a:pt x="8186" y="50"/>
                    <a:pt x="8748" y="334"/>
                    <a:pt x="8934" y="841"/>
                  </a:cubicBezTo>
                  <a:cubicBezTo>
                    <a:pt x="9212" y="1613"/>
                    <a:pt x="8532" y="2441"/>
                    <a:pt x="8674" y="3251"/>
                  </a:cubicBezTo>
                  <a:cubicBezTo>
                    <a:pt x="8804" y="4017"/>
                    <a:pt x="9638" y="4579"/>
                    <a:pt x="9582" y="5351"/>
                  </a:cubicBezTo>
                  <a:cubicBezTo>
                    <a:pt x="9521" y="6179"/>
                    <a:pt x="8483" y="6686"/>
                    <a:pt x="8483" y="7513"/>
                  </a:cubicBezTo>
                  <a:cubicBezTo>
                    <a:pt x="8483" y="8706"/>
                    <a:pt x="10509" y="8965"/>
                    <a:pt x="10676" y="10139"/>
                  </a:cubicBezTo>
                  <a:cubicBezTo>
                    <a:pt x="10744" y="10689"/>
                    <a:pt x="10373" y="11177"/>
                    <a:pt x="10070" y="11628"/>
                  </a:cubicBezTo>
                  <a:cubicBezTo>
                    <a:pt x="9768" y="12091"/>
                    <a:pt x="9533" y="12722"/>
                    <a:pt x="9854" y="13160"/>
                  </a:cubicBezTo>
                  <a:cubicBezTo>
                    <a:pt x="10404" y="13599"/>
                    <a:pt x="10497" y="14495"/>
                    <a:pt x="10046" y="15038"/>
                  </a:cubicBezTo>
                  <a:cubicBezTo>
                    <a:pt x="10528" y="14791"/>
                    <a:pt x="10960" y="15545"/>
                    <a:pt x="10775" y="16058"/>
                  </a:cubicBezTo>
                  <a:cubicBezTo>
                    <a:pt x="10589" y="16558"/>
                    <a:pt x="10132" y="16935"/>
                    <a:pt x="9984" y="17454"/>
                  </a:cubicBezTo>
                  <a:cubicBezTo>
                    <a:pt x="9718" y="18436"/>
                    <a:pt x="10664" y="19276"/>
                    <a:pt x="11510" y="19851"/>
                  </a:cubicBezTo>
                  <a:cubicBezTo>
                    <a:pt x="11115" y="20506"/>
                    <a:pt x="11189" y="21346"/>
                    <a:pt x="11386" y="22088"/>
                  </a:cubicBezTo>
                  <a:cubicBezTo>
                    <a:pt x="11578" y="22829"/>
                    <a:pt x="11887" y="23558"/>
                    <a:pt x="11899" y="24330"/>
                  </a:cubicBezTo>
                  <a:cubicBezTo>
                    <a:pt x="11912" y="24781"/>
                    <a:pt x="11436" y="26492"/>
                    <a:pt x="10682" y="25770"/>
                  </a:cubicBezTo>
                  <a:cubicBezTo>
                    <a:pt x="10262" y="25368"/>
                    <a:pt x="10911" y="23589"/>
                    <a:pt x="10929" y="23064"/>
                  </a:cubicBezTo>
                  <a:close/>
                </a:path>
              </a:pathLst>
            </a:custGeom>
            <a:solidFill>
              <a:srgbClr val="F7F9F7">
                <a:alpha val="193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43"/>
            <p:cNvSpPr/>
            <p:nvPr/>
          </p:nvSpPr>
          <p:spPr>
            <a:xfrm flipH="1">
              <a:off x="7129556" y="3159311"/>
              <a:ext cx="812490" cy="845388"/>
            </a:xfrm>
            <a:custGeom>
              <a:avLst/>
              <a:gdLst/>
              <a:ahLst/>
              <a:cxnLst/>
              <a:rect l="l" t="t" r="r" b="b"/>
              <a:pathLst>
                <a:path w="11745" h="12221" extrusionOk="0">
                  <a:moveTo>
                    <a:pt x="0" y="1205"/>
                  </a:moveTo>
                  <a:lnTo>
                    <a:pt x="5758" y="1205"/>
                  </a:lnTo>
                  <a:lnTo>
                    <a:pt x="5758" y="3256"/>
                  </a:lnTo>
                  <a:cubicBezTo>
                    <a:pt x="5758" y="3256"/>
                    <a:pt x="6500" y="3164"/>
                    <a:pt x="6734" y="3256"/>
                  </a:cubicBezTo>
                  <a:cubicBezTo>
                    <a:pt x="6963" y="3349"/>
                    <a:pt x="7383" y="3627"/>
                    <a:pt x="7383" y="3627"/>
                  </a:cubicBezTo>
                  <a:lnTo>
                    <a:pt x="7797" y="3992"/>
                  </a:lnTo>
                  <a:lnTo>
                    <a:pt x="8260" y="3528"/>
                  </a:lnTo>
                  <a:cubicBezTo>
                    <a:pt x="8260" y="3528"/>
                    <a:pt x="8680" y="3349"/>
                    <a:pt x="8816" y="3392"/>
                  </a:cubicBezTo>
                  <a:cubicBezTo>
                    <a:pt x="8958" y="3442"/>
                    <a:pt x="9372" y="3442"/>
                    <a:pt x="9372" y="3442"/>
                  </a:cubicBezTo>
                  <a:lnTo>
                    <a:pt x="9372" y="1"/>
                  </a:lnTo>
                  <a:lnTo>
                    <a:pt x="11745" y="1"/>
                  </a:lnTo>
                  <a:lnTo>
                    <a:pt x="11745" y="4418"/>
                  </a:lnTo>
                  <a:lnTo>
                    <a:pt x="11695" y="4745"/>
                  </a:lnTo>
                  <a:lnTo>
                    <a:pt x="11745" y="5023"/>
                  </a:lnTo>
                  <a:lnTo>
                    <a:pt x="11603" y="5530"/>
                  </a:lnTo>
                  <a:lnTo>
                    <a:pt x="11281" y="5857"/>
                  </a:lnTo>
                  <a:lnTo>
                    <a:pt x="11559" y="6135"/>
                  </a:lnTo>
                  <a:lnTo>
                    <a:pt x="11603" y="6642"/>
                  </a:lnTo>
                  <a:lnTo>
                    <a:pt x="11603" y="12221"/>
                  </a:lnTo>
                  <a:lnTo>
                    <a:pt x="223" y="12221"/>
                  </a:lnTo>
                  <a:close/>
                </a:path>
              </a:pathLst>
            </a:custGeom>
            <a:solidFill>
              <a:srgbClr val="C94D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43"/>
            <p:cNvSpPr/>
            <p:nvPr/>
          </p:nvSpPr>
          <p:spPr>
            <a:xfrm flipH="1">
              <a:off x="7128666" y="3159311"/>
              <a:ext cx="414650" cy="845388"/>
            </a:xfrm>
            <a:custGeom>
              <a:avLst/>
              <a:gdLst/>
              <a:ahLst/>
              <a:cxnLst/>
              <a:rect l="l" t="t" r="r" b="b"/>
              <a:pathLst>
                <a:path w="5994" h="12221" extrusionOk="0">
                  <a:moveTo>
                    <a:pt x="3615" y="3442"/>
                  </a:moveTo>
                  <a:cubicBezTo>
                    <a:pt x="3615" y="3442"/>
                    <a:pt x="3201" y="3442"/>
                    <a:pt x="3059" y="3392"/>
                  </a:cubicBezTo>
                  <a:cubicBezTo>
                    <a:pt x="2923" y="3349"/>
                    <a:pt x="2503" y="3528"/>
                    <a:pt x="2503" y="3528"/>
                  </a:cubicBezTo>
                  <a:lnTo>
                    <a:pt x="2039" y="3992"/>
                  </a:lnTo>
                  <a:lnTo>
                    <a:pt x="1625" y="3627"/>
                  </a:lnTo>
                  <a:cubicBezTo>
                    <a:pt x="1625" y="3627"/>
                    <a:pt x="1205" y="3349"/>
                    <a:pt x="977" y="3256"/>
                  </a:cubicBezTo>
                  <a:cubicBezTo>
                    <a:pt x="742" y="3164"/>
                    <a:pt x="0" y="3256"/>
                    <a:pt x="0" y="3256"/>
                  </a:cubicBezTo>
                  <a:lnTo>
                    <a:pt x="0" y="12221"/>
                  </a:lnTo>
                  <a:lnTo>
                    <a:pt x="5857" y="12221"/>
                  </a:lnTo>
                  <a:lnTo>
                    <a:pt x="5857" y="6642"/>
                  </a:lnTo>
                  <a:lnTo>
                    <a:pt x="5808" y="6135"/>
                  </a:lnTo>
                  <a:lnTo>
                    <a:pt x="5530" y="5857"/>
                  </a:lnTo>
                  <a:lnTo>
                    <a:pt x="5857" y="5530"/>
                  </a:lnTo>
                  <a:lnTo>
                    <a:pt x="5993" y="5023"/>
                  </a:lnTo>
                  <a:lnTo>
                    <a:pt x="5950" y="4745"/>
                  </a:lnTo>
                  <a:lnTo>
                    <a:pt x="5993" y="4418"/>
                  </a:lnTo>
                  <a:lnTo>
                    <a:pt x="5993" y="1"/>
                  </a:lnTo>
                  <a:lnTo>
                    <a:pt x="3627" y="1"/>
                  </a:lnTo>
                  <a:lnTo>
                    <a:pt x="3627" y="3442"/>
                  </a:lnTo>
                  <a:close/>
                </a:path>
              </a:pathLst>
            </a:custGeom>
            <a:solidFill>
              <a:srgbClr val="C94D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43"/>
            <p:cNvSpPr/>
            <p:nvPr/>
          </p:nvSpPr>
          <p:spPr>
            <a:xfrm flipH="1">
              <a:off x="5815280" y="3140080"/>
              <a:ext cx="679669" cy="385097"/>
            </a:xfrm>
            <a:custGeom>
              <a:avLst/>
              <a:gdLst/>
              <a:ahLst/>
              <a:cxnLst/>
              <a:rect l="l" t="t" r="r" b="b"/>
              <a:pathLst>
                <a:path w="9825" h="5567" extrusionOk="0">
                  <a:moveTo>
                    <a:pt x="1" y="5110"/>
                  </a:moveTo>
                  <a:lnTo>
                    <a:pt x="742" y="2274"/>
                  </a:lnTo>
                  <a:lnTo>
                    <a:pt x="1255" y="1903"/>
                  </a:lnTo>
                  <a:cubicBezTo>
                    <a:pt x="1255" y="1903"/>
                    <a:pt x="2089" y="2039"/>
                    <a:pt x="2460" y="1854"/>
                  </a:cubicBezTo>
                  <a:cubicBezTo>
                    <a:pt x="2830" y="1669"/>
                    <a:pt x="2830" y="1113"/>
                    <a:pt x="3059" y="977"/>
                  </a:cubicBezTo>
                  <a:cubicBezTo>
                    <a:pt x="3294" y="835"/>
                    <a:pt x="4035" y="927"/>
                    <a:pt x="4035" y="927"/>
                  </a:cubicBezTo>
                  <a:lnTo>
                    <a:pt x="4684" y="279"/>
                  </a:lnTo>
                  <a:lnTo>
                    <a:pt x="5703" y="371"/>
                  </a:lnTo>
                  <a:lnTo>
                    <a:pt x="6908" y="513"/>
                  </a:lnTo>
                  <a:lnTo>
                    <a:pt x="7507" y="0"/>
                  </a:lnTo>
                  <a:lnTo>
                    <a:pt x="8020" y="421"/>
                  </a:lnTo>
                  <a:lnTo>
                    <a:pt x="9132" y="328"/>
                  </a:lnTo>
                  <a:cubicBezTo>
                    <a:pt x="9132" y="328"/>
                    <a:pt x="9225" y="1440"/>
                    <a:pt x="9361" y="1483"/>
                  </a:cubicBezTo>
                  <a:cubicBezTo>
                    <a:pt x="9503" y="1533"/>
                    <a:pt x="9824" y="2132"/>
                    <a:pt x="9824" y="2132"/>
                  </a:cubicBezTo>
                  <a:lnTo>
                    <a:pt x="9731" y="4134"/>
                  </a:lnTo>
                  <a:lnTo>
                    <a:pt x="9503" y="5567"/>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43"/>
            <p:cNvSpPr/>
            <p:nvPr/>
          </p:nvSpPr>
          <p:spPr>
            <a:xfrm flipH="1">
              <a:off x="5193043" y="3008438"/>
              <a:ext cx="649300" cy="1238578"/>
            </a:xfrm>
            <a:custGeom>
              <a:avLst/>
              <a:gdLst/>
              <a:ahLst/>
              <a:cxnLst/>
              <a:rect l="l" t="t" r="r" b="b"/>
              <a:pathLst>
                <a:path w="9386" h="17905" extrusionOk="0">
                  <a:moveTo>
                    <a:pt x="3899" y="2694"/>
                  </a:moveTo>
                  <a:lnTo>
                    <a:pt x="4604" y="2602"/>
                  </a:lnTo>
                  <a:lnTo>
                    <a:pt x="5110" y="2416"/>
                  </a:lnTo>
                  <a:lnTo>
                    <a:pt x="5296" y="1903"/>
                  </a:lnTo>
                  <a:lnTo>
                    <a:pt x="5716" y="1527"/>
                  </a:lnTo>
                  <a:lnTo>
                    <a:pt x="5852" y="600"/>
                  </a:lnTo>
                  <a:lnTo>
                    <a:pt x="6179" y="1"/>
                  </a:lnTo>
                  <a:lnTo>
                    <a:pt x="9385" y="1113"/>
                  </a:lnTo>
                  <a:lnTo>
                    <a:pt x="5549" y="17905"/>
                  </a:lnTo>
                  <a:lnTo>
                    <a:pt x="1" y="17886"/>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43"/>
            <p:cNvSpPr/>
            <p:nvPr/>
          </p:nvSpPr>
          <p:spPr>
            <a:xfrm flipH="1">
              <a:off x="5721775" y="3056308"/>
              <a:ext cx="125280" cy="838539"/>
            </a:xfrm>
            <a:custGeom>
              <a:avLst/>
              <a:gdLst/>
              <a:ahLst/>
              <a:cxnLst/>
              <a:rect l="l" t="t" r="r" b="b"/>
              <a:pathLst>
                <a:path w="1811" h="12122" extrusionOk="0">
                  <a:moveTo>
                    <a:pt x="0" y="12122"/>
                  </a:moveTo>
                  <a:lnTo>
                    <a:pt x="278" y="1"/>
                  </a:lnTo>
                  <a:lnTo>
                    <a:pt x="698" y="1"/>
                  </a:lnTo>
                  <a:cubicBezTo>
                    <a:pt x="698" y="1"/>
                    <a:pt x="1020" y="279"/>
                    <a:pt x="1205" y="229"/>
                  </a:cubicBezTo>
                  <a:cubicBezTo>
                    <a:pt x="1390" y="186"/>
                    <a:pt x="1811" y="279"/>
                    <a:pt x="1811" y="279"/>
                  </a:cubicBezTo>
                  <a:lnTo>
                    <a:pt x="1811" y="12122"/>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43"/>
            <p:cNvSpPr/>
            <p:nvPr/>
          </p:nvSpPr>
          <p:spPr>
            <a:xfrm flipH="1">
              <a:off x="6618428" y="2982774"/>
              <a:ext cx="320984" cy="874095"/>
            </a:xfrm>
            <a:custGeom>
              <a:avLst/>
              <a:gdLst/>
              <a:ahLst/>
              <a:cxnLst/>
              <a:rect l="l" t="t" r="r" b="b"/>
              <a:pathLst>
                <a:path w="4640" h="12636" extrusionOk="0">
                  <a:moveTo>
                    <a:pt x="927" y="12635"/>
                  </a:moveTo>
                  <a:lnTo>
                    <a:pt x="0" y="742"/>
                  </a:lnTo>
                  <a:lnTo>
                    <a:pt x="3299" y="1"/>
                  </a:lnTo>
                  <a:lnTo>
                    <a:pt x="3991" y="4363"/>
                  </a:lnTo>
                  <a:lnTo>
                    <a:pt x="3806" y="4777"/>
                  </a:lnTo>
                  <a:lnTo>
                    <a:pt x="4084" y="5296"/>
                  </a:lnTo>
                  <a:lnTo>
                    <a:pt x="4146" y="5926"/>
                  </a:lnTo>
                  <a:lnTo>
                    <a:pt x="4640" y="12635"/>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43"/>
            <p:cNvSpPr/>
            <p:nvPr/>
          </p:nvSpPr>
          <p:spPr>
            <a:xfrm flipH="1">
              <a:off x="5870081" y="2889664"/>
              <a:ext cx="433397" cy="1009056"/>
            </a:xfrm>
            <a:custGeom>
              <a:avLst/>
              <a:gdLst/>
              <a:ahLst/>
              <a:cxnLst/>
              <a:rect l="l" t="t" r="r" b="b"/>
              <a:pathLst>
                <a:path w="6265" h="14587" extrusionOk="0">
                  <a:moveTo>
                    <a:pt x="142" y="14259"/>
                  </a:moveTo>
                  <a:lnTo>
                    <a:pt x="142" y="14117"/>
                  </a:lnTo>
                  <a:lnTo>
                    <a:pt x="142" y="4967"/>
                  </a:lnTo>
                  <a:lnTo>
                    <a:pt x="50" y="3948"/>
                  </a:lnTo>
                  <a:lnTo>
                    <a:pt x="2094" y="3899"/>
                  </a:lnTo>
                  <a:lnTo>
                    <a:pt x="2144" y="3342"/>
                  </a:lnTo>
                  <a:lnTo>
                    <a:pt x="0" y="3250"/>
                  </a:lnTo>
                  <a:lnTo>
                    <a:pt x="420" y="884"/>
                  </a:lnTo>
                  <a:lnTo>
                    <a:pt x="1162" y="513"/>
                  </a:lnTo>
                  <a:lnTo>
                    <a:pt x="1946" y="420"/>
                  </a:lnTo>
                  <a:cubicBezTo>
                    <a:pt x="1946" y="420"/>
                    <a:pt x="2138" y="0"/>
                    <a:pt x="2366" y="50"/>
                  </a:cubicBezTo>
                  <a:cubicBezTo>
                    <a:pt x="2601" y="93"/>
                    <a:pt x="3015" y="328"/>
                    <a:pt x="3015" y="328"/>
                  </a:cubicBezTo>
                  <a:lnTo>
                    <a:pt x="3942" y="371"/>
                  </a:lnTo>
                  <a:lnTo>
                    <a:pt x="4547" y="142"/>
                  </a:lnTo>
                  <a:lnTo>
                    <a:pt x="6079" y="0"/>
                  </a:lnTo>
                  <a:lnTo>
                    <a:pt x="6265" y="2045"/>
                  </a:lnTo>
                  <a:lnTo>
                    <a:pt x="6265" y="14587"/>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43"/>
            <p:cNvSpPr/>
            <p:nvPr/>
          </p:nvSpPr>
          <p:spPr>
            <a:xfrm flipH="1">
              <a:off x="6570459" y="2610125"/>
              <a:ext cx="1230114" cy="1677079"/>
            </a:xfrm>
            <a:custGeom>
              <a:avLst/>
              <a:gdLst/>
              <a:ahLst/>
              <a:cxnLst/>
              <a:rect l="l" t="t" r="r" b="b"/>
              <a:pathLst>
                <a:path w="17782" h="24244" extrusionOk="0">
                  <a:moveTo>
                    <a:pt x="17621" y="6265"/>
                  </a:moveTo>
                  <a:lnTo>
                    <a:pt x="16972" y="6173"/>
                  </a:lnTo>
                  <a:cubicBezTo>
                    <a:pt x="16972" y="6173"/>
                    <a:pt x="16416" y="5987"/>
                    <a:pt x="16274" y="5895"/>
                  </a:cubicBezTo>
                  <a:cubicBezTo>
                    <a:pt x="16138" y="5802"/>
                    <a:pt x="15625" y="5666"/>
                    <a:pt x="15625" y="5666"/>
                  </a:cubicBezTo>
                  <a:lnTo>
                    <a:pt x="15625" y="4437"/>
                  </a:lnTo>
                  <a:lnTo>
                    <a:pt x="14977" y="4437"/>
                  </a:lnTo>
                  <a:lnTo>
                    <a:pt x="14977" y="3510"/>
                  </a:lnTo>
                  <a:lnTo>
                    <a:pt x="15625" y="3510"/>
                  </a:lnTo>
                  <a:lnTo>
                    <a:pt x="15625" y="3300"/>
                  </a:lnTo>
                  <a:cubicBezTo>
                    <a:pt x="15625" y="3300"/>
                    <a:pt x="15347" y="791"/>
                    <a:pt x="15162" y="791"/>
                  </a:cubicBezTo>
                  <a:cubicBezTo>
                    <a:pt x="14977" y="791"/>
                    <a:pt x="14142" y="513"/>
                    <a:pt x="14142" y="513"/>
                  </a:cubicBezTo>
                  <a:lnTo>
                    <a:pt x="12654" y="699"/>
                  </a:lnTo>
                  <a:cubicBezTo>
                    <a:pt x="12654" y="699"/>
                    <a:pt x="11869" y="557"/>
                    <a:pt x="11634" y="513"/>
                  </a:cubicBezTo>
                  <a:cubicBezTo>
                    <a:pt x="11406" y="464"/>
                    <a:pt x="10942" y="421"/>
                    <a:pt x="10942" y="421"/>
                  </a:cubicBezTo>
                  <a:lnTo>
                    <a:pt x="9873" y="927"/>
                  </a:lnTo>
                  <a:lnTo>
                    <a:pt x="8292" y="1"/>
                  </a:lnTo>
                  <a:lnTo>
                    <a:pt x="7594" y="977"/>
                  </a:lnTo>
                  <a:lnTo>
                    <a:pt x="6945" y="1533"/>
                  </a:lnTo>
                  <a:lnTo>
                    <a:pt x="6389" y="1947"/>
                  </a:lnTo>
                  <a:cubicBezTo>
                    <a:pt x="6389" y="1947"/>
                    <a:pt x="6204" y="2460"/>
                    <a:pt x="6296" y="2688"/>
                  </a:cubicBezTo>
                  <a:cubicBezTo>
                    <a:pt x="6389" y="2923"/>
                    <a:pt x="6346" y="3942"/>
                    <a:pt x="6346" y="3942"/>
                  </a:cubicBezTo>
                  <a:cubicBezTo>
                    <a:pt x="6346" y="3942"/>
                    <a:pt x="6018" y="4591"/>
                    <a:pt x="5833" y="4776"/>
                  </a:cubicBezTo>
                  <a:cubicBezTo>
                    <a:pt x="5648" y="4962"/>
                    <a:pt x="4999" y="5147"/>
                    <a:pt x="4678" y="5190"/>
                  </a:cubicBezTo>
                  <a:cubicBezTo>
                    <a:pt x="4350" y="5240"/>
                    <a:pt x="3751" y="5746"/>
                    <a:pt x="3751" y="5746"/>
                  </a:cubicBezTo>
                  <a:lnTo>
                    <a:pt x="3609" y="6908"/>
                  </a:lnTo>
                  <a:cubicBezTo>
                    <a:pt x="3609" y="6908"/>
                    <a:pt x="3102" y="7278"/>
                    <a:pt x="2824" y="7371"/>
                  </a:cubicBezTo>
                  <a:cubicBezTo>
                    <a:pt x="2546" y="7464"/>
                    <a:pt x="2404" y="6815"/>
                    <a:pt x="2404" y="6815"/>
                  </a:cubicBezTo>
                  <a:lnTo>
                    <a:pt x="1755" y="6352"/>
                  </a:lnTo>
                  <a:cubicBezTo>
                    <a:pt x="1755" y="6352"/>
                    <a:pt x="1341" y="6259"/>
                    <a:pt x="921" y="6117"/>
                  </a:cubicBezTo>
                  <a:cubicBezTo>
                    <a:pt x="507" y="5981"/>
                    <a:pt x="1" y="5796"/>
                    <a:pt x="1" y="5796"/>
                  </a:cubicBezTo>
                  <a:lnTo>
                    <a:pt x="1" y="23984"/>
                  </a:lnTo>
                  <a:lnTo>
                    <a:pt x="17732" y="24243"/>
                  </a:lnTo>
                  <a:cubicBezTo>
                    <a:pt x="17732" y="24243"/>
                    <a:pt x="17689" y="8403"/>
                    <a:pt x="17732" y="8069"/>
                  </a:cubicBezTo>
                  <a:cubicBezTo>
                    <a:pt x="17781" y="7742"/>
                    <a:pt x="17621" y="6265"/>
                    <a:pt x="17621" y="6265"/>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43"/>
            <p:cNvSpPr/>
            <p:nvPr/>
          </p:nvSpPr>
          <p:spPr>
            <a:xfrm flipH="1">
              <a:off x="7226539" y="2609709"/>
              <a:ext cx="574450" cy="1666841"/>
            </a:xfrm>
            <a:custGeom>
              <a:avLst/>
              <a:gdLst/>
              <a:ahLst/>
              <a:cxnLst/>
              <a:rect l="l" t="t" r="r" b="b"/>
              <a:pathLst>
                <a:path w="8304" h="24096" extrusionOk="0">
                  <a:moveTo>
                    <a:pt x="6945" y="1533"/>
                  </a:moveTo>
                  <a:lnTo>
                    <a:pt x="6389" y="1947"/>
                  </a:lnTo>
                  <a:cubicBezTo>
                    <a:pt x="6389" y="1947"/>
                    <a:pt x="6203" y="2459"/>
                    <a:pt x="6296" y="2688"/>
                  </a:cubicBezTo>
                  <a:cubicBezTo>
                    <a:pt x="6389" y="2923"/>
                    <a:pt x="6339" y="3942"/>
                    <a:pt x="6339" y="3942"/>
                  </a:cubicBezTo>
                  <a:cubicBezTo>
                    <a:pt x="6339" y="3942"/>
                    <a:pt x="6018" y="4591"/>
                    <a:pt x="5833" y="4776"/>
                  </a:cubicBezTo>
                  <a:cubicBezTo>
                    <a:pt x="5647" y="4961"/>
                    <a:pt x="4999" y="5147"/>
                    <a:pt x="4671" y="5190"/>
                  </a:cubicBezTo>
                  <a:cubicBezTo>
                    <a:pt x="4350" y="5240"/>
                    <a:pt x="3745" y="5746"/>
                    <a:pt x="3745" y="5746"/>
                  </a:cubicBezTo>
                  <a:lnTo>
                    <a:pt x="3609" y="6908"/>
                  </a:lnTo>
                  <a:cubicBezTo>
                    <a:pt x="3609" y="6908"/>
                    <a:pt x="3102" y="7278"/>
                    <a:pt x="2818" y="7371"/>
                  </a:cubicBezTo>
                  <a:cubicBezTo>
                    <a:pt x="2540" y="7457"/>
                    <a:pt x="2404" y="6815"/>
                    <a:pt x="2404" y="6815"/>
                  </a:cubicBezTo>
                  <a:lnTo>
                    <a:pt x="1755" y="6352"/>
                  </a:lnTo>
                  <a:cubicBezTo>
                    <a:pt x="1755" y="6352"/>
                    <a:pt x="1335" y="6259"/>
                    <a:pt x="921" y="6117"/>
                  </a:cubicBezTo>
                  <a:cubicBezTo>
                    <a:pt x="501" y="5981"/>
                    <a:pt x="1" y="5796"/>
                    <a:pt x="1" y="5796"/>
                  </a:cubicBezTo>
                  <a:lnTo>
                    <a:pt x="1" y="23978"/>
                  </a:lnTo>
                  <a:lnTo>
                    <a:pt x="8119" y="24095"/>
                  </a:lnTo>
                  <a:lnTo>
                    <a:pt x="8119" y="7340"/>
                  </a:lnTo>
                  <a:cubicBezTo>
                    <a:pt x="8119" y="7340"/>
                    <a:pt x="8211" y="6877"/>
                    <a:pt x="8162" y="6735"/>
                  </a:cubicBezTo>
                  <a:cubicBezTo>
                    <a:pt x="8119" y="6599"/>
                    <a:pt x="7841" y="6457"/>
                    <a:pt x="7841" y="6457"/>
                  </a:cubicBezTo>
                  <a:lnTo>
                    <a:pt x="8304" y="5579"/>
                  </a:lnTo>
                  <a:lnTo>
                    <a:pt x="8304" y="0"/>
                  </a:lnTo>
                  <a:lnTo>
                    <a:pt x="7606" y="977"/>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43"/>
            <p:cNvSpPr/>
            <p:nvPr/>
          </p:nvSpPr>
          <p:spPr>
            <a:xfrm flipH="1">
              <a:off x="7337642" y="3120434"/>
              <a:ext cx="272283" cy="654326"/>
            </a:xfrm>
            <a:custGeom>
              <a:avLst/>
              <a:gdLst/>
              <a:ahLst/>
              <a:cxnLst/>
              <a:rect l="l" t="t" r="r" b="b"/>
              <a:pathLst>
                <a:path w="3936" h="9459" extrusionOk="0">
                  <a:moveTo>
                    <a:pt x="507" y="1563"/>
                  </a:moveTo>
                  <a:lnTo>
                    <a:pt x="1854" y="2002"/>
                  </a:lnTo>
                  <a:lnTo>
                    <a:pt x="2317" y="2119"/>
                  </a:lnTo>
                  <a:lnTo>
                    <a:pt x="2478" y="3046"/>
                  </a:lnTo>
                  <a:lnTo>
                    <a:pt x="2966" y="4177"/>
                  </a:lnTo>
                  <a:lnTo>
                    <a:pt x="3244" y="4875"/>
                  </a:lnTo>
                  <a:lnTo>
                    <a:pt x="3262" y="5153"/>
                  </a:lnTo>
                  <a:lnTo>
                    <a:pt x="3126" y="5869"/>
                  </a:lnTo>
                  <a:lnTo>
                    <a:pt x="2824" y="6450"/>
                  </a:lnTo>
                  <a:lnTo>
                    <a:pt x="3102" y="6889"/>
                  </a:lnTo>
                  <a:cubicBezTo>
                    <a:pt x="3102" y="6889"/>
                    <a:pt x="3423" y="7630"/>
                    <a:pt x="3423" y="7723"/>
                  </a:cubicBezTo>
                  <a:cubicBezTo>
                    <a:pt x="3423" y="7816"/>
                    <a:pt x="3448" y="8532"/>
                    <a:pt x="3448" y="8532"/>
                  </a:cubicBezTo>
                  <a:lnTo>
                    <a:pt x="3219" y="9459"/>
                  </a:lnTo>
                  <a:lnTo>
                    <a:pt x="3565" y="8582"/>
                  </a:lnTo>
                  <a:lnTo>
                    <a:pt x="3565" y="7748"/>
                  </a:lnTo>
                  <a:lnTo>
                    <a:pt x="3287" y="7049"/>
                  </a:lnTo>
                  <a:lnTo>
                    <a:pt x="3009" y="6518"/>
                  </a:lnTo>
                  <a:cubicBezTo>
                    <a:pt x="3009" y="6518"/>
                    <a:pt x="3126" y="6197"/>
                    <a:pt x="3244" y="5987"/>
                  </a:cubicBezTo>
                  <a:cubicBezTo>
                    <a:pt x="3355" y="5777"/>
                    <a:pt x="3380" y="5245"/>
                    <a:pt x="3380" y="5245"/>
                  </a:cubicBezTo>
                  <a:lnTo>
                    <a:pt x="3608" y="5524"/>
                  </a:lnTo>
                  <a:lnTo>
                    <a:pt x="3936" y="6308"/>
                  </a:lnTo>
                  <a:lnTo>
                    <a:pt x="3682" y="5406"/>
                  </a:lnTo>
                  <a:lnTo>
                    <a:pt x="3448" y="5060"/>
                  </a:lnTo>
                  <a:cubicBezTo>
                    <a:pt x="3448" y="5060"/>
                    <a:pt x="3244" y="4319"/>
                    <a:pt x="3034" y="3991"/>
                  </a:cubicBezTo>
                  <a:cubicBezTo>
                    <a:pt x="2824" y="3670"/>
                    <a:pt x="2589" y="2879"/>
                    <a:pt x="2589" y="2879"/>
                  </a:cubicBezTo>
                  <a:lnTo>
                    <a:pt x="2496" y="1977"/>
                  </a:lnTo>
                  <a:lnTo>
                    <a:pt x="1897" y="1885"/>
                  </a:lnTo>
                  <a:cubicBezTo>
                    <a:pt x="1897" y="1885"/>
                    <a:pt x="810" y="1582"/>
                    <a:pt x="624" y="1471"/>
                  </a:cubicBezTo>
                  <a:cubicBezTo>
                    <a:pt x="488" y="1384"/>
                    <a:pt x="204" y="501"/>
                    <a:pt x="50" y="0"/>
                  </a:cubicBezTo>
                  <a:lnTo>
                    <a:pt x="43" y="0"/>
                  </a:lnTo>
                  <a:cubicBezTo>
                    <a:pt x="25" y="6"/>
                    <a:pt x="13" y="6"/>
                    <a:pt x="0" y="6"/>
                  </a:cubicBezTo>
                  <a:close/>
                </a:path>
              </a:pathLst>
            </a:custGeom>
            <a:solidFill>
              <a:srgbClr val="F7F9F7">
                <a:alpha val="193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43"/>
            <p:cNvSpPr/>
            <p:nvPr/>
          </p:nvSpPr>
          <p:spPr>
            <a:xfrm flipH="1">
              <a:off x="7604736" y="3155022"/>
              <a:ext cx="42821" cy="247992"/>
            </a:xfrm>
            <a:custGeom>
              <a:avLst/>
              <a:gdLst/>
              <a:ahLst/>
              <a:cxnLst/>
              <a:rect l="l" t="t" r="r" b="b"/>
              <a:pathLst>
                <a:path w="619" h="3585" extrusionOk="0">
                  <a:moveTo>
                    <a:pt x="93" y="1"/>
                  </a:moveTo>
                  <a:cubicBezTo>
                    <a:pt x="93" y="1"/>
                    <a:pt x="402" y="557"/>
                    <a:pt x="445" y="773"/>
                  </a:cubicBezTo>
                  <a:cubicBezTo>
                    <a:pt x="495" y="989"/>
                    <a:pt x="464" y="1193"/>
                    <a:pt x="464" y="1193"/>
                  </a:cubicBezTo>
                  <a:lnTo>
                    <a:pt x="19" y="1564"/>
                  </a:lnTo>
                  <a:cubicBezTo>
                    <a:pt x="19" y="1564"/>
                    <a:pt x="1" y="1916"/>
                    <a:pt x="62" y="2058"/>
                  </a:cubicBezTo>
                  <a:cubicBezTo>
                    <a:pt x="124" y="2194"/>
                    <a:pt x="217" y="2287"/>
                    <a:pt x="217" y="2503"/>
                  </a:cubicBezTo>
                  <a:cubicBezTo>
                    <a:pt x="217" y="2719"/>
                    <a:pt x="155" y="3584"/>
                    <a:pt x="155" y="3584"/>
                  </a:cubicBezTo>
                  <a:lnTo>
                    <a:pt x="291" y="2534"/>
                  </a:lnTo>
                  <a:lnTo>
                    <a:pt x="260" y="2194"/>
                  </a:lnTo>
                  <a:lnTo>
                    <a:pt x="124" y="1996"/>
                  </a:lnTo>
                  <a:lnTo>
                    <a:pt x="124" y="1564"/>
                  </a:lnTo>
                  <a:lnTo>
                    <a:pt x="618" y="1162"/>
                  </a:lnTo>
                  <a:lnTo>
                    <a:pt x="575" y="761"/>
                  </a:lnTo>
                  <a:close/>
                </a:path>
              </a:pathLst>
            </a:custGeom>
            <a:solidFill>
              <a:srgbClr val="F7F9F7">
                <a:alpha val="193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43"/>
            <p:cNvSpPr/>
            <p:nvPr/>
          </p:nvSpPr>
          <p:spPr>
            <a:xfrm flipH="1">
              <a:off x="6695694" y="3002489"/>
              <a:ext cx="100930" cy="379978"/>
            </a:xfrm>
            <a:custGeom>
              <a:avLst/>
              <a:gdLst/>
              <a:ahLst/>
              <a:cxnLst/>
              <a:rect l="l" t="t" r="r" b="b"/>
              <a:pathLst>
                <a:path w="1459" h="5493" extrusionOk="0">
                  <a:moveTo>
                    <a:pt x="272" y="4263"/>
                  </a:moveTo>
                  <a:lnTo>
                    <a:pt x="111" y="3701"/>
                  </a:lnTo>
                  <a:lnTo>
                    <a:pt x="111" y="3750"/>
                  </a:lnTo>
                  <a:close/>
                  <a:moveTo>
                    <a:pt x="927" y="4356"/>
                  </a:moveTo>
                  <a:lnTo>
                    <a:pt x="859" y="3775"/>
                  </a:lnTo>
                  <a:lnTo>
                    <a:pt x="556" y="3244"/>
                  </a:lnTo>
                  <a:lnTo>
                    <a:pt x="420" y="2570"/>
                  </a:lnTo>
                  <a:lnTo>
                    <a:pt x="513" y="2082"/>
                  </a:lnTo>
                  <a:lnTo>
                    <a:pt x="809" y="1458"/>
                  </a:lnTo>
                  <a:lnTo>
                    <a:pt x="674" y="649"/>
                  </a:lnTo>
                  <a:lnTo>
                    <a:pt x="513" y="396"/>
                  </a:lnTo>
                  <a:lnTo>
                    <a:pt x="1458" y="105"/>
                  </a:lnTo>
                  <a:cubicBezTo>
                    <a:pt x="1291" y="43"/>
                    <a:pt x="1112" y="0"/>
                    <a:pt x="1112" y="0"/>
                  </a:cubicBezTo>
                  <a:lnTo>
                    <a:pt x="210" y="321"/>
                  </a:lnTo>
                  <a:lnTo>
                    <a:pt x="513" y="649"/>
                  </a:lnTo>
                  <a:lnTo>
                    <a:pt x="698" y="1390"/>
                  </a:lnTo>
                  <a:lnTo>
                    <a:pt x="680" y="1421"/>
                  </a:lnTo>
                  <a:lnTo>
                    <a:pt x="328" y="2064"/>
                  </a:lnTo>
                  <a:lnTo>
                    <a:pt x="260" y="2688"/>
                  </a:lnTo>
                  <a:lnTo>
                    <a:pt x="0" y="3312"/>
                  </a:lnTo>
                  <a:lnTo>
                    <a:pt x="118" y="3701"/>
                  </a:lnTo>
                  <a:lnTo>
                    <a:pt x="93" y="3312"/>
                  </a:lnTo>
                  <a:lnTo>
                    <a:pt x="346" y="2848"/>
                  </a:lnTo>
                  <a:lnTo>
                    <a:pt x="439" y="3268"/>
                  </a:lnTo>
                  <a:lnTo>
                    <a:pt x="742" y="3868"/>
                  </a:lnTo>
                  <a:lnTo>
                    <a:pt x="809" y="4306"/>
                  </a:lnTo>
                  <a:lnTo>
                    <a:pt x="606" y="4751"/>
                  </a:lnTo>
                  <a:cubicBezTo>
                    <a:pt x="606" y="4751"/>
                    <a:pt x="908" y="5418"/>
                    <a:pt x="952" y="5492"/>
                  </a:cubicBezTo>
                  <a:lnTo>
                    <a:pt x="723" y="4751"/>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43"/>
            <p:cNvSpPr/>
            <p:nvPr/>
          </p:nvSpPr>
          <p:spPr>
            <a:xfrm flipH="1">
              <a:off x="6985057" y="3006709"/>
              <a:ext cx="94496" cy="64194"/>
            </a:xfrm>
            <a:custGeom>
              <a:avLst/>
              <a:gdLst/>
              <a:ahLst/>
              <a:cxnLst/>
              <a:rect l="l" t="t" r="r" b="b"/>
              <a:pathLst>
                <a:path w="1366" h="928" extrusionOk="0">
                  <a:moveTo>
                    <a:pt x="0" y="1"/>
                  </a:moveTo>
                  <a:lnTo>
                    <a:pt x="1366" y="1"/>
                  </a:lnTo>
                  <a:lnTo>
                    <a:pt x="1366" y="928"/>
                  </a:lnTo>
                  <a:lnTo>
                    <a:pt x="0" y="928"/>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43"/>
            <p:cNvSpPr/>
            <p:nvPr/>
          </p:nvSpPr>
          <p:spPr>
            <a:xfrm flipH="1">
              <a:off x="6825607" y="3006709"/>
              <a:ext cx="94981" cy="64194"/>
            </a:xfrm>
            <a:custGeom>
              <a:avLst/>
              <a:gdLst/>
              <a:ahLst/>
              <a:cxnLst/>
              <a:rect l="l" t="t" r="r" b="b"/>
              <a:pathLst>
                <a:path w="1373" h="928" extrusionOk="0">
                  <a:moveTo>
                    <a:pt x="0" y="1"/>
                  </a:moveTo>
                  <a:lnTo>
                    <a:pt x="1372" y="1"/>
                  </a:lnTo>
                  <a:lnTo>
                    <a:pt x="1372" y="928"/>
                  </a:lnTo>
                  <a:lnTo>
                    <a:pt x="0" y="928"/>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43"/>
            <p:cNvSpPr/>
            <p:nvPr/>
          </p:nvSpPr>
          <p:spPr>
            <a:xfrm flipH="1">
              <a:off x="6662352" y="3172108"/>
              <a:ext cx="94566" cy="64194"/>
            </a:xfrm>
            <a:custGeom>
              <a:avLst/>
              <a:gdLst/>
              <a:ahLst/>
              <a:cxnLst/>
              <a:rect l="l" t="t" r="r" b="b"/>
              <a:pathLst>
                <a:path w="1367" h="928" extrusionOk="0">
                  <a:moveTo>
                    <a:pt x="1" y="1"/>
                  </a:moveTo>
                  <a:lnTo>
                    <a:pt x="1366" y="1"/>
                  </a:lnTo>
                  <a:lnTo>
                    <a:pt x="1366" y="928"/>
                  </a:lnTo>
                  <a:lnTo>
                    <a:pt x="1" y="928"/>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43"/>
            <p:cNvSpPr/>
            <p:nvPr/>
          </p:nvSpPr>
          <p:spPr>
            <a:xfrm flipH="1">
              <a:off x="6808105" y="3325955"/>
              <a:ext cx="94566" cy="64194"/>
            </a:xfrm>
            <a:custGeom>
              <a:avLst/>
              <a:gdLst/>
              <a:ahLst/>
              <a:cxnLst/>
              <a:rect l="l" t="t" r="r" b="b"/>
              <a:pathLst>
                <a:path w="1367" h="928" extrusionOk="0">
                  <a:moveTo>
                    <a:pt x="1" y="1"/>
                  </a:moveTo>
                  <a:lnTo>
                    <a:pt x="1366" y="1"/>
                  </a:lnTo>
                  <a:lnTo>
                    <a:pt x="1366" y="928"/>
                  </a:lnTo>
                  <a:lnTo>
                    <a:pt x="1" y="928"/>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43"/>
            <p:cNvSpPr/>
            <p:nvPr/>
          </p:nvSpPr>
          <p:spPr>
            <a:xfrm flipH="1">
              <a:off x="6985057" y="2852447"/>
              <a:ext cx="94496" cy="64194"/>
            </a:xfrm>
            <a:custGeom>
              <a:avLst/>
              <a:gdLst/>
              <a:ahLst/>
              <a:cxnLst/>
              <a:rect l="l" t="t" r="r" b="b"/>
              <a:pathLst>
                <a:path w="1366" h="928" extrusionOk="0">
                  <a:moveTo>
                    <a:pt x="0" y="1"/>
                  </a:moveTo>
                  <a:lnTo>
                    <a:pt x="1366" y="1"/>
                  </a:lnTo>
                  <a:lnTo>
                    <a:pt x="1366" y="927"/>
                  </a:lnTo>
                  <a:lnTo>
                    <a:pt x="0" y="927"/>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43"/>
            <p:cNvSpPr/>
            <p:nvPr/>
          </p:nvSpPr>
          <p:spPr>
            <a:xfrm flipH="1">
              <a:off x="6825607" y="2852447"/>
              <a:ext cx="94981" cy="64194"/>
            </a:xfrm>
            <a:custGeom>
              <a:avLst/>
              <a:gdLst/>
              <a:ahLst/>
              <a:cxnLst/>
              <a:rect l="l" t="t" r="r" b="b"/>
              <a:pathLst>
                <a:path w="1373" h="928" extrusionOk="0">
                  <a:moveTo>
                    <a:pt x="0" y="1"/>
                  </a:moveTo>
                  <a:lnTo>
                    <a:pt x="1372" y="1"/>
                  </a:lnTo>
                  <a:lnTo>
                    <a:pt x="1372" y="927"/>
                  </a:lnTo>
                  <a:lnTo>
                    <a:pt x="0" y="927"/>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43"/>
            <p:cNvSpPr/>
            <p:nvPr/>
          </p:nvSpPr>
          <p:spPr>
            <a:xfrm flipH="1">
              <a:off x="6749999" y="2663528"/>
              <a:ext cx="31683" cy="94147"/>
            </a:xfrm>
            <a:custGeom>
              <a:avLst/>
              <a:gdLst/>
              <a:ahLst/>
              <a:cxnLst/>
              <a:rect l="l" t="t" r="r" b="b"/>
              <a:pathLst>
                <a:path w="458" h="1361" extrusionOk="0">
                  <a:moveTo>
                    <a:pt x="93" y="884"/>
                  </a:moveTo>
                  <a:lnTo>
                    <a:pt x="248" y="569"/>
                  </a:lnTo>
                  <a:lnTo>
                    <a:pt x="285" y="335"/>
                  </a:lnTo>
                  <a:lnTo>
                    <a:pt x="458" y="19"/>
                  </a:lnTo>
                  <a:cubicBezTo>
                    <a:pt x="451" y="19"/>
                    <a:pt x="451" y="7"/>
                    <a:pt x="439" y="7"/>
                  </a:cubicBezTo>
                  <a:cubicBezTo>
                    <a:pt x="420" y="7"/>
                    <a:pt x="390" y="1"/>
                    <a:pt x="353" y="1"/>
                  </a:cubicBezTo>
                  <a:lnTo>
                    <a:pt x="186" y="347"/>
                  </a:lnTo>
                  <a:cubicBezTo>
                    <a:pt x="186" y="347"/>
                    <a:pt x="229" y="606"/>
                    <a:pt x="118" y="674"/>
                  </a:cubicBezTo>
                  <a:lnTo>
                    <a:pt x="0" y="903"/>
                  </a:lnTo>
                  <a:lnTo>
                    <a:pt x="130" y="1360"/>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43"/>
            <p:cNvSpPr/>
            <p:nvPr/>
          </p:nvSpPr>
          <p:spPr>
            <a:xfrm flipH="1">
              <a:off x="6861083" y="3926469"/>
              <a:ext cx="557847" cy="351755"/>
            </a:xfrm>
            <a:custGeom>
              <a:avLst/>
              <a:gdLst/>
              <a:ahLst/>
              <a:cxnLst/>
              <a:rect l="l" t="t" r="r" b="b"/>
              <a:pathLst>
                <a:path w="8064" h="5085" extrusionOk="0">
                  <a:moveTo>
                    <a:pt x="1" y="4683"/>
                  </a:moveTo>
                  <a:cubicBezTo>
                    <a:pt x="26" y="4615"/>
                    <a:pt x="372" y="4078"/>
                    <a:pt x="372" y="4078"/>
                  </a:cubicBezTo>
                  <a:lnTo>
                    <a:pt x="792" y="3756"/>
                  </a:lnTo>
                  <a:lnTo>
                    <a:pt x="928" y="3132"/>
                  </a:lnTo>
                  <a:lnTo>
                    <a:pt x="1737" y="2366"/>
                  </a:lnTo>
                  <a:lnTo>
                    <a:pt x="2552" y="1786"/>
                  </a:lnTo>
                  <a:lnTo>
                    <a:pt x="3386" y="1736"/>
                  </a:lnTo>
                  <a:lnTo>
                    <a:pt x="3868" y="1576"/>
                  </a:lnTo>
                  <a:lnTo>
                    <a:pt x="4078" y="581"/>
                  </a:lnTo>
                  <a:lnTo>
                    <a:pt x="4912" y="118"/>
                  </a:lnTo>
                  <a:lnTo>
                    <a:pt x="6235" y="0"/>
                  </a:lnTo>
                  <a:lnTo>
                    <a:pt x="7044" y="717"/>
                  </a:lnTo>
                  <a:lnTo>
                    <a:pt x="7297" y="3441"/>
                  </a:lnTo>
                  <a:lnTo>
                    <a:pt x="7835" y="4504"/>
                  </a:lnTo>
                  <a:lnTo>
                    <a:pt x="8063" y="5085"/>
                  </a:lnTo>
                  <a:lnTo>
                    <a:pt x="3485" y="4831"/>
                  </a:lnTo>
                  <a:close/>
                </a:path>
              </a:pathLst>
            </a:custGeom>
            <a:solidFill>
              <a:srgbClr val="E459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43"/>
            <p:cNvSpPr/>
            <p:nvPr/>
          </p:nvSpPr>
          <p:spPr>
            <a:xfrm flipH="1">
              <a:off x="6859423" y="4073468"/>
              <a:ext cx="558608" cy="204343"/>
            </a:xfrm>
            <a:custGeom>
              <a:avLst/>
              <a:gdLst/>
              <a:ahLst/>
              <a:cxnLst/>
              <a:rect l="l" t="t" r="r" b="b"/>
              <a:pathLst>
                <a:path w="8075" h="2954" extrusionOk="0">
                  <a:moveTo>
                    <a:pt x="3497" y="2694"/>
                  </a:moveTo>
                  <a:lnTo>
                    <a:pt x="8075" y="2954"/>
                  </a:lnTo>
                  <a:lnTo>
                    <a:pt x="7840" y="2373"/>
                  </a:lnTo>
                  <a:lnTo>
                    <a:pt x="7309" y="1304"/>
                  </a:lnTo>
                  <a:lnTo>
                    <a:pt x="7191" y="68"/>
                  </a:lnTo>
                  <a:lnTo>
                    <a:pt x="5851" y="50"/>
                  </a:lnTo>
                  <a:lnTo>
                    <a:pt x="5202" y="649"/>
                  </a:lnTo>
                  <a:lnTo>
                    <a:pt x="5128" y="143"/>
                  </a:lnTo>
                  <a:lnTo>
                    <a:pt x="4665" y="0"/>
                  </a:lnTo>
                  <a:lnTo>
                    <a:pt x="3719" y="396"/>
                  </a:lnTo>
                  <a:lnTo>
                    <a:pt x="2997" y="1088"/>
                  </a:lnTo>
                  <a:lnTo>
                    <a:pt x="2422" y="1483"/>
                  </a:lnTo>
                  <a:lnTo>
                    <a:pt x="2861" y="2249"/>
                  </a:lnTo>
                  <a:lnTo>
                    <a:pt x="2305" y="1576"/>
                  </a:lnTo>
                  <a:lnTo>
                    <a:pt x="1403" y="1323"/>
                  </a:lnTo>
                  <a:cubicBezTo>
                    <a:pt x="1403" y="1323"/>
                    <a:pt x="1094" y="1360"/>
                    <a:pt x="834" y="1428"/>
                  </a:cubicBezTo>
                  <a:lnTo>
                    <a:pt x="791" y="1631"/>
                  </a:lnTo>
                  <a:lnTo>
                    <a:pt x="371" y="1953"/>
                  </a:lnTo>
                  <a:cubicBezTo>
                    <a:pt x="371" y="1953"/>
                    <a:pt x="25" y="2490"/>
                    <a:pt x="0" y="2558"/>
                  </a:cubicBezTo>
                  <a:close/>
                </a:path>
              </a:pathLst>
            </a:custGeom>
            <a:solidFill>
              <a:srgbClr val="E459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43"/>
            <p:cNvSpPr/>
            <p:nvPr/>
          </p:nvSpPr>
          <p:spPr>
            <a:xfrm flipH="1">
              <a:off x="6972681" y="3279815"/>
              <a:ext cx="163812" cy="632605"/>
            </a:xfrm>
            <a:custGeom>
              <a:avLst/>
              <a:gdLst/>
              <a:ahLst/>
              <a:cxnLst/>
              <a:rect l="l" t="t" r="r" b="b"/>
              <a:pathLst>
                <a:path w="2368" h="9145" extrusionOk="0">
                  <a:moveTo>
                    <a:pt x="2349" y="7730"/>
                  </a:moveTo>
                  <a:cubicBezTo>
                    <a:pt x="2244" y="7699"/>
                    <a:pt x="2132" y="7730"/>
                    <a:pt x="2021" y="7742"/>
                  </a:cubicBezTo>
                  <a:lnTo>
                    <a:pt x="1811" y="7767"/>
                  </a:lnTo>
                  <a:cubicBezTo>
                    <a:pt x="1749" y="6549"/>
                    <a:pt x="1688" y="5326"/>
                    <a:pt x="1651" y="4097"/>
                  </a:cubicBezTo>
                  <a:cubicBezTo>
                    <a:pt x="1681" y="4091"/>
                    <a:pt x="1718" y="4084"/>
                    <a:pt x="1749" y="4078"/>
                  </a:cubicBezTo>
                  <a:cubicBezTo>
                    <a:pt x="1793" y="4066"/>
                    <a:pt x="1780" y="4004"/>
                    <a:pt x="1743" y="4004"/>
                  </a:cubicBezTo>
                  <a:cubicBezTo>
                    <a:pt x="1712" y="4004"/>
                    <a:pt x="1681" y="4004"/>
                    <a:pt x="1651" y="4016"/>
                  </a:cubicBezTo>
                  <a:cubicBezTo>
                    <a:pt x="1638" y="3442"/>
                    <a:pt x="1620" y="2861"/>
                    <a:pt x="1613" y="2287"/>
                  </a:cubicBezTo>
                  <a:cubicBezTo>
                    <a:pt x="1607" y="1656"/>
                    <a:pt x="1626" y="1032"/>
                    <a:pt x="1595" y="408"/>
                  </a:cubicBezTo>
                  <a:cubicBezTo>
                    <a:pt x="1595" y="371"/>
                    <a:pt x="1545" y="371"/>
                    <a:pt x="1533" y="408"/>
                  </a:cubicBezTo>
                  <a:cubicBezTo>
                    <a:pt x="1502" y="965"/>
                    <a:pt x="1521" y="1521"/>
                    <a:pt x="1527" y="2077"/>
                  </a:cubicBezTo>
                  <a:cubicBezTo>
                    <a:pt x="1533" y="2626"/>
                    <a:pt x="1545" y="3164"/>
                    <a:pt x="1552" y="3714"/>
                  </a:cubicBezTo>
                  <a:cubicBezTo>
                    <a:pt x="1552" y="3813"/>
                    <a:pt x="1558" y="3911"/>
                    <a:pt x="1558" y="4023"/>
                  </a:cubicBezTo>
                  <a:cubicBezTo>
                    <a:pt x="1484" y="4029"/>
                    <a:pt x="1397" y="4035"/>
                    <a:pt x="1317" y="4047"/>
                  </a:cubicBezTo>
                  <a:cubicBezTo>
                    <a:pt x="1255" y="4054"/>
                    <a:pt x="1187" y="4054"/>
                    <a:pt x="1125" y="4054"/>
                  </a:cubicBezTo>
                  <a:cubicBezTo>
                    <a:pt x="1082" y="3380"/>
                    <a:pt x="1039" y="2701"/>
                    <a:pt x="989" y="2027"/>
                  </a:cubicBezTo>
                  <a:cubicBezTo>
                    <a:pt x="940" y="1366"/>
                    <a:pt x="884" y="693"/>
                    <a:pt x="835" y="32"/>
                  </a:cubicBezTo>
                  <a:cubicBezTo>
                    <a:pt x="835" y="1"/>
                    <a:pt x="779" y="1"/>
                    <a:pt x="779" y="32"/>
                  </a:cubicBezTo>
                  <a:cubicBezTo>
                    <a:pt x="847" y="1372"/>
                    <a:pt x="934" y="2719"/>
                    <a:pt x="1027" y="4060"/>
                  </a:cubicBezTo>
                  <a:lnTo>
                    <a:pt x="897" y="4060"/>
                  </a:lnTo>
                  <a:lnTo>
                    <a:pt x="841" y="4060"/>
                  </a:lnTo>
                  <a:cubicBezTo>
                    <a:pt x="773" y="3596"/>
                    <a:pt x="681" y="3139"/>
                    <a:pt x="569" y="2688"/>
                  </a:cubicBezTo>
                  <a:cubicBezTo>
                    <a:pt x="440" y="2120"/>
                    <a:pt x="291" y="1558"/>
                    <a:pt x="94" y="1020"/>
                  </a:cubicBezTo>
                  <a:cubicBezTo>
                    <a:pt x="75" y="971"/>
                    <a:pt x="1" y="989"/>
                    <a:pt x="13" y="1039"/>
                  </a:cubicBezTo>
                  <a:cubicBezTo>
                    <a:pt x="310" y="2015"/>
                    <a:pt x="563" y="2979"/>
                    <a:pt x="718" y="3986"/>
                  </a:cubicBezTo>
                  <a:cubicBezTo>
                    <a:pt x="724" y="4004"/>
                    <a:pt x="724" y="4035"/>
                    <a:pt x="724" y="4060"/>
                  </a:cubicBezTo>
                  <a:cubicBezTo>
                    <a:pt x="501" y="4054"/>
                    <a:pt x="279" y="4035"/>
                    <a:pt x="50" y="4004"/>
                  </a:cubicBezTo>
                  <a:cubicBezTo>
                    <a:pt x="19" y="4004"/>
                    <a:pt x="13" y="4054"/>
                    <a:pt x="44" y="4060"/>
                  </a:cubicBezTo>
                  <a:cubicBezTo>
                    <a:pt x="279" y="4109"/>
                    <a:pt x="501" y="4128"/>
                    <a:pt x="742" y="4146"/>
                  </a:cubicBezTo>
                  <a:cubicBezTo>
                    <a:pt x="823" y="4702"/>
                    <a:pt x="878" y="5271"/>
                    <a:pt x="909" y="5839"/>
                  </a:cubicBezTo>
                  <a:cubicBezTo>
                    <a:pt x="711" y="5839"/>
                    <a:pt x="501" y="5827"/>
                    <a:pt x="298" y="5808"/>
                  </a:cubicBezTo>
                  <a:cubicBezTo>
                    <a:pt x="267" y="5808"/>
                    <a:pt x="260" y="5851"/>
                    <a:pt x="291" y="5851"/>
                  </a:cubicBezTo>
                  <a:cubicBezTo>
                    <a:pt x="501" y="5882"/>
                    <a:pt x="711" y="5901"/>
                    <a:pt x="909" y="5907"/>
                  </a:cubicBezTo>
                  <a:cubicBezTo>
                    <a:pt x="928" y="6278"/>
                    <a:pt x="940" y="6642"/>
                    <a:pt x="934" y="7013"/>
                  </a:cubicBezTo>
                  <a:cubicBezTo>
                    <a:pt x="928" y="7581"/>
                    <a:pt x="897" y="8156"/>
                    <a:pt x="872" y="8718"/>
                  </a:cubicBezTo>
                  <a:cubicBezTo>
                    <a:pt x="872" y="8749"/>
                    <a:pt x="928" y="8755"/>
                    <a:pt x="928" y="8724"/>
                  </a:cubicBezTo>
                  <a:cubicBezTo>
                    <a:pt x="965" y="8465"/>
                    <a:pt x="996" y="8199"/>
                    <a:pt x="1008" y="7927"/>
                  </a:cubicBezTo>
                  <a:cubicBezTo>
                    <a:pt x="1094" y="7940"/>
                    <a:pt x="1187" y="7927"/>
                    <a:pt x="1280" y="7921"/>
                  </a:cubicBezTo>
                  <a:cubicBezTo>
                    <a:pt x="1286" y="8001"/>
                    <a:pt x="1286" y="8069"/>
                    <a:pt x="1298" y="8143"/>
                  </a:cubicBezTo>
                  <a:cubicBezTo>
                    <a:pt x="1317" y="8465"/>
                    <a:pt x="1317" y="8792"/>
                    <a:pt x="1373" y="9113"/>
                  </a:cubicBezTo>
                  <a:cubicBezTo>
                    <a:pt x="1379" y="9144"/>
                    <a:pt x="1428" y="9132"/>
                    <a:pt x="1428" y="9101"/>
                  </a:cubicBezTo>
                  <a:cubicBezTo>
                    <a:pt x="1434" y="8811"/>
                    <a:pt x="1397" y="8502"/>
                    <a:pt x="1379" y="8205"/>
                  </a:cubicBezTo>
                  <a:cubicBezTo>
                    <a:pt x="1373" y="8113"/>
                    <a:pt x="1366" y="8014"/>
                    <a:pt x="1366" y="7921"/>
                  </a:cubicBezTo>
                  <a:cubicBezTo>
                    <a:pt x="1465" y="7915"/>
                    <a:pt x="1576" y="7896"/>
                    <a:pt x="1675" y="7884"/>
                  </a:cubicBezTo>
                  <a:cubicBezTo>
                    <a:pt x="1688" y="7884"/>
                    <a:pt x="1712" y="7878"/>
                    <a:pt x="1731" y="7878"/>
                  </a:cubicBezTo>
                  <a:cubicBezTo>
                    <a:pt x="1749" y="8224"/>
                    <a:pt x="1780" y="8570"/>
                    <a:pt x="1824" y="8916"/>
                  </a:cubicBezTo>
                  <a:cubicBezTo>
                    <a:pt x="1824" y="8940"/>
                    <a:pt x="1861" y="8940"/>
                    <a:pt x="1854" y="8916"/>
                  </a:cubicBezTo>
                  <a:cubicBezTo>
                    <a:pt x="1836" y="8570"/>
                    <a:pt x="1811" y="8218"/>
                    <a:pt x="1799" y="7865"/>
                  </a:cubicBezTo>
                  <a:cubicBezTo>
                    <a:pt x="1867" y="7859"/>
                    <a:pt x="1935" y="7853"/>
                    <a:pt x="2015" y="7847"/>
                  </a:cubicBezTo>
                  <a:cubicBezTo>
                    <a:pt x="2114" y="7828"/>
                    <a:pt x="2237" y="7835"/>
                    <a:pt x="2330" y="7785"/>
                  </a:cubicBezTo>
                  <a:cubicBezTo>
                    <a:pt x="2367" y="7760"/>
                    <a:pt x="2361" y="7730"/>
                    <a:pt x="2349" y="7730"/>
                  </a:cubicBezTo>
                  <a:close/>
                  <a:moveTo>
                    <a:pt x="1576" y="4115"/>
                  </a:moveTo>
                  <a:cubicBezTo>
                    <a:pt x="1589" y="4671"/>
                    <a:pt x="1613" y="5234"/>
                    <a:pt x="1638" y="5790"/>
                  </a:cubicBezTo>
                  <a:cubicBezTo>
                    <a:pt x="1515" y="5808"/>
                    <a:pt x="1379" y="5814"/>
                    <a:pt x="1255" y="5820"/>
                  </a:cubicBezTo>
                  <a:cubicBezTo>
                    <a:pt x="1249" y="5734"/>
                    <a:pt x="1249" y="5660"/>
                    <a:pt x="1243" y="5573"/>
                  </a:cubicBezTo>
                  <a:cubicBezTo>
                    <a:pt x="1212" y="5091"/>
                    <a:pt x="1181" y="4622"/>
                    <a:pt x="1150" y="4146"/>
                  </a:cubicBezTo>
                  <a:cubicBezTo>
                    <a:pt x="1286" y="4146"/>
                    <a:pt x="1434" y="4140"/>
                    <a:pt x="1576" y="4115"/>
                  </a:cubicBezTo>
                  <a:close/>
                  <a:moveTo>
                    <a:pt x="909" y="4146"/>
                  </a:moveTo>
                  <a:lnTo>
                    <a:pt x="1051" y="4146"/>
                  </a:lnTo>
                  <a:cubicBezTo>
                    <a:pt x="1088" y="4702"/>
                    <a:pt x="1125" y="5264"/>
                    <a:pt x="1162" y="5820"/>
                  </a:cubicBezTo>
                  <a:cubicBezTo>
                    <a:pt x="1125" y="5820"/>
                    <a:pt x="1088" y="5820"/>
                    <a:pt x="1051" y="5827"/>
                  </a:cubicBezTo>
                  <a:cubicBezTo>
                    <a:pt x="1051" y="5783"/>
                    <a:pt x="1039" y="5734"/>
                    <a:pt x="1039" y="5691"/>
                  </a:cubicBezTo>
                  <a:cubicBezTo>
                    <a:pt x="1008" y="5172"/>
                    <a:pt x="946" y="4653"/>
                    <a:pt x="872" y="4146"/>
                  </a:cubicBezTo>
                  <a:close/>
                  <a:moveTo>
                    <a:pt x="1039" y="7884"/>
                  </a:moveTo>
                  <a:cubicBezTo>
                    <a:pt x="1088" y="7229"/>
                    <a:pt x="1082" y="6562"/>
                    <a:pt x="1051" y="5907"/>
                  </a:cubicBezTo>
                  <a:lnTo>
                    <a:pt x="1169" y="5907"/>
                  </a:lnTo>
                  <a:cubicBezTo>
                    <a:pt x="1206" y="6315"/>
                    <a:pt x="1224" y="6722"/>
                    <a:pt x="1255" y="7136"/>
                  </a:cubicBezTo>
                  <a:cubicBezTo>
                    <a:pt x="1274" y="7365"/>
                    <a:pt x="1286" y="7606"/>
                    <a:pt x="1305" y="7835"/>
                  </a:cubicBezTo>
                  <a:cubicBezTo>
                    <a:pt x="1212" y="7847"/>
                    <a:pt x="1125" y="7859"/>
                    <a:pt x="1039" y="7884"/>
                  </a:cubicBezTo>
                  <a:close/>
                  <a:moveTo>
                    <a:pt x="1669" y="7785"/>
                  </a:moveTo>
                  <a:cubicBezTo>
                    <a:pt x="1576" y="7797"/>
                    <a:pt x="1471" y="7804"/>
                    <a:pt x="1379" y="7822"/>
                  </a:cubicBezTo>
                  <a:cubicBezTo>
                    <a:pt x="1373" y="7655"/>
                    <a:pt x="1360" y="7495"/>
                    <a:pt x="1348" y="7334"/>
                  </a:cubicBezTo>
                  <a:lnTo>
                    <a:pt x="1255" y="5901"/>
                  </a:lnTo>
                  <a:cubicBezTo>
                    <a:pt x="1379" y="5888"/>
                    <a:pt x="1508" y="5882"/>
                    <a:pt x="1632" y="5876"/>
                  </a:cubicBezTo>
                  <a:cubicBezTo>
                    <a:pt x="1651" y="6259"/>
                    <a:pt x="1675" y="6655"/>
                    <a:pt x="1694" y="7044"/>
                  </a:cubicBezTo>
                  <a:cubicBezTo>
                    <a:pt x="1712" y="7291"/>
                    <a:pt x="1731" y="7526"/>
                    <a:pt x="1743" y="7773"/>
                  </a:cubicBezTo>
                  <a:cubicBezTo>
                    <a:pt x="1718" y="7773"/>
                    <a:pt x="1700" y="7785"/>
                    <a:pt x="1669" y="778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43"/>
            <p:cNvSpPr/>
            <p:nvPr/>
          </p:nvSpPr>
          <p:spPr>
            <a:xfrm flipH="1">
              <a:off x="7000891" y="3602935"/>
              <a:ext cx="752305" cy="632536"/>
            </a:xfrm>
            <a:custGeom>
              <a:avLst/>
              <a:gdLst/>
              <a:ahLst/>
              <a:cxnLst/>
              <a:rect l="l" t="t" r="r" b="b"/>
              <a:pathLst>
                <a:path w="10875" h="9144" extrusionOk="0">
                  <a:moveTo>
                    <a:pt x="149" y="0"/>
                  </a:moveTo>
                  <a:cubicBezTo>
                    <a:pt x="149" y="0"/>
                    <a:pt x="6142" y="44"/>
                    <a:pt x="6278" y="136"/>
                  </a:cubicBezTo>
                  <a:cubicBezTo>
                    <a:pt x="6420" y="229"/>
                    <a:pt x="6741" y="414"/>
                    <a:pt x="6741" y="414"/>
                  </a:cubicBezTo>
                  <a:lnTo>
                    <a:pt x="7112" y="93"/>
                  </a:lnTo>
                  <a:lnTo>
                    <a:pt x="9070" y="322"/>
                  </a:lnTo>
                  <a:cubicBezTo>
                    <a:pt x="9070" y="322"/>
                    <a:pt x="8885" y="1156"/>
                    <a:pt x="8928" y="1434"/>
                  </a:cubicBezTo>
                  <a:cubicBezTo>
                    <a:pt x="8978" y="1712"/>
                    <a:pt x="8978" y="1946"/>
                    <a:pt x="8792" y="2224"/>
                  </a:cubicBezTo>
                  <a:cubicBezTo>
                    <a:pt x="8607" y="2502"/>
                    <a:pt x="8885" y="2731"/>
                    <a:pt x="8885" y="2731"/>
                  </a:cubicBezTo>
                  <a:lnTo>
                    <a:pt x="9670" y="2916"/>
                  </a:lnTo>
                  <a:lnTo>
                    <a:pt x="9904" y="3565"/>
                  </a:lnTo>
                  <a:lnTo>
                    <a:pt x="10874" y="3936"/>
                  </a:lnTo>
                  <a:lnTo>
                    <a:pt x="10874" y="9144"/>
                  </a:lnTo>
                  <a:lnTo>
                    <a:pt x="1" y="9144"/>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43"/>
            <p:cNvSpPr/>
            <p:nvPr/>
          </p:nvSpPr>
          <p:spPr>
            <a:xfrm flipH="1">
              <a:off x="7127006" y="3604664"/>
              <a:ext cx="434711" cy="163322"/>
            </a:xfrm>
            <a:custGeom>
              <a:avLst/>
              <a:gdLst/>
              <a:ahLst/>
              <a:cxnLst/>
              <a:rect l="l" t="t" r="r" b="b"/>
              <a:pathLst>
                <a:path w="6284" h="2361" extrusionOk="0">
                  <a:moveTo>
                    <a:pt x="446" y="439"/>
                  </a:moveTo>
                  <a:lnTo>
                    <a:pt x="1440" y="649"/>
                  </a:lnTo>
                  <a:lnTo>
                    <a:pt x="1811" y="1063"/>
                  </a:lnTo>
                  <a:lnTo>
                    <a:pt x="2231" y="2360"/>
                  </a:lnTo>
                  <a:lnTo>
                    <a:pt x="2206" y="927"/>
                  </a:lnTo>
                  <a:lnTo>
                    <a:pt x="2738" y="809"/>
                  </a:lnTo>
                  <a:lnTo>
                    <a:pt x="3108" y="643"/>
                  </a:lnTo>
                  <a:lnTo>
                    <a:pt x="3664" y="785"/>
                  </a:lnTo>
                  <a:lnTo>
                    <a:pt x="4220" y="970"/>
                  </a:lnTo>
                  <a:lnTo>
                    <a:pt x="4128" y="2107"/>
                  </a:lnTo>
                  <a:lnTo>
                    <a:pt x="4758" y="785"/>
                  </a:lnTo>
                  <a:lnTo>
                    <a:pt x="4776" y="1273"/>
                  </a:lnTo>
                  <a:lnTo>
                    <a:pt x="5425" y="717"/>
                  </a:lnTo>
                  <a:lnTo>
                    <a:pt x="5753" y="877"/>
                  </a:lnTo>
                  <a:lnTo>
                    <a:pt x="5963" y="1316"/>
                  </a:lnTo>
                  <a:lnTo>
                    <a:pt x="6148" y="1168"/>
                  </a:lnTo>
                  <a:cubicBezTo>
                    <a:pt x="6166" y="816"/>
                    <a:pt x="6284" y="290"/>
                    <a:pt x="6284" y="290"/>
                  </a:cubicBezTo>
                  <a:lnTo>
                    <a:pt x="4332" y="56"/>
                  </a:lnTo>
                  <a:lnTo>
                    <a:pt x="3961" y="383"/>
                  </a:lnTo>
                  <a:cubicBezTo>
                    <a:pt x="3961" y="383"/>
                    <a:pt x="3633" y="198"/>
                    <a:pt x="3498" y="105"/>
                  </a:cubicBezTo>
                  <a:cubicBezTo>
                    <a:pt x="3417" y="49"/>
                    <a:pt x="1626" y="19"/>
                    <a:pt x="1" y="0"/>
                  </a:cubicBez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43"/>
            <p:cNvSpPr/>
            <p:nvPr/>
          </p:nvSpPr>
          <p:spPr>
            <a:xfrm flipH="1">
              <a:off x="6545728" y="3422178"/>
              <a:ext cx="156964" cy="149210"/>
            </a:xfrm>
            <a:custGeom>
              <a:avLst/>
              <a:gdLst/>
              <a:ahLst/>
              <a:cxnLst/>
              <a:rect l="l" t="t" r="r" b="b"/>
              <a:pathLst>
                <a:path w="2269" h="2157" extrusionOk="0">
                  <a:moveTo>
                    <a:pt x="1039" y="976"/>
                  </a:moveTo>
                  <a:cubicBezTo>
                    <a:pt x="1224" y="803"/>
                    <a:pt x="1409" y="643"/>
                    <a:pt x="1613" y="494"/>
                  </a:cubicBezTo>
                  <a:cubicBezTo>
                    <a:pt x="1811" y="346"/>
                    <a:pt x="2027" y="222"/>
                    <a:pt x="2231" y="87"/>
                  </a:cubicBezTo>
                  <a:cubicBezTo>
                    <a:pt x="2268" y="56"/>
                    <a:pt x="2237" y="0"/>
                    <a:pt x="2194" y="25"/>
                  </a:cubicBezTo>
                  <a:cubicBezTo>
                    <a:pt x="1959" y="136"/>
                    <a:pt x="1743" y="290"/>
                    <a:pt x="1533" y="445"/>
                  </a:cubicBezTo>
                  <a:cubicBezTo>
                    <a:pt x="1335" y="587"/>
                    <a:pt x="1150" y="754"/>
                    <a:pt x="971" y="914"/>
                  </a:cubicBezTo>
                  <a:cubicBezTo>
                    <a:pt x="600" y="1260"/>
                    <a:pt x="285" y="1656"/>
                    <a:pt x="19" y="2088"/>
                  </a:cubicBezTo>
                  <a:cubicBezTo>
                    <a:pt x="1" y="2125"/>
                    <a:pt x="50" y="2156"/>
                    <a:pt x="75" y="2119"/>
                  </a:cubicBezTo>
                  <a:cubicBezTo>
                    <a:pt x="359" y="1699"/>
                    <a:pt x="680" y="1316"/>
                    <a:pt x="1039" y="976"/>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43"/>
            <p:cNvSpPr/>
            <p:nvPr/>
          </p:nvSpPr>
          <p:spPr>
            <a:xfrm flipH="1">
              <a:off x="6523937" y="3458011"/>
              <a:ext cx="149700" cy="164221"/>
            </a:xfrm>
            <a:custGeom>
              <a:avLst/>
              <a:gdLst/>
              <a:ahLst/>
              <a:cxnLst/>
              <a:rect l="l" t="t" r="r" b="b"/>
              <a:pathLst>
                <a:path w="2164" h="2374" extrusionOk="0">
                  <a:moveTo>
                    <a:pt x="2071" y="248"/>
                  </a:moveTo>
                  <a:cubicBezTo>
                    <a:pt x="1904" y="341"/>
                    <a:pt x="1749" y="471"/>
                    <a:pt x="1601" y="594"/>
                  </a:cubicBezTo>
                  <a:cubicBezTo>
                    <a:pt x="1601" y="588"/>
                    <a:pt x="1595" y="582"/>
                    <a:pt x="1595" y="582"/>
                  </a:cubicBezTo>
                  <a:cubicBezTo>
                    <a:pt x="1558" y="526"/>
                    <a:pt x="1502" y="483"/>
                    <a:pt x="1447" y="440"/>
                  </a:cubicBezTo>
                  <a:cubicBezTo>
                    <a:pt x="1508" y="390"/>
                    <a:pt x="1564" y="335"/>
                    <a:pt x="1626" y="279"/>
                  </a:cubicBezTo>
                  <a:cubicBezTo>
                    <a:pt x="1712" y="211"/>
                    <a:pt x="1811" y="143"/>
                    <a:pt x="1873" y="50"/>
                  </a:cubicBezTo>
                  <a:cubicBezTo>
                    <a:pt x="1885" y="32"/>
                    <a:pt x="1867" y="1"/>
                    <a:pt x="1842" y="7"/>
                  </a:cubicBezTo>
                  <a:cubicBezTo>
                    <a:pt x="1743" y="50"/>
                    <a:pt x="1669" y="125"/>
                    <a:pt x="1595" y="193"/>
                  </a:cubicBezTo>
                  <a:cubicBezTo>
                    <a:pt x="1527" y="254"/>
                    <a:pt x="1447" y="328"/>
                    <a:pt x="1379" y="396"/>
                  </a:cubicBezTo>
                  <a:lnTo>
                    <a:pt x="1379" y="396"/>
                  </a:lnTo>
                  <a:cubicBezTo>
                    <a:pt x="1280" y="328"/>
                    <a:pt x="1187" y="248"/>
                    <a:pt x="1082" y="180"/>
                  </a:cubicBezTo>
                  <a:cubicBezTo>
                    <a:pt x="1063" y="162"/>
                    <a:pt x="1033" y="205"/>
                    <a:pt x="1051" y="217"/>
                  </a:cubicBezTo>
                  <a:cubicBezTo>
                    <a:pt x="1144" y="285"/>
                    <a:pt x="1230" y="365"/>
                    <a:pt x="1323" y="433"/>
                  </a:cubicBezTo>
                  <a:lnTo>
                    <a:pt x="1329" y="440"/>
                  </a:lnTo>
                  <a:lnTo>
                    <a:pt x="1323" y="452"/>
                  </a:lnTo>
                  <a:cubicBezTo>
                    <a:pt x="1138" y="625"/>
                    <a:pt x="971" y="810"/>
                    <a:pt x="804" y="1008"/>
                  </a:cubicBezTo>
                  <a:cubicBezTo>
                    <a:pt x="730" y="1101"/>
                    <a:pt x="650" y="1193"/>
                    <a:pt x="582" y="1292"/>
                  </a:cubicBezTo>
                  <a:cubicBezTo>
                    <a:pt x="489" y="1181"/>
                    <a:pt x="384" y="1082"/>
                    <a:pt x="273" y="989"/>
                  </a:cubicBezTo>
                  <a:cubicBezTo>
                    <a:pt x="254" y="977"/>
                    <a:pt x="236" y="996"/>
                    <a:pt x="248" y="1014"/>
                  </a:cubicBezTo>
                  <a:cubicBezTo>
                    <a:pt x="347" y="1119"/>
                    <a:pt x="452" y="1237"/>
                    <a:pt x="545" y="1354"/>
                  </a:cubicBezTo>
                  <a:cubicBezTo>
                    <a:pt x="341" y="1632"/>
                    <a:pt x="161" y="1922"/>
                    <a:pt x="7" y="2231"/>
                  </a:cubicBezTo>
                  <a:cubicBezTo>
                    <a:pt x="1" y="2256"/>
                    <a:pt x="32" y="2275"/>
                    <a:pt x="38" y="2256"/>
                  </a:cubicBezTo>
                  <a:cubicBezTo>
                    <a:pt x="205" y="1972"/>
                    <a:pt x="390" y="1688"/>
                    <a:pt x="588" y="1416"/>
                  </a:cubicBezTo>
                  <a:cubicBezTo>
                    <a:pt x="619" y="1459"/>
                    <a:pt x="656" y="1508"/>
                    <a:pt x="687" y="1552"/>
                  </a:cubicBezTo>
                  <a:cubicBezTo>
                    <a:pt x="501" y="1793"/>
                    <a:pt x="334" y="2046"/>
                    <a:pt x="180" y="2312"/>
                  </a:cubicBezTo>
                  <a:cubicBezTo>
                    <a:pt x="161" y="2342"/>
                    <a:pt x="211" y="2373"/>
                    <a:pt x="236" y="2342"/>
                  </a:cubicBezTo>
                  <a:cubicBezTo>
                    <a:pt x="390" y="2095"/>
                    <a:pt x="557" y="1854"/>
                    <a:pt x="742" y="1626"/>
                  </a:cubicBezTo>
                  <a:cubicBezTo>
                    <a:pt x="792" y="1700"/>
                    <a:pt x="841" y="1780"/>
                    <a:pt x="884" y="1861"/>
                  </a:cubicBezTo>
                  <a:cubicBezTo>
                    <a:pt x="915" y="1916"/>
                    <a:pt x="996" y="1873"/>
                    <a:pt x="965" y="1817"/>
                  </a:cubicBezTo>
                  <a:cubicBezTo>
                    <a:pt x="915" y="1725"/>
                    <a:pt x="860" y="1638"/>
                    <a:pt x="798" y="1552"/>
                  </a:cubicBezTo>
                  <a:cubicBezTo>
                    <a:pt x="891" y="1447"/>
                    <a:pt x="983" y="1335"/>
                    <a:pt x="1082" y="1230"/>
                  </a:cubicBezTo>
                  <a:cubicBezTo>
                    <a:pt x="1236" y="1064"/>
                    <a:pt x="1397" y="909"/>
                    <a:pt x="1570" y="767"/>
                  </a:cubicBezTo>
                  <a:lnTo>
                    <a:pt x="1576" y="755"/>
                  </a:lnTo>
                  <a:cubicBezTo>
                    <a:pt x="1613" y="897"/>
                    <a:pt x="1607" y="1045"/>
                    <a:pt x="1694" y="1169"/>
                  </a:cubicBezTo>
                  <a:cubicBezTo>
                    <a:pt x="1718" y="1206"/>
                    <a:pt x="1786" y="1169"/>
                    <a:pt x="1755" y="1125"/>
                  </a:cubicBezTo>
                  <a:cubicBezTo>
                    <a:pt x="1669" y="1002"/>
                    <a:pt x="1675" y="841"/>
                    <a:pt x="1638" y="705"/>
                  </a:cubicBezTo>
                  <a:cubicBezTo>
                    <a:pt x="1799" y="569"/>
                    <a:pt x="1965" y="458"/>
                    <a:pt x="2126" y="322"/>
                  </a:cubicBezTo>
                  <a:cubicBezTo>
                    <a:pt x="2163" y="285"/>
                    <a:pt x="2120" y="223"/>
                    <a:pt x="2071" y="248"/>
                  </a:cubicBezTo>
                  <a:close/>
                  <a:moveTo>
                    <a:pt x="1527" y="668"/>
                  </a:moveTo>
                  <a:cubicBezTo>
                    <a:pt x="1342" y="823"/>
                    <a:pt x="1169" y="989"/>
                    <a:pt x="1002" y="1169"/>
                  </a:cubicBezTo>
                  <a:cubicBezTo>
                    <a:pt x="909" y="1267"/>
                    <a:pt x="823" y="1366"/>
                    <a:pt x="736" y="1478"/>
                  </a:cubicBezTo>
                  <a:cubicBezTo>
                    <a:pt x="705" y="1440"/>
                    <a:pt x="680" y="1397"/>
                    <a:pt x="650" y="1366"/>
                  </a:cubicBezTo>
                  <a:lnTo>
                    <a:pt x="631" y="1348"/>
                  </a:lnTo>
                  <a:cubicBezTo>
                    <a:pt x="705" y="1243"/>
                    <a:pt x="785" y="1144"/>
                    <a:pt x="866" y="1045"/>
                  </a:cubicBezTo>
                  <a:cubicBezTo>
                    <a:pt x="1020" y="866"/>
                    <a:pt x="1175" y="699"/>
                    <a:pt x="1348" y="526"/>
                  </a:cubicBezTo>
                  <a:cubicBezTo>
                    <a:pt x="1360" y="514"/>
                    <a:pt x="1379" y="501"/>
                    <a:pt x="1385" y="489"/>
                  </a:cubicBezTo>
                  <a:cubicBezTo>
                    <a:pt x="1440" y="532"/>
                    <a:pt x="1496" y="582"/>
                    <a:pt x="1533" y="644"/>
                  </a:cubicBezTo>
                  <a:cubicBezTo>
                    <a:pt x="1533" y="644"/>
                    <a:pt x="1533" y="650"/>
                    <a:pt x="1539" y="65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43"/>
            <p:cNvSpPr/>
            <p:nvPr/>
          </p:nvSpPr>
          <p:spPr>
            <a:xfrm flipH="1">
              <a:off x="6608124" y="3370020"/>
              <a:ext cx="150945" cy="151770"/>
            </a:xfrm>
            <a:custGeom>
              <a:avLst/>
              <a:gdLst/>
              <a:ahLst/>
              <a:cxnLst/>
              <a:rect l="l" t="t" r="r" b="b"/>
              <a:pathLst>
                <a:path w="2182" h="2194" extrusionOk="0">
                  <a:moveTo>
                    <a:pt x="1322" y="1421"/>
                  </a:moveTo>
                  <a:lnTo>
                    <a:pt x="1508" y="1279"/>
                  </a:lnTo>
                  <a:lnTo>
                    <a:pt x="1514" y="1279"/>
                  </a:lnTo>
                  <a:cubicBezTo>
                    <a:pt x="1619" y="1304"/>
                    <a:pt x="1718" y="1335"/>
                    <a:pt x="1817" y="1335"/>
                  </a:cubicBezTo>
                  <a:cubicBezTo>
                    <a:pt x="1854" y="1335"/>
                    <a:pt x="1866" y="1279"/>
                    <a:pt x="1823" y="1267"/>
                  </a:cubicBezTo>
                  <a:cubicBezTo>
                    <a:pt x="1755" y="1236"/>
                    <a:pt x="1681" y="1217"/>
                    <a:pt x="1600" y="1205"/>
                  </a:cubicBezTo>
                  <a:cubicBezTo>
                    <a:pt x="1644" y="1168"/>
                    <a:pt x="1699" y="1137"/>
                    <a:pt x="1749" y="1106"/>
                  </a:cubicBezTo>
                  <a:cubicBezTo>
                    <a:pt x="1817" y="1057"/>
                    <a:pt x="1897" y="1014"/>
                    <a:pt x="1965" y="964"/>
                  </a:cubicBezTo>
                  <a:cubicBezTo>
                    <a:pt x="2033" y="927"/>
                    <a:pt x="2126" y="896"/>
                    <a:pt x="2175" y="828"/>
                  </a:cubicBezTo>
                  <a:cubicBezTo>
                    <a:pt x="2181" y="810"/>
                    <a:pt x="2181" y="779"/>
                    <a:pt x="2156" y="785"/>
                  </a:cubicBezTo>
                  <a:cubicBezTo>
                    <a:pt x="2082" y="797"/>
                    <a:pt x="2008" y="841"/>
                    <a:pt x="1946" y="878"/>
                  </a:cubicBezTo>
                  <a:cubicBezTo>
                    <a:pt x="1872" y="927"/>
                    <a:pt x="1792" y="970"/>
                    <a:pt x="1718" y="1026"/>
                  </a:cubicBezTo>
                  <a:cubicBezTo>
                    <a:pt x="1637" y="1075"/>
                    <a:pt x="1569" y="1125"/>
                    <a:pt x="1489" y="1180"/>
                  </a:cubicBezTo>
                  <a:cubicBezTo>
                    <a:pt x="1440" y="1168"/>
                    <a:pt x="1390" y="1149"/>
                    <a:pt x="1335" y="1137"/>
                  </a:cubicBezTo>
                  <a:lnTo>
                    <a:pt x="1637" y="902"/>
                  </a:lnTo>
                  <a:lnTo>
                    <a:pt x="1872" y="742"/>
                  </a:lnTo>
                  <a:cubicBezTo>
                    <a:pt x="1946" y="686"/>
                    <a:pt x="2045" y="643"/>
                    <a:pt x="2107" y="569"/>
                  </a:cubicBezTo>
                  <a:cubicBezTo>
                    <a:pt x="2132" y="550"/>
                    <a:pt x="2107" y="507"/>
                    <a:pt x="2076" y="519"/>
                  </a:cubicBezTo>
                  <a:cubicBezTo>
                    <a:pt x="1996" y="550"/>
                    <a:pt x="1915" y="612"/>
                    <a:pt x="1841" y="661"/>
                  </a:cubicBezTo>
                  <a:cubicBezTo>
                    <a:pt x="1755" y="717"/>
                    <a:pt x="1681" y="779"/>
                    <a:pt x="1594" y="841"/>
                  </a:cubicBezTo>
                  <a:cubicBezTo>
                    <a:pt x="1477" y="927"/>
                    <a:pt x="1359" y="1020"/>
                    <a:pt x="1242" y="1112"/>
                  </a:cubicBezTo>
                  <a:lnTo>
                    <a:pt x="1236" y="1112"/>
                  </a:lnTo>
                  <a:cubicBezTo>
                    <a:pt x="1112" y="1075"/>
                    <a:pt x="1001" y="1026"/>
                    <a:pt x="884" y="970"/>
                  </a:cubicBezTo>
                  <a:cubicBezTo>
                    <a:pt x="927" y="927"/>
                    <a:pt x="976" y="878"/>
                    <a:pt x="1032" y="841"/>
                  </a:cubicBezTo>
                  <a:cubicBezTo>
                    <a:pt x="1205" y="686"/>
                    <a:pt x="1403" y="538"/>
                    <a:pt x="1594" y="402"/>
                  </a:cubicBezTo>
                  <a:cubicBezTo>
                    <a:pt x="1687" y="340"/>
                    <a:pt x="1786" y="272"/>
                    <a:pt x="1885" y="217"/>
                  </a:cubicBezTo>
                  <a:cubicBezTo>
                    <a:pt x="1971" y="167"/>
                    <a:pt x="2095" y="124"/>
                    <a:pt x="2144" y="44"/>
                  </a:cubicBezTo>
                  <a:cubicBezTo>
                    <a:pt x="2156" y="25"/>
                    <a:pt x="2144" y="0"/>
                    <a:pt x="2119" y="0"/>
                  </a:cubicBezTo>
                  <a:cubicBezTo>
                    <a:pt x="2020" y="0"/>
                    <a:pt x="1909" y="93"/>
                    <a:pt x="1823" y="149"/>
                  </a:cubicBezTo>
                  <a:cubicBezTo>
                    <a:pt x="1724" y="204"/>
                    <a:pt x="1631" y="272"/>
                    <a:pt x="1539" y="340"/>
                  </a:cubicBezTo>
                  <a:cubicBezTo>
                    <a:pt x="1347" y="476"/>
                    <a:pt x="1156" y="624"/>
                    <a:pt x="976" y="785"/>
                  </a:cubicBezTo>
                  <a:cubicBezTo>
                    <a:pt x="921" y="841"/>
                    <a:pt x="865" y="896"/>
                    <a:pt x="803" y="939"/>
                  </a:cubicBezTo>
                  <a:cubicBezTo>
                    <a:pt x="766" y="927"/>
                    <a:pt x="729" y="908"/>
                    <a:pt x="692" y="884"/>
                  </a:cubicBezTo>
                  <a:cubicBezTo>
                    <a:pt x="655" y="871"/>
                    <a:pt x="637" y="915"/>
                    <a:pt x="667" y="933"/>
                  </a:cubicBezTo>
                  <a:cubicBezTo>
                    <a:pt x="698" y="946"/>
                    <a:pt x="735" y="970"/>
                    <a:pt x="766" y="989"/>
                  </a:cubicBezTo>
                  <a:cubicBezTo>
                    <a:pt x="494" y="1254"/>
                    <a:pt x="241" y="1551"/>
                    <a:pt x="25" y="1866"/>
                  </a:cubicBezTo>
                  <a:cubicBezTo>
                    <a:pt x="0" y="1897"/>
                    <a:pt x="56" y="1928"/>
                    <a:pt x="81" y="1897"/>
                  </a:cubicBezTo>
                  <a:cubicBezTo>
                    <a:pt x="309" y="1582"/>
                    <a:pt x="569" y="1298"/>
                    <a:pt x="853" y="1032"/>
                  </a:cubicBezTo>
                  <a:cubicBezTo>
                    <a:pt x="970" y="1088"/>
                    <a:pt x="1075" y="1143"/>
                    <a:pt x="1199" y="1186"/>
                  </a:cubicBezTo>
                  <a:cubicBezTo>
                    <a:pt x="1186" y="1205"/>
                    <a:pt x="1162" y="1217"/>
                    <a:pt x="1143" y="1236"/>
                  </a:cubicBezTo>
                  <a:cubicBezTo>
                    <a:pt x="834" y="1495"/>
                    <a:pt x="544" y="1780"/>
                    <a:pt x="266" y="2088"/>
                  </a:cubicBezTo>
                  <a:cubicBezTo>
                    <a:pt x="235" y="2119"/>
                    <a:pt x="278" y="2169"/>
                    <a:pt x="309" y="2138"/>
                  </a:cubicBezTo>
                  <a:cubicBezTo>
                    <a:pt x="581" y="1848"/>
                    <a:pt x="865" y="1563"/>
                    <a:pt x="1168" y="1304"/>
                  </a:cubicBezTo>
                  <a:cubicBezTo>
                    <a:pt x="1199" y="1273"/>
                    <a:pt x="1236" y="1248"/>
                    <a:pt x="1273" y="1217"/>
                  </a:cubicBezTo>
                  <a:cubicBezTo>
                    <a:pt x="1322" y="1236"/>
                    <a:pt x="1378" y="1248"/>
                    <a:pt x="1421" y="1267"/>
                  </a:cubicBezTo>
                  <a:lnTo>
                    <a:pt x="1310" y="1359"/>
                  </a:lnTo>
                  <a:cubicBezTo>
                    <a:pt x="1032" y="1582"/>
                    <a:pt x="772" y="1848"/>
                    <a:pt x="544" y="2126"/>
                  </a:cubicBezTo>
                  <a:cubicBezTo>
                    <a:pt x="519" y="2156"/>
                    <a:pt x="556" y="2194"/>
                    <a:pt x="581" y="2163"/>
                  </a:cubicBezTo>
                  <a:cubicBezTo>
                    <a:pt x="797" y="1885"/>
                    <a:pt x="1051" y="1644"/>
                    <a:pt x="1322" y="142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43"/>
            <p:cNvSpPr/>
            <p:nvPr/>
          </p:nvSpPr>
          <p:spPr>
            <a:xfrm flipH="1">
              <a:off x="6620578" y="3419550"/>
              <a:ext cx="51330" cy="28293"/>
            </a:xfrm>
            <a:custGeom>
              <a:avLst/>
              <a:gdLst/>
              <a:ahLst/>
              <a:cxnLst/>
              <a:rect l="l" t="t" r="r" b="b"/>
              <a:pathLst>
                <a:path w="742" h="409" extrusionOk="0">
                  <a:moveTo>
                    <a:pt x="730" y="359"/>
                  </a:moveTo>
                  <a:cubicBezTo>
                    <a:pt x="711" y="335"/>
                    <a:pt x="680" y="316"/>
                    <a:pt x="655" y="304"/>
                  </a:cubicBezTo>
                  <a:cubicBezTo>
                    <a:pt x="637" y="285"/>
                    <a:pt x="606" y="273"/>
                    <a:pt x="581" y="260"/>
                  </a:cubicBezTo>
                  <a:cubicBezTo>
                    <a:pt x="526" y="242"/>
                    <a:pt x="470" y="211"/>
                    <a:pt x="421" y="186"/>
                  </a:cubicBezTo>
                  <a:lnTo>
                    <a:pt x="93" y="26"/>
                  </a:lnTo>
                  <a:cubicBezTo>
                    <a:pt x="50" y="1"/>
                    <a:pt x="1" y="69"/>
                    <a:pt x="50" y="94"/>
                  </a:cubicBezTo>
                  <a:lnTo>
                    <a:pt x="371" y="254"/>
                  </a:lnTo>
                  <a:cubicBezTo>
                    <a:pt x="427" y="285"/>
                    <a:pt x="482" y="310"/>
                    <a:pt x="532" y="341"/>
                  </a:cubicBezTo>
                  <a:cubicBezTo>
                    <a:pt x="557" y="359"/>
                    <a:pt x="581" y="365"/>
                    <a:pt x="612" y="378"/>
                  </a:cubicBezTo>
                  <a:cubicBezTo>
                    <a:pt x="637" y="384"/>
                    <a:pt x="674" y="409"/>
                    <a:pt x="699" y="403"/>
                  </a:cubicBezTo>
                  <a:cubicBezTo>
                    <a:pt x="730" y="396"/>
                    <a:pt x="742" y="372"/>
                    <a:pt x="730" y="359"/>
                  </a:cubicBezTo>
                  <a:close/>
                </a:path>
              </a:pathLst>
            </a:custGeom>
            <a:solidFill>
              <a:srgbClr val="7A2B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43"/>
            <p:cNvSpPr/>
            <p:nvPr/>
          </p:nvSpPr>
          <p:spPr>
            <a:xfrm flipH="1">
              <a:off x="7837646" y="3286248"/>
              <a:ext cx="232990" cy="488998"/>
            </a:xfrm>
            <a:custGeom>
              <a:avLst/>
              <a:gdLst/>
              <a:ahLst/>
              <a:cxnLst/>
              <a:rect l="l" t="t" r="r" b="b"/>
              <a:pathLst>
                <a:path w="3368" h="7069" extrusionOk="0">
                  <a:moveTo>
                    <a:pt x="3312" y="3923"/>
                  </a:moveTo>
                  <a:cubicBezTo>
                    <a:pt x="3163" y="3967"/>
                    <a:pt x="3027" y="4035"/>
                    <a:pt x="2873" y="4059"/>
                  </a:cubicBezTo>
                  <a:cubicBezTo>
                    <a:pt x="2817" y="4066"/>
                    <a:pt x="2762" y="4078"/>
                    <a:pt x="2712" y="4078"/>
                  </a:cubicBezTo>
                  <a:lnTo>
                    <a:pt x="2712" y="3417"/>
                  </a:lnTo>
                  <a:lnTo>
                    <a:pt x="2799" y="3417"/>
                  </a:lnTo>
                  <a:cubicBezTo>
                    <a:pt x="2966" y="3429"/>
                    <a:pt x="3145" y="3442"/>
                    <a:pt x="3312" y="3417"/>
                  </a:cubicBezTo>
                  <a:cubicBezTo>
                    <a:pt x="3343" y="3411"/>
                    <a:pt x="3343" y="3367"/>
                    <a:pt x="3312" y="3355"/>
                  </a:cubicBezTo>
                  <a:cubicBezTo>
                    <a:pt x="3145" y="3324"/>
                    <a:pt x="2966" y="3337"/>
                    <a:pt x="2799" y="3337"/>
                  </a:cubicBezTo>
                  <a:lnTo>
                    <a:pt x="2712" y="3337"/>
                  </a:lnTo>
                  <a:cubicBezTo>
                    <a:pt x="2712" y="2935"/>
                    <a:pt x="2694" y="2521"/>
                    <a:pt x="2681" y="2119"/>
                  </a:cubicBezTo>
                  <a:cubicBezTo>
                    <a:pt x="2681" y="2082"/>
                    <a:pt x="2620" y="2082"/>
                    <a:pt x="2620" y="2119"/>
                  </a:cubicBezTo>
                  <a:cubicBezTo>
                    <a:pt x="2632" y="2521"/>
                    <a:pt x="2644" y="2935"/>
                    <a:pt x="2651" y="3337"/>
                  </a:cubicBezTo>
                  <a:cubicBezTo>
                    <a:pt x="2521" y="3337"/>
                    <a:pt x="2379" y="3324"/>
                    <a:pt x="2249" y="3324"/>
                  </a:cubicBezTo>
                  <a:cubicBezTo>
                    <a:pt x="2187" y="3324"/>
                    <a:pt x="2125" y="3324"/>
                    <a:pt x="2064" y="3318"/>
                  </a:cubicBezTo>
                  <a:cubicBezTo>
                    <a:pt x="2027" y="2657"/>
                    <a:pt x="1977" y="1990"/>
                    <a:pt x="1922" y="1335"/>
                  </a:cubicBezTo>
                  <a:cubicBezTo>
                    <a:pt x="1922" y="1298"/>
                    <a:pt x="1860" y="1298"/>
                    <a:pt x="1860" y="1335"/>
                  </a:cubicBezTo>
                  <a:cubicBezTo>
                    <a:pt x="1909" y="1996"/>
                    <a:pt x="1940" y="2657"/>
                    <a:pt x="1971" y="3318"/>
                  </a:cubicBezTo>
                  <a:cubicBezTo>
                    <a:pt x="1909" y="3318"/>
                    <a:pt x="1847" y="3318"/>
                    <a:pt x="1786" y="3312"/>
                  </a:cubicBezTo>
                  <a:cubicBezTo>
                    <a:pt x="1749" y="3034"/>
                    <a:pt x="1693" y="2762"/>
                    <a:pt x="1594" y="2503"/>
                  </a:cubicBezTo>
                  <a:cubicBezTo>
                    <a:pt x="1440" y="2076"/>
                    <a:pt x="1162" y="1736"/>
                    <a:pt x="865" y="1403"/>
                  </a:cubicBezTo>
                  <a:cubicBezTo>
                    <a:pt x="494" y="989"/>
                    <a:pt x="155" y="569"/>
                    <a:pt x="25" y="13"/>
                  </a:cubicBezTo>
                  <a:cubicBezTo>
                    <a:pt x="25" y="0"/>
                    <a:pt x="0" y="7"/>
                    <a:pt x="0" y="13"/>
                  </a:cubicBezTo>
                  <a:cubicBezTo>
                    <a:pt x="87" y="933"/>
                    <a:pt x="1013" y="1471"/>
                    <a:pt x="1421" y="2237"/>
                  </a:cubicBezTo>
                  <a:cubicBezTo>
                    <a:pt x="1600" y="2570"/>
                    <a:pt x="1687" y="2941"/>
                    <a:pt x="1736" y="3312"/>
                  </a:cubicBezTo>
                  <a:cubicBezTo>
                    <a:pt x="1539" y="3299"/>
                    <a:pt x="1347" y="3299"/>
                    <a:pt x="1143" y="3293"/>
                  </a:cubicBezTo>
                  <a:cubicBezTo>
                    <a:pt x="1100" y="3293"/>
                    <a:pt x="1100" y="3361"/>
                    <a:pt x="1143" y="3361"/>
                  </a:cubicBezTo>
                  <a:cubicBezTo>
                    <a:pt x="1341" y="3374"/>
                    <a:pt x="1545" y="3374"/>
                    <a:pt x="1742" y="3380"/>
                  </a:cubicBezTo>
                  <a:cubicBezTo>
                    <a:pt x="1755" y="3466"/>
                    <a:pt x="1767" y="3559"/>
                    <a:pt x="1773" y="3639"/>
                  </a:cubicBezTo>
                  <a:lnTo>
                    <a:pt x="1798" y="3942"/>
                  </a:lnTo>
                  <a:cubicBezTo>
                    <a:pt x="1668" y="3905"/>
                    <a:pt x="1539" y="3868"/>
                    <a:pt x="1409" y="3818"/>
                  </a:cubicBezTo>
                  <a:cubicBezTo>
                    <a:pt x="1372" y="3812"/>
                    <a:pt x="1359" y="3856"/>
                    <a:pt x="1390" y="3868"/>
                  </a:cubicBezTo>
                  <a:cubicBezTo>
                    <a:pt x="1526" y="3911"/>
                    <a:pt x="1668" y="3967"/>
                    <a:pt x="1810" y="4004"/>
                  </a:cubicBezTo>
                  <a:cubicBezTo>
                    <a:pt x="1841" y="4381"/>
                    <a:pt x="1860" y="4764"/>
                    <a:pt x="1885" y="5141"/>
                  </a:cubicBezTo>
                  <a:cubicBezTo>
                    <a:pt x="1909" y="5456"/>
                    <a:pt x="1928" y="5783"/>
                    <a:pt x="1952" y="6098"/>
                  </a:cubicBezTo>
                  <a:lnTo>
                    <a:pt x="1446" y="6401"/>
                  </a:lnTo>
                  <a:cubicBezTo>
                    <a:pt x="1409" y="6419"/>
                    <a:pt x="1440" y="6475"/>
                    <a:pt x="1477" y="6463"/>
                  </a:cubicBezTo>
                  <a:cubicBezTo>
                    <a:pt x="1637" y="6376"/>
                    <a:pt x="1798" y="6290"/>
                    <a:pt x="1952" y="6203"/>
                  </a:cubicBezTo>
                  <a:cubicBezTo>
                    <a:pt x="1971" y="6444"/>
                    <a:pt x="1996" y="6691"/>
                    <a:pt x="2014" y="6932"/>
                  </a:cubicBezTo>
                  <a:cubicBezTo>
                    <a:pt x="2014" y="6945"/>
                    <a:pt x="2039" y="6945"/>
                    <a:pt x="2039" y="6932"/>
                  </a:cubicBezTo>
                  <a:cubicBezTo>
                    <a:pt x="2033" y="6685"/>
                    <a:pt x="2014" y="6432"/>
                    <a:pt x="2002" y="6185"/>
                  </a:cubicBezTo>
                  <a:lnTo>
                    <a:pt x="2008" y="6185"/>
                  </a:lnTo>
                  <a:cubicBezTo>
                    <a:pt x="2033" y="6166"/>
                    <a:pt x="2058" y="6160"/>
                    <a:pt x="2076" y="6141"/>
                  </a:cubicBezTo>
                  <a:lnTo>
                    <a:pt x="2076" y="6284"/>
                  </a:lnTo>
                  <a:cubicBezTo>
                    <a:pt x="2076" y="6401"/>
                    <a:pt x="2088" y="6524"/>
                    <a:pt x="2088" y="6636"/>
                  </a:cubicBezTo>
                  <a:cubicBezTo>
                    <a:pt x="2088" y="6747"/>
                    <a:pt x="2070" y="6870"/>
                    <a:pt x="2107" y="6969"/>
                  </a:cubicBezTo>
                  <a:cubicBezTo>
                    <a:pt x="2119" y="6988"/>
                    <a:pt x="2132" y="6988"/>
                    <a:pt x="2138" y="6969"/>
                  </a:cubicBezTo>
                  <a:cubicBezTo>
                    <a:pt x="2169" y="6870"/>
                    <a:pt x="2156" y="6772"/>
                    <a:pt x="2156" y="6667"/>
                  </a:cubicBezTo>
                  <a:cubicBezTo>
                    <a:pt x="2156" y="6555"/>
                    <a:pt x="2156" y="6432"/>
                    <a:pt x="2150" y="6314"/>
                  </a:cubicBezTo>
                  <a:lnTo>
                    <a:pt x="2150" y="6104"/>
                  </a:lnTo>
                  <a:cubicBezTo>
                    <a:pt x="2187" y="6080"/>
                    <a:pt x="2224" y="6067"/>
                    <a:pt x="2261" y="6043"/>
                  </a:cubicBezTo>
                  <a:cubicBezTo>
                    <a:pt x="2305" y="6018"/>
                    <a:pt x="2348" y="5999"/>
                    <a:pt x="2385" y="5975"/>
                  </a:cubicBezTo>
                  <a:cubicBezTo>
                    <a:pt x="2434" y="5950"/>
                    <a:pt x="2490" y="5925"/>
                    <a:pt x="2521" y="5888"/>
                  </a:cubicBezTo>
                  <a:cubicBezTo>
                    <a:pt x="2552" y="5851"/>
                    <a:pt x="2521" y="5795"/>
                    <a:pt x="2471" y="5802"/>
                  </a:cubicBezTo>
                  <a:cubicBezTo>
                    <a:pt x="2428" y="5814"/>
                    <a:pt x="2379" y="5851"/>
                    <a:pt x="2336" y="5876"/>
                  </a:cubicBezTo>
                  <a:cubicBezTo>
                    <a:pt x="2292" y="5894"/>
                    <a:pt x="2249" y="5919"/>
                    <a:pt x="2212" y="5944"/>
                  </a:cubicBezTo>
                  <a:cubicBezTo>
                    <a:pt x="2187" y="5956"/>
                    <a:pt x="2163" y="5968"/>
                    <a:pt x="2150" y="5981"/>
                  </a:cubicBezTo>
                  <a:cubicBezTo>
                    <a:pt x="2150" y="5851"/>
                    <a:pt x="2138" y="5727"/>
                    <a:pt x="2138" y="5598"/>
                  </a:cubicBezTo>
                  <a:cubicBezTo>
                    <a:pt x="2132" y="5116"/>
                    <a:pt x="2119" y="4646"/>
                    <a:pt x="2101" y="4164"/>
                  </a:cubicBezTo>
                  <a:lnTo>
                    <a:pt x="2101" y="4084"/>
                  </a:lnTo>
                  <a:cubicBezTo>
                    <a:pt x="2212" y="4103"/>
                    <a:pt x="2323" y="4127"/>
                    <a:pt x="2441" y="4134"/>
                  </a:cubicBezTo>
                  <a:cubicBezTo>
                    <a:pt x="2509" y="4146"/>
                    <a:pt x="2583" y="4146"/>
                    <a:pt x="2657" y="4146"/>
                  </a:cubicBezTo>
                  <a:cubicBezTo>
                    <a:pt x="2651" y="5116"/>
                    <a:pt x="2614" y="6092"/>
                    <a:pt x="2539" y="7056"/>
                  </a:cubicBezTo>
                  <a:cubicBezTo>
                    <a:pt x="2539" y="7068"/>
                    <a:pt x="2564" y="7068"/>
                    <a:pt x="2564" y="7056"/>
                  </a:cubicBezTo>
                  <a:cubicBezTo>
                    <a:pt x="2651" y="6080"/>
                    <a:pt x="2694" y="5116"/>
                    <a:pt x="2712" y="4146"/>
                  </a:cubicBezTo>
                  <a:lnTo>
                    <a:pt x="2922" y="4121"/>
                  </a:lnTo>
                  <a:cubicBezTo>
                    <a:pt x="3065" y="4090"/>
                    <a:pt x="3238" y="4053"/>
                    <a:pt x="3343" y="3948"/>
                  </a:cubicBezTo>
                  <a:cubicBezTo>
                    <a:pt x="3367" y="3954"/>
                    <a:pt x="3343" y="3911"/>
                    <a:pt x="3312" y="3923"/>
                  </a:cubicBezTo>
                  <a:close/>
                  <a:moveTo>
                    <a:pt x="1847" y="3818"/>
                  </a:moveTo>
                  <a:cubicBezTo>
                    <a:pt x="1841" y="3683"/>
                    <a:pt x="1823" y="3540"/>
                    <a:pt x="1810" y="3392"/>
                  </a:cubicBezTo>
                  <a:cubicBezTo>
                    <a:pt x="1872" y="3392"/>
                    <a:pt x="1922" y="3392"/>
                    <a:pt x="1983" y="3405"/>
                  </a:cubicBezTo>
                  <a:cubicBezTo>
                    <a:pt x="1990" y="3602"/>
                    <a:pt x="2002" y="3812"/>
                    <a:pt x="2014" y="4010"/>
                  </a:cubicBezTo>
                  <a:cubicBezTo>
                    <a:pt x="1965" y="3998"/>
                    <a:pt x="1915" y="3991"/>
                    <a:pt x="1860" y="3973"/>
                  </a:cubicBezTo>
                  <a:cubicBezTo>
                    <a:pt x="1854" y="3930"/>
                    <a:pt x="1854" y="3874"/>
                    <a:pt x="1847" y="3818"/>
                  </a:cubicBezTo>
                  <a:close/>
                  <a:moveTo>
                    <a:pt x="2002" y="6098"/>
                  </a:moveTo>
                  <a:cubicBezTo>
                    <a:pt x="1965" y="5412"/>
                    <a:pt x="1915" y="4733"/>
                    <a:pt x="1860" y="4041"/>
                  </a:cubicBezTo>
                  <a:cubicBezTo>
                    <a:pt x="1909" y="4059"/>
                    <a:pt x="1965" y="4072"/>
                    <a:pt x="2008" y="4084"/>
                  </a:cubicBezTo>
                  <a:cubicBezTo>
                    <a:pt x="2008" y="4121"/>
                    <a:pt x="2008" y="4152"/>
                    <a:pt x="2014" y="4189"/>
                  </a:cubicBezTo>
                  <a:cubicBezTo>
                    <a:pt x="2039" y="4671"/>
                    <a:pt x="2058" y="5141"/>
                    <a:pt x="2070" y="5616"/>
                  </a:cubicBezTo>
                  <a:cubicBezTo>
                    <a:pt x="2076" y="5765"/>
                    <a:pt x="2076" y="5907"/>
                    <a:pt x="2076" y="6049"/>
                  </a:cubicBezTo>
                  <a:cubicBezTo>
                    <a:pt x="2058" y="6067"/>
                    <a:pt x="2033" y="6086"/>
                    <a:pt x="2002" y="6098"/>
                  </a:cubicBezTo>
                  <a:close/>
                  <a:moveTo>
                    <a:pt x="2410" y="4084"/>
                  </a:moveTo>
                  <a:cubicBezTo>
                    <a:pt x="2311" y="4078"/>
                    <a:pt x="2200" y="4059"/>
                    <a:pt x="2101" y="4035"/>
                  </a:cubicBezTo>
                  <a:cubicBezTo>
                    <a:pt x="2095" y="3831"/>
                    <a:pt x="2088" y="3621"/>
                    <a:pt x="2070" y="3405"/>
                  </a:cubicBezTo>
                  <a:cubicBezTo>
                    <a:pt x="2132" y="3405"/>
                    <a:pt x="2187" y="3405"/>
                    <a:pt x="2249" y="3411"/>
                  </a:cubicBezTo>
                  <a:cubicBezTo>
                    <a:pt x="2379" y="3411"/>
                    <a:pt x="2521" y="3417"/>
                    <a:pt x="2651" y="3417"/>
                  </a:cubicBezTo>
                  <a:lnTo>
                    <a:pt x="2651" y="4084"/>
                  </a:lnTo>
                  <a:cubicBezTo>
                    <a:pt x="2570" y="4090"/>
                    <a:pt x="2496" y="4090"/>
                    <a:pt x="2410" y="4084"/>
                  </a:cubicBezTo>
                  <a:close/>
                </a:path>
              </a:pathLst>
            </a:custGeom>
            <a:solidFill>
              <a:srgbClr val="7A2B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43"/>
            <p:cNvSpPr/>
            <p:nvPr/>
          </p:nvSpPr>
          <p:spPr>
            <a:xfrm flipH="1">
              <a:off x="5729012" y="3223437"/>
              <a:ext cx="1225825" cy="524831"/>
            </a:xfrm>
            <a:custGeom>
              <a:avLst/>
              <a:gdLst/>
              <a:ahLst/>
              <a:cxnLst/>
              <a:rect l="l" t="t" r="r" b="b"/>
              <a:pathLst>
                <a:path w="17720" h="7587" extrusionOk="0">
                  <a:moveTo>
                    <a:pt x="9330" y="0"/>
                  </a:moveTo>
                  <a:lnTo>
                    <a:pt x="5752" y="2187"/>
                  </a:lnTo>
                  <a:lnTo>
                    <a:pt x="5888" y="2373"/>
                  </a:lnTo>
                  <a:lnTo>
                    <a:pt x="6166" y="3021"/>
                  </a:lnTo>
                  <a:lnTo>
                    <a:pt x="6722" y="3621"/>
                  </a:lnTo>
                  <a:lnTo>
                    <a:pt x="6444" y="4319"/>
                  </a:lnTo>
                  <a:lnTo>
                    <a:pt x="6537" y="4875"/>
                  </a:lnTo>
                  <a:cubicBezTo>
                    <a:pt x="6537" y="4875"/>
                    <a:pt x="6309" y="5103"/>
                    <a:pt x="6074" y="5202"/>
                  </a:cubicBezTo>
                  <a:cubicBezTo>
                    <a:pt x="5845" y="5295"/>
                    <a:pt x="5845" y="5709"/>
                    <a:pt x="5845" y="5709"/>
                  </a:cubicBezTo>
                  <a:cubicBezTo>
                    <a:pt x="5845" y="5709"/>
                    <a:pt x="5240" y="5944"/>
                    <a:pt x="4918" y="5894"/>
                  </a:cubicBezTo>
                  <a:cubicBezTo>
                    <a:pt x="4591" y="5845"/>
                    <a:pt x="4591" y="5381"/>
                    <a:pt x="4591" y="5381"/>
                  </a:cubicBezTo>
                  <a:lnTo>
                    <a:pt x="4177" y="4640"/>
                  </a:lnTo>
                  <a:cubicBezTo>
                    <a:pt x="4177" y="4640"/>
                    <a:pt x="4035" y="4177"/>
                    <a:pt x="3572" y="4084"/>
                  </a:cubicBezTo>
                  <a:cubicBezTo>
                    <a:pt x="3108" y="3991"/>
                    <a:pt x="2972" y="3577"/>
                    <a:pt x="2972" y="3577"/>
                  </a:cubicBezTo>
                  <a:lnTo>
                    <a:pt x="1" y="5579"/>
                  </a:lnTo>
                  <a:lnTo>
                    <a:pt x="2107" y="5116"/>
                  </a:lnTo>
                  <a:lnTo>
                    <a:pt x="3034" y="4838"/>
                  </a:lnTo>
                  <a:lnTo>
                    <a:pt x="3374" y="5394"/>
                  </a:lnTo>
                  <a:lnTo>
                    <a:pt x="3837" y="5301"/>
                  </a:lnTo>
                  <a:lnTo>
                    <a:pt x="4053" y="6197"/>
                  </a:lnTo>
                  <a:lnTo>
                    <a:pt x="4332" y="7587"/>
                  </a:lnTo>
                  <a:lnTo>
                    <a:pt x="4486" y="5999"/>
                  </a:lnTo>
                  <a:lnTo>
                    <a:pt x="5474" y="6215"/>
                  </a:lnTo>
                  <a:lnTo>
                    <a:pt x="7180" y="6061"/>
                  </a:lnTo>
                  <a:lnTo>
                    <a:pt x="8168" y="5876"/>
                  </a:lnTo>
                  <a:lnTo>
                    <a:pt x="8662" y="3584"/>
                  </a:lnTo>
                  <a:lnTo>
                    <a:pt x="9651" y="2471"/>
                  </a:lnTo>
                  <a:lnTo>
                    <a:pt x="10423" y="3800"/>
                  </a:lnTo>
                  <a:lnTo>
                    <a:pt x="10337" y="667"/>
                  </a:lnTo>
                  <a:close/>
                  <a:moveTo>
                    <a:pt x="10639" y="878"/>
                  </a:moveTo>
                  <a:lnTo>
                    <a:pt x="10701" y="1928"/>
                  </a:lnTo>
                  <a:lnTo>
                    <a:pt x="10948" y="2947"/>
                  </a:lnTo>
                  <a:lnTo>
                    <a:pt x="11906" y="2947"/>
                  </a:lnTo>
                  <a:lnTo>
                    <a:pt x="12338" y="4337"/>
                  </a:lnTo>
                  <a:lnTo>
                    <a:pt x="12678" y="5388"/>
                  </a:lnTo>
                  <a:lnTo>
                    <a:pt x="12647" y="3491"/>
                  </a:lnTo>
                  <a:lnTo>
                    <a:pt x="13265" y="3954"/>
                  </a:lnTo>
                  <a:lnTo>
                    <a:pt x="13821" y="3954"/>
                  </a:lnTo>
                  <a:lnTo>
                    <a:pt x="14346" y="4448"/>
                  </a:lnTo>
                  <a:lnTo>
                    <a:pt x="14624" y="5591"/>
                  </a:lnTo>
                  <a:lnTo>
                    <a:pt x="17719" y="556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43"/>
            <p:cNvSpPr/>
            <p:nvPr/>
          </p:nvSpPr>
          <p:spPr>
            <a:xfrm flipH="1">
              <a:off x="6425639" y="3618707"/>
              <a:ext cx="138978" cy="178333"/>
            </a:xfrm>
            <a:custGeom>
              <a:avLst/>
              <a:gdLst/>
              <a:ahLst/>
              <a:cxnLst/>
              <a:rect l="l" t="t" r="r" b="b"/>
              <a:pathLst>
                <a:path w="2009" h="2578" extrusionOk="0">
                  <a:moveTo>
                    <a:pt x="179" y="582"/>
                  </a:moveTo>
                  <a:lnTo>
                    <a:pt x="482" y="1020"/>
                  </a:lnTo>
                  <a:lnTo>
                    <a:pt x="482" y="1440"/>
                  </a:lnTo>
                  <a:lnTo>
                    <a:pt x="735" y="1854"/>
                  </a:lnTo>
                  <a:cubicBezTo>
                    <a:pt x="735" y="1854"/>
                    <a:pt x="1502" y="1947"/>
                    <a:pt x="1619" y="1996"/>
                  </a:cubicBezTo>
                  <a:cubicBezTo>
                    <a:pt x="1730" y="2040"/>
                    <a:pt x="2008" y="2577"/>
                    <a:pt x="1990" y="2503"/>
                  </a:cubicBezTo>
                  <a:cubicBezTo>
                    <a:pt x="1965" y="2435"/>
                    <a:pt x="1897" y="2040"/>
                    <a:pt x="1755" y="1929"/>
                  </a:cubicBezTo>
                  <a:cubicBezTo>
                    <a:pt x="1619" y="1811"/>
                    <a:pt x="1131" y="1830"/>
                    <a:pt x="946" y="1811"/>
                  </a:cubicBezTo>
                  <a:cubicBezTo>
                    <a:pt x="760" y="1786"/>
                    <a:pt x="803" y="1391"/>
                    <a:pt x="803" y="1391"/>
                  </a:cubicBezTo>
                  <a:lnTo>
                    <a:pt x="600" y="952"/>
                  </a:lnTo>
                  <a:lnTo>
                    <a:pt x="414" y="538"/>
                  </a:lnTo>
                  <a:lnTo>
                    <a:pt x="204" y="1"/>
                  </a:lnTo>
                  <a:cubicBezTo>
                    <a:pt x="204" y="1"/>
                    <a:pt x="118" y="32"/>
                    <a:pt x="0" y="75"/>
                  </a:cubicBezTo>
                  <a:close/>
                </a:path>
              </a:pathLst>
            </a:custGeom>
            <a:solidFill>
              <a:srgbClr val="7A2B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43"/>
            <p:cNvSpPr/>
            <p:nvPr/>
          </p:nvSpPr>
          <p:spPr>
            <a:xfrm flipH="1">
              <a:off x="5861923" y="3511069"/>
              <a:ext cx="232575" cy="167127"/>
            </a:xfrm>
            <a:custGeom>
              <a:avLst/>
              <a:gdLst/>
              <a:ahLst/>
              <a:cxnLst/>
              <a:rect l="l" t="t" r="r" b="b"/>
              <a:pathLst>
                <a:path w="3362" h="2416" extrusionOk="0">
                  <a:moveTo>
                    <a:pt x="2533" y="1236"/>
                  </a:moveTo>
                  <a:lnTo>
                    <a:pt x="2558" y="1372"/>
                  </a:lnTo>
                  <a:lnTo>
                    <a:pt x="2811" y="1699"/>
                  </a:lnTo>
                  <a:lnTo>
                    <a:pt x="2793" y="2416"/>
                  </a:lnTo>
                  <a:lnTo>
                    <a:pt x="2929" y="1699"/>
                  </a:lnTo>
                  <a:lnTo>
                    <a:pt x="2675" y="1094"/>
                  </a:lnTo>
                  <a:lnTo>
                    <a:pt x="2836" y="426"/>
                  </a:lnTo>
                  <a:lnTo>
                    <a:pt x="3361" y="136"/>
                  </a:lnTo>
                  <a:lnTo>
                    <a:pt x="3163" y="0"/>
                  </a:lnTo>
                  <a:cubicBezTo>
                    <a:pt x="2953" y="74"/>
                    <a:pt x="2743" y="192"/>
                    <a:pt x="2719" y="371"/>
                  </a:cubicBezTo>
                  <a:cubicBezTo>
                    <a:pt x="2675" y="692"/>
                    <a:pt x="2490" y="995"/>
                    <a:pt x="2490" y="995"/>
                  </a:cubicBezTo>
                  <a:lnTo>
                    <a:pt x="1749" y="1322"/>
                  </a:lnTo>
                  <a:lnTo>
                    <a:pt x="0" y="1878"/>
                  </a:lnTo>
                  <a:cubicBezTo>
                    <a:pt x="0" y="1878"/>
                    <a:pt x="1699" y="1483"/>
                    <a:pt x="1792" y="1433"/>
                  </a:cubicBezTo>
                  <a:cubicBezTo>
                    <a:pt x="1878" y="1396"/>
                    <a:pt x="2533" y="1236"/>
                    <a:pt x="2533" y="1236"/>
                  </a:cubicBezTo>
                  <a:close/>
                </a:path>
              </a:pathLst>
            </a:custGeom>
            <a:solidFill>
              <a:srgbClr val="7A2B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43"/>
            <p:cNvSpPr/>
            <p:nvPr/>
          </p:nvSpPr>
          <p:spPr>
            <a:xfrm flipH="1">
              <a:off x="6336326" y="3814889"/>
              <a:ext cx="421914" cy="89858"/>
            </a:xfrm>
            <a:custGeom>
              <a:avLst/>
              <a:gdLst/>
              <a:ahLst/>
              <a:cxnLst/>
              <a:rect l="l" t="t" r="r" b="b"/>
              <a:pathLst>
                <a:path w="6099" h="1299" extrusionOk="0">
                  <a:moveTo>
                    <a:pt x="1" y="1"/>
                  </a:moveTo>
                  <a:lnTo>
                    <a:pt x="6098" y="1"/>
                  </a:lnTo>
                  <a:lnTo>
                    <a:pt x="6098" y="1298"/>
                  </a:lnTo>
                  <a:lnTo>
                    <a:pt x="1" y="1298"/>
                  </a:lnTo>
                  <a:close/>
                </a:path>
              </a:pathLst>
            </a:custGeom>
            <a:solidFill>
              <a:srgbClr val="7A2B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43"/>
            <p:cNvSpPr/>
            <p:nvPr/>
          </p:nvSpPr>
          <p:spPr>
            <a:xfrm flipH="1">
              <a:off x="6336329" y="3814889"/>
              <a:ext cx="278301" cy="89858"/>
            </a:xfrm>
            <a:custGeom>
              <a:avLst/>
              <a:gdLst/>
              <a:ahLst/>
              <a:cxnLst/>
              <a:rect l="l" t="t" r="r" b="b"/>
              <a:pathLst>
                <a:path w="4023" h="1299" extrusionOk="0">
                  <a:moveTo>
                    <a:pt x="1774" y="1039"/>
                  </a:moveTo>
                  <a:cubicBezTo>
                    <a:pt x="1712" y="1008"/>
                    <a:pt x="1372" y="1039"/>
                    <a:pt x="1372" y="1039"/>
                  </a:cubicBezTo>
                  <a:lnTo>
                    <a:pt x="1205" y="915"/>
                  </a:lnTo>
                  <a:lnTo>
                    <a:pt x="970" y="1051"/>
                  </a:lnTo>
                  <a:lnTo>
                    <a:pt x="569" y="1082"/>
                  </a:lnTo>
                  <a:lnTo>
                    <a:pt x="0" y="1236"/>
                  </a:lnTo>
                  <a:lnTo>
                    <a:pt x="68" y="1298"/>
                  </a:lnTo>
                  <a:lnTo>
                    <a:pt x="1990" y="1298"/>
                  </a:lnTo>
                  <a:lnTo>
                    <a:pt x="1984" y="1280"/>
                  </a:lnTo>
                  <a:cubicBezTo>
                    <a:pt x="1977" y="1286"/>
                    <a:pt x="1835" y="1069"/>
                    <a:pt x="1774" y="1039"/>
                  </a:cubicBezTo>
                  <a:close/>
                  <a:moveTo>
                    <a:pt x="3794" y="1"/>
                  </a:moveTo>
                  <a:lnTo>
                    <a:pt x="3720" y="248"/>
                  </a:lnTo>
                  <a:lnTo>
                    <a:pt x="3862" y="464"/>
                  </a:lnTo>
                  <a:lnTo>
                    <a:pt x="3646" y="310"/>
                  </a:lnTo>
                  <a:lnTo>
                    <a:pt x="3460" y="495"/>
                  </a:lnTo>
                  <a:lnTo>
                    <a:pt x="3398" y="940"/>
                  </a:lnTo>
                  <a:lnTo>
                    <a:pt x="3318" y="476"/>
                  </a:lnTo>
                  <a:lnTo>
                    <a:pt x="3596" y="217"/>
                  </a:lnTo>
                  <a:lnTo>
                    <a:pt x="3621" y="1"/>
                  </a:lnTo>
                  <a:lnTo>
                    <a:pt x="2966" y="1"/>
                  </a:lnTo>
                  <a:lnTo>
                    <a:pt x="2719" y="137"/>
                  </a:lnTo>
                  <a:lnTo>
                    <a:pt x="2719" y="754"/>
                  </a:lnTo>
                  <a:lnTo>
                    <a:pt x="2472" y="958"/>
                  </a:lnTo>
                  <a:lnTo>
                    <a:pt x="1947" y="1051"/>
                  </a:lnTo>
                  <a:lnTo>
                    <a:pt x="2027" y="1298"/>
                  </a:lnTo>
                  <a:lnTo>
                    <a:pt x="4022" y="1298"/>
                  </a:lnTo>
                  <a:lnTo>
                    <a:pt x="4022" y="1"/>
                  </a:lnTo>
                  <a:lnTo>
                    <a:pt x="3794" y="1"/>
                  </a:lnTo>
                  <a:close/>
                </a:path>
              </a:pathLst>
            </a:custGeom>
            <a:solidFill>
              <a:srgbClr val="FFAD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43"/>
            <p:cNvSpPr/>
            <p:nvPr/>
          </p:nvSpPr>
          <p:spPr>
            <a:xfrm flipH="1">
              <a:off x="5832864" y="3814889"/>
              <a:ext cx="422329" cy="89858"/>
            </a:xfrm>
            <a:custGeom>
              <a:avLst/>
              <a:gdLst/>
              <a:ahLst/>
              <a:cxnLst/>
              <a:rect l="l" t="t" r="r" b="b"/>
              <a:pathLst>
                <a:path w="6105" h="1299" extrusionOk="0">
                  <a:moveTo>
                    <a:pt x="0" y="1"/>
                  </a:moveTo>
                  <a:lnTo>
                    <a:pt x="6104" y="1"/>
                  </a:lnTo>
                  <a:lnTo>
                    <a:pt x="6104" y="1298"/>
                  </a:lnTo>
                  <a:lnTo>
                    <a:pt x="0" y="1298"/>
                  </a:lnTo>
                  <a:close/>
                </a:path>
              </a:pathLst>
            </a:custGeom>
            <a:solidFill>
              <a:srgbClr val="7A2B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43"/>
            <p:cNvSpPr/>
            <p:nvPr/>
          </p:nvSpPr>
          <p:spPr>
            <a:xfrm flipH="1">
              <a:off x="6336326" y="3960642"/>
              <a:ext cx="421914" cy="89789"/>
            </a:xfrm>
            <a:custGeom>
              <a:avLst/>
              <a:gdLst/>
              <a:ahLst/>
              <a:cxnLst/>
              <a:rect l="l" t="t" r="r" b="b"/>
              <a:pathLst>
                <a:path w="6099" h="1298" extrusionOk="0">
                  <a:moveTo>
                    <a:pt x="1" y="0"/>
                  </a:moveTo>
                  <a:lnTo>
                    <a:pt x="6098" y="0"/>
                  </a:lnTo>
                  <a:lnTo>
                    <a:pt x="6098" y="1298"/>
                  </a:lnTo>
                  <a:lnTo>
                    <a:pt x="1" y="1298"/>
                  </a:lnTo>
                  <a:close/>
                </a:path>
              </a:pathLst>
            </a:custGeom>
            <a:solidFill>
              <a:srgbClr val="7A2B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43"/>
            <p:cNvSpPr/>
            <p:nvPr/>
          </p:nvSpPr>
          <p:spPr>
            <a:xfrm flipH="1">
              <a:off x="5832864" y="3960642"/>
              <a:ext cx="422329" cy="89789"/>
            </a:xfrm>
            <a:custGeom>
              <a:avLst/>
              <a:gdLst/>
              <a:ahLst/>
              <a:cxnLst/>
              <a:rect l="l" t="t" r="r" b="b"/>
              <a:pathLst>
                <a:path w="6105" h="1298" extrusionOk="0">
                  <a:moveTo>
                    <a:pt x="0" y="0"/>
                  </a:moveTo>
                  <a:lnTo>
                    <a:pt x="6104" y="0"/>
                  </a:lnTo>
                  <a:lnTo>
                    <a:pt x="6104" y="1298"/>
                  </a:lnTo>
                  <a:lnTo>
                    <a:pt x="0" y="1298"/>
                  </a:lnTo>
                  <a:close/>
                </a:path>
              </a:pathLst>
            </a:custGeom>
            <a:solidFill>
              <a:srgbClr val="7A2B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43"/>
            <p:cNvSpPr/>
            <p:nvPr/>
          </p:nvSpPr>
          <p:spPr>
            <a:xfrm flipH="1">
              <a:off x="6578656" y="3960642"/>
              <a:ext cx="127840" cy="39776"/>
            </a:xfrm>
            <a:custGeom>
              <a:avLst/>
              <a:gdLst/>
              <a:ahLst/>
              <a:cxnLst/>
              <a:rect l="l" t="t" r="r" b="b"/>
              <a:pathLst>
                <a:path w="1848" h="575" extrusionOk="0">
                  <a:moveTo>
                    <a:pt x="1804" y="0"/>
                  </a:moveTo>
                  <a:lnTo>
                    <a:pt x="1075" y="0"/>
                  </a:lnTo>
                  <a:lnTo>
                    <a:pt x="952" y="143"/>
                  </a:lnTo>
                  <a:lnTo>
                    <a:pt x="1322" y="204"/>
                  </a:lnTo>
                  <a:lnTo>
                    <a:pt x="1631" y="402"/>
                  </a:lnTo>
                  <a:lnTo>
                    <a:pt x="1847" y="31"/>
                  </a:lnTo>
                  <a:close/>
                  <a:moveTo>
                    <a:pt x="179" y="340"/>
                  </a:moveTo>
                  <a:lnTo>
                    <a:pt x="396" y="575"/>
                  </a:lnTo>
                  <a:lnTo>
                    <a:pt x="501" y="204"/>
                  </a:lnTo>
                  <a:lnTo>
                    <a:pt x="704" y="248"/>
                  </a:lnTo>
                  <a:cubicBezTo>
                    <a:pt x="797" y="143"/>
                    <a:pt x="859" y="62"/>
                    <a:pt x="908" y="0"/>
                  </a:cubicBezTo>
                  <a:lnTo>
                    <a:pt x="0" y="0"/>
                  </a:lnTo>
                  <a:cubicBezTo>
                    <a:pt x="74" y="143"/>
                    <a:pt x="179" y="340"/>
                    <a:pt x="179" y="340"/>
                  </a:cubicBezTo>
                  <a:close/>
                </a:path>
              </a:pathLst>
            </a:custGeom>
            <a:solidFill>
              <a:srgbClr val="FFAD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43"/>
            <p:cNvSpPr/>
            <p:nvPr/>
          </p:nvSpPr>
          <p:spPr>
            <a:xfrm flipH="1">
              <a:off x="5941476" y="3855495"/>
              <a:ext cx="178685" cy="49253"/>
            </a:xfrm>
            <a:custGeom>
              <a:avLst/>
              <a:gdLst/>
              <a:ahLst/>
              <a:cxnLst/>
              <a:rect l="l" t="t" r="r" b="b"/>
              <a:pathLst>
                <a:path w="2583" h="712" extrusionOk="0">
                  <a:moveTo>
                    <a:pt x="2330" y="359"/>
                  </a:moveTo>
                  <a:lnTo>
                    <a:pt x="2113" y="143"/>
                  </a:lnTo>
                  <a:lnTo>
                    <a:pt x="1632" y="143"/>
                  </a:lnTo>
                  <a:lnTo>
                    <a:pt x="1774" y="310"/>
                  </a:lnTo>
                  <a:lnTo>
                    <a:pt x="1848" y="711"/>
                  </a:lnTo>
                  <a:lnTo>
                    <a:pt x="2583" y="711"/>
                  </a:lnTo>
                  <a:close/>
                  <a:moveTo>
                    <a:pt x="1502" y="143"/>
                  </a:moveTo>
                  <a:lnTo>
                    <a:pt x="1421" y="50"/>
                  </a:lnTo>
                  <a:lnTo>
                    <a:pt x="1051" y="106"/>
                  </a:lnTo>
                  <a:lnTo>
                    <a:pt x="668" y="1"/>
                  </a:lnTo>
                  <a:lnTo>
                    <a:pt x="402" y="260"/>
                  </a:lnTo>
                  <a:cubicBezTo>
                    <a:pt x="402" y="260"/>
                    <a:pt x="124" y="569"/>
                    <a:pt x="1" y="711"/>
                  </a:cubicBezTo>
                  <a:lnTo>
                    <a:pt x="1811" y="711"/>
                  </a:lnTo>
                  <a:lnTo>
                    <a:pt x="1669" y="353"/>
                  </a:lnTo>
                  <a:close/>
                </a:path>
              </a:pathLst>
            </a:custGeom>
            <a:solidFill>
              <a:srgbClr val="FFAD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43"/>
            <p:cNvSpPr/>
            <p:nvPr/>
          </p:nvSpPr>
          <p:spPr>
            <a:xfrm flipH="1">
              <a:off x="5319956" y="3020406"/>
              <a:ext cx="1725425" cy="1255250"/>
            </a:xfrm>
            <a:custGeom>
              <a:avLst/>
              <a:gdLst/>
              <a:ahLst/>
              <a:cxnLst/>
              <a:rect l="l" t="t" r="r" b="b"/>
              <a:pathLst>
                <a:path w="24942" h="18146" extrusionOk="0">
                  <a:moveTo>
                    <a:pt x="0" y="18146"/>
                  </a:moveTo>
                  <a:lnTo>
                    <a:pt x="0" y="3831"/>
                  </a:lnTo>
                  <a:cubicBezTo>
                    <a:pt x="0" y="3831"/>
                    <a:pt x="1236" y="3337"/>
                    <a:pt x="1551" y="3337"/>
                  </a:cubicBezTo>
                  <a:cubicBezTo>
                    <a:pt x="1860" y="3337"/>
                    <a:pt x="1984" y="4078"/>
                    <a:pt x="1984" y="4078"/>
                  </a:cubicBezTo>
                  <a:lnTo>
                    <a:pt x="2045" y="5820"/>
                  </a:lnTo>
                  <a:lnTo>
                    <a:pt x="2478" y="6617"/>
                  </a:lnTo>
                  <a:lnTo>
                    <a:pt x="3466" y="6308"/>
                  </a:lnTo>
                  <a:lnTo>
                    <a:pt x="4331" y="6988"/>
                  </a:lnTo>
                  <a:cubicBezTo>
                    <a:pt x="4331" y="6988"/>
                    <a:pt x="4208" y="7791"/>
                    <a:pt x="4826" y="7668"/>
                  </a:cubicBezTo>
                  <a:cubicBezTo>
                    <a:pt x="5443" y="7544"/>
                    <a:pt x="6623" y="7606"/>
                    <a:pt x="6871" y="7482"/>
                  </a:cubicBezTo>
                  <a:cubicBezTo>
                    <a:pt x="7118" y="7359"/>
                    <a:pt x="7303" y="6061"/>
                    <a:pt x="7303" y="6061"/>
                  </a:cubicBezTo>
                  <a:lnTo>
                    <a:pt x="8044" y="5135"/>
                  </a:lnTo>
                  <a:lnTo>
                    <a:pt x="8786" y="4270"/>
                  </a:lnTo>
                  <a:lnTo>
                    <a:pt x="8848" y="680"/>
                  </a:lnTo>
                  <a:lnTo>
                    <a:pt x="10269" y="1"/>
                  </a:lnTo>
                  <a:lnTo>
                    <a:pt x="10886" y="618"/>
                  </a:lnTo>
                  <a:lnTo>
                    <a:pt x="11937" y="2354"/>
                  </a:lnTo>
                  <a:lnTo>
                    <a:pt x="12554" y="3911"/>
                  </a:lnTo>
                  <a:lnTo>
                    <a:pt x="14846" y="4529"/>
                  </a:lnTo>
                  <a:lnTo>
                    <a:pt x="16403" y="4158"/>
                  </a:lnTo>
                  <a:lnTo>
                    <a:pt x="17577" y="3788"/>
                  </a:lnTo>
                  <a:lnTo>
                    <a:pt x="18380" y="4529"/>
                  </a:lnTo>
                  <a:cubicBezTo>
                    <a:pt x="18380" y="4529"/>
                    <a:pt x="18875" y="4900"/>
                    <a:pt x="19184" y="4962"/>
                  </a:cubicBezTo>
                  <a:cubicBezTo>
                    <a:pt x="19492" y="5023"/>
                    <a:pt x="21599" y="5456"/>
                    <a:pt x="22093" y="5394"/>
                  </a:cubicBezTo>
                  <a:cubicBezTo>
                    <a:pt x="22588" y="5332"/>
                    <a:pt x="22958" y="4776"/>
                    <a:pt x="23391" y="4715"/>
                  </a:cubicBezTo>
                  <a:cubicBezTo>
                    <a:pt x="23823" y="4653"/>
                    <a:pt x="24942" y="4406"/>
                    <a:pt x="24942" y="4406"/>
                  </a:cubicBezTo>
                  <a:lnTo>
                    <a:pt x="24942" y="18034"/>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43"/>
            <p:cNvSpPr/>
            <p:nvPr/>
          </p:nvSpPr>
          <p:spPr>
            <a:xfrm flipH="1">
              <a:off x="6833768" y="3889668"/>
              <a:ext cx="143267" cy="265079"/>
            </a:xfrm>
            <a:custGeom>
              <a:avLst/>
              <a:gdLst/>
              <a:ahLst/>
              <a:cxnLst/>
              <a:rect l="l" t="t" r="r" b="b"/>
              <a:pathLst>
                <a:path w="2071" h="3832" extrusionOk="0">
                  <a:moveTo>
                    <a:pt x="186" y="2973"/>
                  </a:moveTo>
                  <a:cubicBezTo>
                    <a:pt x="155" y="2849"/>
                    <a:pt x="1" y="2077"/>
                    <a:pt x="1" y="2077"/>
                  </a:cubicBezTo>
                  <a:lnTo>
                    <a:pt x="650" y="588"/>
                  </a:lnTo>
                  <a:lnTo>
                    <a:pt x="1360" y="1"/>
                  </a:lnTo>
                  <a:lnTo>
                    <a:pt x="2071" y="1051"/>
                  </a:lnTo>
                  <a:lnTo>
                    <a:pt x="1453" y="2472"/>
                  </a:lnTo>
                  <a:lnTo>
                    <a:pt x="1113" y="383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43"/>
            <p:cNvSpPr/>
            <p:nvPr/>
          </p:nvSpPr>
          <p:spPr>
            <a:xfrm flipH="1">
              <a:off x="6666639" y="3990111"/>
              <a:ext cx="145411" cy="122301"/>
            </a:xfrm>
            <a:custGeom>
              <a:avLst/>
              <a:gdLst/>
              <a:ahLst/>
              <a:cxnLst/>
              <a:rect l="l" t="t" r="r" b="b"/>
              <a:pathLst>
                <a:path w="2102" h="1768" extrusionOk="0">
                  <a:moveTo>
                    <a:pt x="1" y="1768"/>
                  </a:moveTo>
                  <a:cubicBezTo>
                    <a:pt x="1" y="1521"/>
                    <a:pt x="63" y="316"/>
                    <a:pt x="310" y="155"/>
                  </a:cubicBezTo>
                  <a:cubicBezTo>
                    <a:pt x="557" y="1"/>
                    <a:pt x="1422" y="495"/>
                    <a:pt x="1422" y="495"/>
                  </a:cubicBezTo>
                  <a:lnTo>
                    <a:pt x="2101" y="105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43"/>
            <p:cNvSpPr/>
            <p:nvPr/>
          </p:nvSpPr>
          <p:spPr>
            <a:xfrm flipH="1">
              <a:off x="6409778" y="3055893"/>
              <a:ext cx="636018" cy="699221"/>
            </a:xfrm>
            <a:custGeom>
              <a:avLst/>
              <a:gdLst/>
              <a:ahLst/>
              <a:cxnLst/>
              <a:rect l="l" t="t" r="r" b="b"/>
              <a:pathLst>
                <a:path w="9194" h="10108" extrusionOk="0">
                  <a:moveTo>
                    <a:pt x="6" y="10108"/>
                  </a:moveTo>
                  <a:lnTo>
                    <a:pt x="655" y="7569"/>
                  </a:lnTo>
                  <a:lnTo>
                    <a:pt x="995" y="5060"/>
                  </a:lnTo>
                  <a:lnTo>
                    <a:pt x="1211" y="3948"/>
                  </a:lnTo>
                  <a:lnTo>
                    <a:pt x="1582" y="6148"/>
                  </a:lnTo>
                  <a:lnTo>
                    <a:pt x="2076" y="8007"/>
                  </a:lnTo>
                  <a:lnTo>
                    <a:pt x="2323" y="6648"/>
                  </a:lnTo>
                  <a:lnTo>
                    <a:pt x="2725" y="7050"/>
                  </a:lnTo>
                  <a:lnTo>
                    <a:pt x="3374" y="6679"/>
                  </a:lnTo>
                  <a:lnTo>
                    <a:pt x="3744" y="7328"/>
                  </a:lnTo>
                  <a:lnTo>
                    <a:pt x="4609" y="7698"/>
                  </a:lnTo>
                  <a:lnTo>
                    <a:pt x="5011" y="9465"/>
                  </a:lnTo>
                  <a:lnTo>
                    <a:pt x="5598" y="7451"/>
                  </a:lnTo>
                  <a:lnTo>
                    <a:pt x="7148" y="7111"/>
                  </a:lnTo>
                  <a:lnTo>
                    <a:pt x="8106" y="5622"/>
                  </a:lnTo>
                  <a:lnTo>
                    <a:pt x="9002" y="5870"/>
                  </a:lnTo>
                  <a:lnTo>
                    <a:pt x="9193" y="0"/>
                  </a:lnTo>
                  <a:lnTo>
                    <a:pt x="8847" y="167"/>
                  </a:lnTo>
                  <a:lnTo>
                    <a:pt x="8786" y="3763"/>
                  </a:lnTo>
                  <a:lnTo>
                    <a:pt x="8044" y="4628"/>
                  </a:lnTo>
                  <a:lnTo>
                    <a:pt x="7303" y="5555"/>
                  </a:lnTo>
                  <a:cubicBezTo>
                    <a:pt x="7303" y="5555"/>
                    <a:pt x="7117" y="6852"/>
                    <a:pt x="6870" y="6975"/>
                  </a:cubicBezTo>
                  <a:cubicBezTo>
                    <a:pt x="6623" y="7099"/>
                    <a:pt x="5449" y="7037"/>
                    <a:pt x="4825" y="7161"/>
                  </a:cubicBezTo>
                  <a:cubicBezTo>
                    <a:pt x="4208" y="7284"/>
                    <a:pt x="4331" y="6481"/>
                    <a:pt x="4331" y="6481"/>
                  </a:cubicBezTo>
                  <a:lnTo>
                    <a:pt x="3466" y="5802"/>
                  </a:lnTo>
                  <a:lnTo>
                    <a:pt x="2478" y="6111"/>
                  </a:lnTo>
                  <a:lnTo>
                    <a:pt x="2045" y="5307"/>
                  </a:lnTo>
                  <a:lnTo>
                    <a:pt x="1983" y="3565"/>
                  </a:lnTo>
                  <a:cubicBezTo>
                    <a:pt x="1983" y="3565"/>
                    <a:pt x="1860" y="2824"/>
                    <a:pt x="1551" y="2824"/>
                  </a:cubicBezTo>
                  <a:cubicBezTo>
                    <a:pt x="1242" y="2824"/>
                    <a:pt x="0" y="3318"/>
                    <a:pt x="0" y="3318"/>
                  </a:cubicBezTo>
                  <a:lnTo>
                    <a:pt x="0" y="10108"/>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43"/>
            <p:cNvSpPr/>
            <p:nvPr/>
          </p:nvSpPr>
          <p:spPr>
            <a:xfrm flipH="1">
              <a:off x="5318657" y="3019576"/>
              <a:ext cx="1076679" cy="1252275"/>
            </a:xfrm>
            <a:custGeom>
              <a:avLst/>
              <a:gdLst/>
              <a:ahLst/>
              <a:cxnLst/>
              <a:rect l="l" t="t" r="r" b="b"/>
              <a:pathLst>
                <a:path w="15564" h="18103" extrusionOk="0">
                  <a:moveTo>
                    <a:pt x="649" y="7735"/>
                  </a:moveTo>
                  <a:lnTo>
                    <a:pt x="371" y="8341"/>
                  </a:lnTo>
                  <a:lnTo>
                    <a:pt x="142" y="8847"/>
                  </a:lnTo>
                  <a:lnTo>
                    <a:pt x="0" y="9218"/>
                  </a:lnTo>
                  <a:lnTo>
                    <a:pt x="507" y="9589"/>
                  </a:lnTo>
                  <a:lnTo>
                    <a:pt x="507" y="12146"/>
                  </a:lnTo>
                  <a:lnTo>
                    <a:pt x="136" y="12282"/>
                  </a:lnTo>
                  <a:lnTo>
                    <a:pt x="464" y="12888"/>
                  </a:lnTo>
                  <a:lnTo>
                    <a:pt x="464" y="18102"/>
                  </a:lnTo>
                  <a:lnTo>
                    <a:pt x="15563" y="18022"/>
                  </a:lnTo>
                  <a:lnTo>
                    <a:pt x="15563" y="4399"/>
                  </a:lnTo>
                  <a:cubicBezTo>
                    <a:pt x="15563" y="4399"/>
                    <a:pt x="14451" y="4646"/>
                    <a:pt x="14006" y="4708"/>
                  </a:cubicBezTo>
                  <a:cubicBezTo>
                    <a:pt x="13574" y="4770"/>
                    <a:pt x="13203" y="5326"/>
                    <a:pt x="12709" y="5388"/>
                  </a:cubicBezTo>
                  <a:cubicBezTo>
                    <a:pt x="12215" y="5449"/>
                    <a:pt x="10108" y="5017"/>
                    <a:pt x="9799" y="4955"/>
                  </a:cubicBezTo>
                  <a:cubicBezTo>
                    <a:pt x="9490" y="4893"/>
                    <a:pt x="8996" y="4523"/>
                    <a:pt x="8996" y="4523"/>
                  </a:cubicBezTo>
                  <a:lnTo>
                    <a:pt x="8193" y="3781"/>
                  </a:lnTo>
                  <a:lnTo>
                    <a:pt x="7019" y="4152"/>
                  </a:lnTo>
                  <a:lnTo>
                    <a:pt x="5468" y="4523"/>
                  </a:lnTo>
                  <a:lnTo>
                    <a:pt x="3176" y="3905"/>
                  </a:lnTo>
                  <a:lnTo>
                    <a:pt x="2558" y="2354"/>
                  </a:lnTo>
                  <a:lnTo>
                    <a:pt x="1508" y="618"/>
                  </a:lnTo>
                  <a:lnTo>
                    <a:pt x="890" y="0"/>
                  </a:lnTo>
                  <a:lnTo>
                    <a:pt x="655" y="1687"/>
                  </a:lnTo>
                  <a:lnTo>
                    <a:pt x="655" y="7735"/>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43"/>
            <p:cNvSpPr/>
            <p:nvPr/>
          </p:nvSpPr>
          <p:spPr>
            <a:xfrm flipH="1">
              <a:off x="5991831" y="3328099"/>
              <a:ext cx="79139" cy="265079"/>
            </a:xfrm>
            <a:custGeom>
              <a:avLst/>
              <a:gdLst/>
              <a:ahLst/>
              <a:cxnLst/>
              <a:rect l="l" t="t" r="r" b="b"/>
              <a:pathLst>
                <a:path w="1144" h="3832" extrusionOk="0">
                  <a:moveTo>
                    <a:pt x="470" y="2645"/>
                  </a:moveTo>
                  <a:cubicBezTo>
                    <a:pt x="495" y="2503"/>
                    <a:pt x="495" y="2132"/>
                    <a:pt x="495" y="2132"/>
                  </a:cubicBezTo>
                  <a:lnTo>
                    <a:pt x="680" y="2182"/>
                  </a:lnTo>
                  <a:lnTo>
                    <a:pt x="841" y="2552"/>
                  </a:lnTo>
                  <a:lnTo>
                    <a:pt x="1144" y="3405"/>
                  </a:lnTo>
                  <a:lnTo>
                    <a:pt x="983" y="2435"/>
                  </a:lnTo>
                  <a:cubicBezTo>
                    <a:pt x="983" y="2435"/>
                    <a:pt x="748" y="1811"/>
                    <a:pt x="680" y="1762"/>
                  </a:cubicBezTo>
                  <a:cubicBezTo>
                    <a:pt x="612" y="1718"/>
                    <a:pt x="890" y="1323"/>
                    <a:pt x="890" y="1323"/>
                  </a:cubicBezTo>
                  <a:lnTo>
                    <a:pt x="748" y="674"/>
                  </a:lnTo>
                  <a:lnTo>
                    <a:pt x="1051" y="1"/>
                  </a:lnTo>
                  <a:lnTo>
                    <a:pt x="779" y="63"/>
                  </a:lnTo>
                  <a:lnTo>
                    <a:pt x="680" y="304"/>
                  </a:lnTo>
                  <a:lnTo>
                    <a:pt x="557" y="594"/>
                  </a:lnTo>
                  <a:lnTo>
                    <a:pt x="668" y="1039"/>
                  </a:lnTo>
                  <a:lnTo>
                    <a:pt x="717" y="1360"/>
                  </a:lnTo>
                  <a:lnTo>
                    <a:pt x="254" y="1916"/>
                  </a:lnTo>
                  <a:lnTo>
                    <a:pt x="347" y="2614"/>
                  </a:lnTo>
                  <a:lnTo>
                    <a:pt x="1" y="3819"/>
                  </a:lnTo>
                  <a:cubicBezTo>
                    <a:pt x="7" y="3831"/>
                    <a:pt x="445" y="2781"/>
                    <a:pt x="470" y="2645"/>
                  </a:cubicBez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43"/>
            <p:cNvSpPr/>
            <p:nvPr/>
          </p:nvSpPr>
          <p:spPr>
            <a:xfrm flipH="1">
              <a:off x="5433644" y="4034176"/>
              <a:ext cx="368509" cy="168026"/>
            </a:xfrm>
            <a:custGeom>
              <a:avLst/>
              <a:gdLst/>
              <a:ahLst/>
              <a:cxnLst/>
              <a:rect l="l" t="t" r="r" b="b"/>
              <a:pathLst>
                <a:path w="5327" h="2429" extrusionOk="0">
                  <a:moveTo>
                    <a:pt x="1" y="2292"/>
                  </a:moveTo>
                  <a:lnTo>
                    <a:pt x="1039" y="1711"/>
                  </a:lnTo>
                  <a:lnTo>
                    <a:pt x="1897" y="1297"/>
                  </a:lnTo>
                  <a:cubicBezTo>
                    <a:pt x="1897" y="1297"/>
                    <a:pt x="1761" y="531"/>
                    <a:pt x="2200" y="346"/>
                  </a:cubicBezTo>
                  <a:cubicBezTo>
                    <a:pt x="2639" y="161"/>
                    <a:pt x="2985" y="68"/>
                    <a:pt x="3219" y="111"/>
                  </a:cubicBezTo>
                  <a:cubicBezTo>
                    <a:pt x="3448" y="161"/>
                    <a:pt x="4004" y="414"/>
                    <a:pt x="4004" y="414"/>
                  </a:cubicBezTo>
                  <a:lnTo>
                    <a:pt x="4702" y="371"/>
                  </a:lnTo>
                  <a:lnTo>
                    <a:pt x="5326" y="0"/>
                  </a:lnTo>
                  <a:cubicBezTo>
                    <a:pt x="5326" y="0"/>
                    <a:pt x="4813" y="507"/>
                    <a:pt x="4721" y="507"/>
                  </a:cubicBezTo>
                  <a:cubicBezTo>
                    <a:pt x="4628" y="507"/>
                    <a:pt x="3979" y="556"/>
                    <a:pt x="3979" y="556"/>
                  </a:cubicBezTo>
                  <a:lnTo>
                    <a:pt x="3219" y="229"/>
                  </a:lnTo>
                  <a:lnTo>
                    <a:pt x="3312" y="575"/>
                  </a:lnTo>
                  <a:lnTo>
                    <a:pt x="3726" y="1131"/>
                  </a:lnTo>
                  <a:lnTo>
                    <a:pt x="4189" y="1297"/>
                  </a:lnTo>
                  <a:lnTo>
                    <a:pt x="5116" y="1063"/>
                  </a:lnTo>
                  <a:lnTo>
                    <a:pt x="4097" y="1458"/>
                  </a:lnTo>
                  <a:cubicBezTo>
                    <a:pt x="4097" y="1458"/>
                    <a:pt x="3658" y="1248"/>
                    <a:pt x="3590" y="1205"/>
                  </a:cubicBezTo>
                  <a:cubicBezTo>
                    <a:pt x="3516" y="1155"/>
                    <a:pt x="3127" y="649"/>
                    <a:pt x="3127" y="649"/>
                  </a:cubicBezTo>
                  <a:lnTo>
                    <a:pt x="2917" y="297"/>
                  </a:lnTo>
                  <a:cubicBezTo>
                    <a:pt x="2917" y="297"/>
                    <a:pt x="2361" y="371"/>
                    <a:pt x="2268" y="507"/>
                  </a:cubicBezTo>
                  <a:cubicBezTo>
                    <a:pt x="2175" y="649"/>
                    <a:pt x="2058" y="853"/>
                    <a:pt x="2058" y="1063"/>
                  </a:cubicBezTo>
                  <a:cubicBezTo>
                    <a:pt x="2058" y="1273"/>
                    <a:pt x="2107" y="1501"/>
                    <a:pt x="2107" y="1501"/>
                  </a:cubicBezTo>
                  <a:lnTo>
                    <a:pt x="316" y="2428"/>
                  </a:lnTo>
                  <a:close/>
                </a:path>
              </a:pathLst>
            </a:custGeom>
            <a:solidFill>
              <a:srgbClr val="7A2B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43"/>
            <p:cNvSpPr/>
            <p:nvPr/>
          </p:nvSpPr>
          <p:spPr>
            <a:xfrm flipH="1">
              <a:off x="5318264" y="4101692"/>
              <a:ext cx="139393" cy="144922"/>
            </a:xfrm>
            <a:custGeom>
              <a:avLst/>
              <a:gdLst/>
              <a:ahLst/>
              <a:cxnLst/>
              <a:rect l="l" t="t" r="r" b="b"/>
              <a:pathLst>
                <a:path w="2015" h="2095" extrusionOk="0">
                  <a:moveTo>
                    <a:pt x="2014" y="0"/>
                  </a:moveTo>
                  <a:lnTo>
                    <a:pt x="1341" y="544"/>
                  </a:lnTo>
                  <a:lnTo>
                    <a:pt x="902" y="1032"/>
                  </a:lnTo>
                  <a:cubicBezTo>
                    <a:pt x="902" y="1032"/>
                    <a:pt x="785" y="1143"/>
                    <a:pt x="464" y="1217"/>
                  </a:cubicBezTo>
                  <a:cubicBezTo>
                    <a:pt x="136" y="1285"/>
                    <a:pt x="118" y="1495"/>
                    <a:pt x="118" y="1495"/>
                  </a:cubicBezTo>
                  <a:cubicBezTo>
                    <a:pt x="118" y="1495"/>
                    <a:pt x="0" y="1909"/>
                    <a:pt x="0" y="2095"/>
                  </a:cubicBezTo>
                  <a:lnTo>
                    <a:pt x="229" y="1934"/>
                  </a:lnTo>
                  <a:cubicBezTo>
                    <a:pt x="229" y="1934"/>
                    <a:pt x="229" y="1656"/>
                    <a:pt x="253" y="1539"/>
                  </a:cubicBezTo>
                  <a:cubicBezTo>
                    <a:pt x="278" y="1421"/>
                    <a:pt x="396" y="1421"/>
                    <a:pt x="488" y="1421"/>
                  </a:cubicBezTo>
                  <a:cubicBezTo>
                    <a:pt x="581" y="1421"/>
                    <a:pt x="766" y="1304"/>
                    <a:pt x="877" y="1236"/>
                  </a:cubicBezTo>
                  <a:cubicBezTo>
                    <a:pt x="995" y="1168"/>
                    <a:pt x="1230" y="822"/>
                    <a:pt x="1366" y="655"/>
                  </a:cubicBezTo>
                  <a:cubicBezTo>
                    <a:pt x="1433" y="575"/>
                    <a:pt x="1742" y="402"/>
                    <a:pt x="2014" y="253"/>
                  </a:cubicBezTo>
                  <a:lnTo>
                    <a:pt x="2014" y="0"/>
                  </a:lnTo>
                  <a:close/>
                </a:path>
              </a:pathLst>
            </a:custGeom>
            <a:solidFill>
              <a:srgbClr val="7A2B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43"/>
            <p:cNvSpPr/>
            <p:nvPr/>
          </p:nvSpPr>
          <p:spPr>
            <a:xfrm flipH="1">
              <a:off x="6130321" y="3384547"/>
              <a:ext cx="83359" cy="101341"/>
            </a:xfrm>
            <a:custGeom>
              <a:avLst/>
              <a:gdLst/>
              <a:ahLst/>
              <a:cxnLst/>
              <a:rect l="l" t="t" r="r" b="b"/>
              <a:pathLst>
                <a:path w="1205" h="1465" extrusionOk="0">
                  <a:moveTo>
                    <a:pt x="0" y="0"/>
                  </a:moveTo>
                  <a:lnTo>
                    <a:pt x="1205" y="0"/>
                  </a:lnTo>
                  <a:lnTo>
                    <a:pt x="1205" y="1465"/>
                  </a:lnTo>
                  <a:lnTo>
                    <a:pt x="0" y="1465"/>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43"/>
            <p:cNvSpPr/>
            <p:nvPr/>
          </p:nvSpPr>
          <p:spPr>
            <a:xfrm flipH="1">
              <a:off x="5888413" y="3384547"/>
              <a:ext cx="83428" cy="101341"/>
            </a:xfrm>
            <a:custGeom>
              <a:avLst/>
              <a:gdLst/>
              <a:ahLst/>
              <a:cxnLst/>
              <a:rect l="l" t="t" r="r" b="b"/>
              <a:pathLst>
                <a:path w="1206" h="1465" extrusionOk="0">
                  <a:moveTo>
                    <a:pt x="1" y="0"/>
                  </a:moveTo>
                  <a:lnTo>
                    <a:pt x="1206" y="0"/>
                  </a:lnTo>
                  <a:lnTo>
                    <a:pt x="1206" y="1465"/>
                  </a:lnTo>
                  <a:lnTo>
                    <a:pt x="1" y="1465"/>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43"/>
            <p:cNvSpPr/>
            <p:nvPr/>
          </p:nvSpPr>
          <p:spPr>
            <a:xfrm flipH="1">
              <a:off x="5645675" y="3384547"/>
              <a:ext cx="83359" cy="101341"/>
            </a:xfrm>
            <a:custGeom>
              <a:avLst/>
              <a:gdLst/>
              <a:ahLst/>
              <a:cxnLst/>
              <a:rect l="l" t="t" r="r" b="b"/>
              <a:pathLst>
                <a:path w="1205" h="1465" extrusionOk="0">
                  <a:moveTo>
                    <a:pt x="0" y="0"/>
                  </a:moveTo>
                  <a:lnTo>
                    <a:pt x="1205" y="0"/>
                  </a:lnTo>
                  <a:lnTo>
                    <a:pt x="1205" y="1465"/>
                  </a:lnTo>
                  <a:lnTo>
                    <a:pt x="0" y="1465"/>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43"/>
            <p:cNvSpPr/>
            <p:nvPr/>
          </p:nvSpPr>
          <p:spPr>
            <a:xfrm flipH="1">
              <a:off x="5403767" y="3384547"/>
              <a:ext cx="83428" cy="101341"/>
            </a:xfrm>
            <a:custGeom>
              <a:avLst/>
              <a:gdLst/>
              <a:ahLst/>
              <a:cxnLst/>
              <a:rect l="l" t="t" r="r" b="b"/>
              <a:pathLst>
                <a:path w="1206" h="1465" extrusionOk="0">
                  <a:moveTo>
                    <a:pt x="1" y="0"/>
                  </a:moveTo>
                  <a:lnTo>
                    <a:pt x="1206" y="0"/>
                  </a:lnTo>
                  <a:lnTo>
                    <a:pt x="1206" y="1465"/>
                  </a:lnTo>
                  <a:lnTo>
                    <a:pt x="1" y="1465"/>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43"/>
            <p:cNvSpPr/>
            <p:nvPr/>
          </p:nvSpPr>
          <p:spPr>
            <a:xfrm flipH="1">
              <a:off x="6130321" y="3632818"/>
              <a:ext cx="83359" cy="101411"/>
            </a:xfrm>
            <a:custGeom>
              <a:avLst/>
              <a:gdLst/>
              <a:ahLst/>
              <a:cxnLst/>
              <a:rect l="l" t="t" r="r" b="b"/>
              <a:pathLst>
                <a:path w="1205" h="1466" extrusionOk="0">
                  <a:moveTo>
                    <a:pt x="0" y="1"/>
                  </a:moveTo>
                  <a:lnTo>
                    <a:pt x="1205" y="1"/>
                  </a:lnTo>
                  <a:lnTo>
                    <a:pt x="1205" y="1465"/>
                  </a:lnTo>
                  <a:lnTo>
                    <a:pt x="0" y="1465"/>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43"/>
            <p:cNvSpPr/>
            <p:nvPr/>
          </p:nvSpPr>
          <p:spPr>
            <a:xfrm flipH="1">
              <a:off x="5888413" y="3632818"/>
              <a:ext cx="83428" cy="101411"/>
            </a:xfrm>
            <a:custGeom>
              <a:avLst/>
              <a:gdLst/>
              <a:ahLst/>
              <a:cxnLst/>
              <a:rect l="l" t="t" r="r" b="b"/>
              <a:pathLst>
                <a:path w="1206" h="1466" extrusionOk="0">
                  <a:moveTo>
                    <a:pt x="1" y="1"/>
                  </a:moveTo>
                  <a:lnTo>
                    <a:pt x="1206" y="1"/>
                  </a:lnTo>
                  <a:lnTo>
                    <a:pt x="1206" y="1465"/>
                  </a:lnTo>
                  <a:lnTo>
                    <a:pt x="1" y="1465"/>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43"/>
            <p:cNvSpPr/>
            <p:nvPr/>
          </p:nvSpPr>
          <p:spPr>
            <a:xfrm flipH="1">
              <a:off x="5645675" y="3632818"/>
              <a:ext cx="83359" cy="101411"/>
            </a:xfrm>
            <a:custGeom>
              <a:avLst/>
              <a:gdLst/>
              <a:ahLst/>
              <a:cxnLst/>
              <a:rect l="l" t="t" r="r" b="b"/>
              <a:pathLst>
                <a:path w="1205" h="1466" extrusionOk="0">
                  <a:moveTo>
                    <a:pt x="0" y="1"/>
                  </a:moveTo>
                  <a:lnTo>
                    <a:pt x="1205" y="1"/>
                  </a:lnTo>
                  <a:lnTo>
                    <a:pt x="1205" y="1465"/>
                  </a:lnTo>
                  <a:lnTo>
                    <a:pt x="0" y="1465"/>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43"/>
            <p:cNvSpPr/>
            <p:nvPr/>
          </p:nvSpPr>
          <p:spPr>
            <a:xfrm flipH="1">
              <a:off x="5403767" y="3632818"/>
              <a:ext cx="83428" cy="101411"/>
            </a:xfrm>
            <a:custGeom>
              <a:avLst/>
              <a:gdLst/>
              <a:ahLst/>
              <a:cxnLst/>
              <a:rect l="l" t="t" r="r" b="b"/>
              <a:pathLst>
                <a:path w="1206" h="1466" extrusionOk="0">
                  <a:moveTo>
                    <a:pt x="1" y="1"/>
                  </a:moveTo>
                  <a:lnTo>
                    <a:pt x="1206" y="1"/>
                  </a:lnTo>
                  <a:lnTo>
                    <a:pt x="1206" y="1465"/>
                  </a:lnTo>
                  <a:lnTo>
                    <a:pt x="1" y="1465"/>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43"/>
            <p:cNvSpPr/>
            <p:nvPr/>
          </p:nvSpPr>
          <p:spPr>
            <a:xfrm flipH="1">
              <a:off x="6634608" y="3586263"/>
              <a:ext cx="288539" cy="207317"/>
            </a:xfrm>
            <a:custGeom>
              <a:avLst/>
              <a:gdLst/>
              <a:ahLst/>
              <a:cxnLst/>
              <a:rect l="l" t="t" r="r" b="b"/>
              <a:pathLst>
                <a:path w="4171" h="2997" extrusionOk="0">
                  <a:moveTo>
                    <a:pt x="0" y="2811"/>
                  </a:moveTo>
                  <a:cubicBezTo>
                    <a:pt x="50" y="2793"/>
                    <a:pt x="433" y="2793"/>
                    <a:pt x="451" y="2688"/>
                  </a:cubicBezTo>
                  <a:cubicBezTo>
                    <a:pt x="464" y="2583"/>
                    <a:pt x="544" y="2089"/>
                    <a:pt x="699" y="1934"/>
                  </a:cubicBezTo>
                  <a:cubicBezTo>
                    <a:pt x="853" y="1780"/>
                    <a:pt x="1316" y="1681"/>
                    <a:pt x="1557" y="1526"/>
                  </a:cubicBezTo>
                  <a:cubicBezTo>
                    <a:pt x="1804" y="1372"/>
                    <a:pt x="1934" y="804"/>
                    <a:pt x="1934" y="804"/>
                  </a:cubicBezTo>
                  <a:lnTo>
                    <a:pt x="2058" y="291"/>
                  </a:lnTo>
                  <a:cubicBezTo>
                    <a:pt x="2058" y="291"/>
                    <a:pt x="2453" y="291"/>
                    <a:pt x="2750" y="217"/>
                  </a:cubicBezTo>
                  <a:cubicBezTo>
                    <a:pt x="3046" y="136"/>
                    <a:pt x="3244" y="0"/>
                    <a:pt x="3553" y="31"/>
                  </a:cubicBezTo>
                  <a:cubicBezTo>
                    <a:pt x="3862" y="62"/>
                    <a:pt x="4171" y="167"/>
                    <a:pt x="4171" y="167"/>
                  </a:cubicBezTo>
                  <a:lnTo>
                    <a:pt x="3510" y="136"/>
                  </a:lnTo>
                  <a:cubicBezTo>
                    <a:pt x="3510" y="136"/>
                    <a:pt x="2861" y="322"/>
                    <a:pt x="2799" y="340"/>
                  </a:cubicBezTo>
                  <a:cubicBezTo>
                    <a:pt x="2737" y="359"/>
                    <a:pt x="2132" y="513"/>
                    <a:pt x="2132" y="513"/>
                  </a:cubicBezTo>
                  <a:cubicBezTo>
                    <a:pt x="2132" y="513"/>
                    <a:pt x="2058" y="1069"/>
                    <a:pt x="1916" y="1267"/>
                  </a:cubicBezTo>
                  <a:cubicBezTo>
                    <a:pt x="1780" y="1471"/>
                    <a:pt x="1718" y="1656"/>
                    <a:pt x="1563" y="1712"/>
                  </a:cubicBezTo>
                  <a:cubicBezTo>
                    <a:pt x="1409" y="1774"/>
                    <a:pt x="865" y="1897"/>
                    <a:pt x="742" y="2119"/>
                  </a:cubicBezTo>
                  <a:cubicBezTo>
                    <a:pt x="618" y="2330"/>
                    <a:pt x="544" y="2861"/>
                    <a:pt x="544" y="2861"/>
                  </a:cubicBezTo>
                  <a:lnTo>
                    <a:pt x="186" y="2997"/>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43"/>
            <p:cNvSpPr/>
            <p:nvPr/>
          </p:nvSpPr>
          <p:spPr>
            <a:xfrm flipH="1">
              <a:off x="6448248" y="3745644"/>
              <a:ext cx="288539" cy="207387"/>
            </a:xfrm>
            <a:custGeom>
              <a:avLst/>
              <a:gdLst/>
              <a:ahLst/>
              <a:cxnLst/>
              <a:rect l="l" t="t" r="r" b="b"/>
              <a:pathLst>
                <a:path w="4171" h="2998" extrusionOk="0">
                  <a:moveTo>
                    <a:pt x="0" y="2812"/>
                  </a:moveTo>
                  <a:cubicBezTo>
                    <a:pt x="50" y="2793"/>
                    <a:pt x="433" y="2793"/>
                    <a:pt x="451" y="2688"/>
                  </a:cubicBezTo>
                  <a:cubicBezTo>
                    <a:pt x="463" y="2577"/>
                    <a:pt x="544" y="2083"/>
                    <a:pt x="698" y="1928"/>
                  </a:cubicBezTo>
                  <a:cubicBezTo>
                    <a:pt x="853" y="1774"/>
                    <a:pt x="1316" y="1681"/>
                    <a:pt x="1563" y="1527"/>
                  </a:cubicBezTo>
                  <a:cubicBezTo>
                    <a:pt x="1810" y="1372"/>
                    <a:pt x="1934" y="804"/>
                    <a:pt x="1934" y="804"/>
                  </a:cubicBezTo>
                  <a:lnTo>
                    <a:pt x="2057" y="291"/>
                  </a:lnTo>
                  <a:cubicBezTo>
                    <a:pt x="2057" y="291"/>
                    <a:pt x="2459" y="291"/>
                    <a:pt x="2749" y="217"/>
                  </a:cubicBezTo>
                  <a:cubicBezTo>
                    <a:pt x="3046" y="137"/>
                    <a:pt x="3244" y="1"/>
                    <a:pt x="3552" y="32"/>
                  </a:cubicBezTo>
                  <a:cubicBezTo>
                    <a:pt x="3861" y="63"/>
                    <a:pt x="4170" y="168"/>
                    <a:pt x="4170" y="168"/>
                  </a:cubicBezTo>
                  <a:lnTo>
                    <a:pt x="3509" y="137"/>
                  </a:lnTo>
                  <a:cubicBezTo>
                    <a:pt x="3509" y="137"/>
                    <a:pt x="2861" y="322"/>
                    <a:pt x="2799" y="341"/>
                  </a:cubicBezTo>
                  <a:cubicBezTo>
                    <a:pt x="2737" y="353"/>
                    <a:pt x="2132" y="507"/>
                    <a:pt x="2132" y="507"/>
                  </a:cubicBezTo>
                  <a:cubicBezTo>
                    <a:pt x="2132" y="507"/>
                    <a:pt x="2057" y="1063"/>
                    <a:pt x="1915" y="1267"/>
                  </a:cubicBezTo>
                  <a:cubicBezTo>
                    <a:pt x="1779" y="1465"/>
                    <a:pt x="1718" y="1650"/>
                    <a:pt x="1563" y="1712"/>
                  </a:cubicBezTo>
                  <a:cubicBezTo>
                    <a:pt x="1409" y="1774"/>
                    <a:pt x="865" y="1898"/>
                    <a:pt x="741" y="2114"/>
                  </a:cubicBezTo>
                  <a:cubicBezTo>
                    <a:pt x="618" y="2330"/>
                    <a:pt x="544" y="2855"/>
                    <a:pt x="544" y="2855"/>
                  </a:cubicBezTo>
                  <a:lnTo>
                    <a:pt x="185" y="2997"/>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43"/>
            <p:cNvSpPr/>
            <p:nvPr/>
          </p:nvSpPr>
          <p:spPr>
            <a:xfrm flipH="1">
              <a:off x="5744383" y="3916647"/>
              <a:ext cx="638162" cy="215826"/>
            </a:xfrm>
            <a:custGeom>
              <a:avLst/>
              <a:gdLst/>
              <a:ahLst/>
              <a:cxnLst/>
              <a:rect l="l" t="t" r="r" b="b"/>
              <a:pathLst>
                <a:path w="9225" h="3120" extrusionOk="0">
                  <a:moveTo>
                    <a:pt x="9224" y="3034"/>
                  </a:moveTo>
                  <a:lnTo>
                    <a:pt x="7834" y="2199"/>
                  </a:lnTo>
                  <a:lnTo>
                    <a:pt x="6432" y="2199"/>
                  </a:lnTo>
                  <a:cubicBezTo>
                    <a:pt x="6432" y="2199"/>
                    <a:pt x="5678" y="1211"/>
                    <a:pt x="5548" y="1186"/>
                  </a:cubicBezTo>
                  <a:cubicBezTo>
                    <a:pt x="5418" y="1162"/>
                    <a:pt x="4121" y="1057"/>
                    <a:pt x="4121" y="1057"/>
                  </a:cubicBezTo>
                  <a:lnTo>
                    <a:pt x="3132" y="877"/>
                  </a:lnTo>
                  <a:lnTo>
                    <a:pt x="2335" y="80"/>
                  </a:lnTo>
                  <a:lnTo>
                    <a:pt x="1143" y="0"/>
                  </a:lnTo>
                  <a:lnTo>
                    <a:pt x="704" y="235"/>
                  </a:lnTo>
                  <a:lnTo>
                    <a:pt x="0" y="1736"/>
                  </a:lnTo>
                  <a:lnTo>
                    <a:pt x="358" y="1866"/>
                  </a:lnTo>
                  <a:lnTo>
                    <a:pt x="927" y="321"/>
                  </a:lnTo>
                  <a:lnTo>
                    <a:pt x="1285" y="99"/>
                  </a:lnTo>
                  <a:lnTo>
                    <a:pt x="2212" y="185"/>
                  </a:lnTo>
                  <a:lnTo>
                    <a:pt x="3071" y="976"/>
                  </a:lnTo>
                  <a:lnTo>
                    <a:pt x="5425" y="1285"/>
                  </a:lnTo>
                  <a:lnTo>
                    <a:pt x="6376" y="2348"/>
                  </a:lnTo>
                  <a:lnTo>
                    <a:pt x="7871" y="2416"/>
                  </a:lnTo>
                  <a:lnTo>
                    <a:pt x="9082" y="3120"/>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43"/>
            <p:cNvSpPr/>
            <p:nvPr/>
          </p:nvSpPr>
          <p:spPr>
            <a:xfrm flipH="1">
              <a:off x="7801315" y="4117879"/>
              <a:ext cx="810414" cy="160763"/>
            </a:xfrm>
            <a:custGeom>
              <a:avLst/>
              <a:gdLst/>
              <a:ahLst/>
              <a:cxnLst/>
              <a:rect l="l" t="t" r="r" b="b"/>
              <a:pathLst>
                <a:path w="11715" h="2324" extrusionOk="0">
                  <a:moveTo>
                    <a:pt x="5079" y="1360"/>
                  </a:moveTo>
                  <a:cubicBezTo>
                    <a:pt x="4863" y="1434"/>
                    <a:pt x="4610" y="1589"/>
                    <a:pt x="4610" y="1589"/>
                  </a:cubicBezTo>
                  <a:lnTo>
                    <a:pt x="5790" y="1311"/>
                  </a:lnTo>
                  <a:lnTo>
                    <a:pt x="6488" y="1478"/>
                  </a:lnTo>
                  <a:lnTo>
                    <a:pt x="6642" y="1558"/>
                  </a:lnTo>
                  <a:lnTo>
                    <a:pt x="6655" y="1737"/>
                  </a:lnTo>
                  <a:lnTo>
                    <a:pt x="6500" y="1848"/>
                  </a:lnTo>
                  <a:lnTo>
                    <a:pt x="6346" y="2293"/>
                  </a:lnTo>
                  <a:lnTo>
                    <a:pt x="6556" y="2324"/>
                  </a:lnTo>
                  <a:lnTo>
                    <a:pt x="6611" y="1910"/>
                  </a:lnTo>
                  <a:lnTo>
                    <a:pt x="6772" y="1756"/>
                  </a:lnTo>
                  <a:lnTo>
                    <a:pt x="6716" y="1601"/>
                  </a:lnTo>
                  <a:lnTo>
                    <a:pt x="7056" y="1780"/>
                  </a:lnTo>
                  <a:lnTo>
                    <a:pt x="7334" y="1984"/>
                  </a:lnTo>
                  <a:lnTo>
                    <a:pt x="7445" y="2237"/>
                  </a:lnTo>
                  <a:lnTo>
                    <a:pt x="8137" y="2287"/>
                  </a:lnTo>
                  <a:lnTo>
                    <a:pt x="7414" y="1947"/>
                  </a:lnTo>
                  <a:lnTo>
                    <a:pt x="7118" y="1725"/>
                  </a:lnTo>
                  <a:lnTo>
                    <a:pt x="6550" y="1434"/>
                  </a:lnTo>
                  <a:lnTo>
                    <a:pt x="5814" y="1237"/>
                  </a:lnTo>
                  <a:cubicBezTo>
                    <a:pt x="5814" y="1237"/>
                    <a:pt x="5462" y="1255"/>
                    <a:pt x="5227" y="1305"/>
                  </a:cubicBezTo>
                  <a:cubicBezTo>
                    <a:pt x="5184" y="1329"/>
                    <a:pt x="5135" y="1342"/>
                    <a:pt x="5079" y="1360"/>
                  </a:cubicBezTo>
                  <a:close/>
                  <a:moveTo>
                    <a:pt x="10324" y="1583"/>
                  </a:moveTo>
                  <a:lnTo>
                    <a:pt x="9725" y="1743"/>
                  </a:lnTo>
                  <a:lnTo>
                    <a:pt x="10343" y="1663"/>
                  </a:lnTo>
                  <a:lnTo>
                    <a:pt x="11195" y="1990"/>
                  </a:lnTo>
                  <a:lnTo>
                    <a:pt x="11381" y="2287"/>
                  </a:lnTo>
                  <a:lnTo>
                    <a:pt x="11714" y="2188"/>
                  </a:lnTo>
                  <a:lnTo>
                    <a:pt x="11226" y="1947"/>
                  </a:lnTo>
                  <a:lnTo>
                    <a:pt x="10720" y="1743"/>
                  </a:lnTo>
                  <a:lnTo>
                    <a:pt x="10880" y="1391"/>
                  </a:lnTo>
                  <a:lnTo>
                    <a:pt x="10658" y="1706"/>
                  </a:lnTo>
                  <a:close/>
                  <a:moveTo>
                    <a:pt x="1" y="1"/>
                  </a:moveTo>
                  <a:lnTo>
                    <a:pt x="44" y="75"/>
                  </a:lnTo>
                  <a:lnTo>
                    <a:pt x="934" y="186"/>
                  </a:lnTo>
                  <a:lnTo>
                    <a:pt x="1366" y="446"/>
                  </a:lnTo>
                  <a:lnTo>
                    <a:pt x="1496" y="699"/>
                  </a:lnTo>
                  <a:lnTo>
                    <a:pt x="1298" y="959"/>
                  </a:lnTo>
                  <a:lnTo>
                    <a:pt x="1119" y="1453"/>
                  </a:lnTo>
                  <a:lnTo>
                    <a:pt x="1230" y="1842"/>
                  </a:lnTo>
                  <a:lnTo>
                    <a:pt x="1199" y="1471"/>
                  </a:lnTo>
                  <a:lnTo>
                    <a:pt x="1422" y="983"/>
                  </a:lnTo>
                  <a:lnTo>
                    <a:pt x="1601" y="829"/>
                  </a:lnTo>
                  <a:lnTo>
                    <a:pt x="1755" y="1187"/>
                  </a:lnTo>
                  <a:lnTo>
                    <a:pt x="2534" y="1527"/>
                  </a:lnTo>
                  <a:lnTo>
                    <a:pt x="1817" y="1144"/>
                  </a:lnTo>
                  <a:lnTo>
                    <a:pt x="1694" y="854"/>
                  </a:lnTo>
                  <a:lnTo>
                    <a:pt x="1570" y="526"/>
                  </a:lnTo>
                  <a:lnTo>
                    <a:pt x="971" y="118"/>
                  </a:lnTo>
                  <a:close/>
                </a:path>
              </a:pathLst>
            </a:custGeom>
            <a:solidFill>
              <a:srgbClr val="AB475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43"/>
            <p:cNvSpPr/>
            <p:nvPr/>
          </p:nvSpPr>
          <p:spPr>
            <a:xfrm flipH="1">
              <a:off x="7734645" y="4111099"/>
              <a:ext cx="177855" cy="97053"/>
            </a:xfrm>
            <a:custGeom>
              <a:avLst/>
              <a:gdLst/>
              <a:ahLst/>
              <a:cxnLst/>
              <a:rect l="l" t="t" r="r" b="b"/>
              <a:pathLst>
                <a:path w="2571" h="1403" extrusionOk="0">
                  <a:moveTo>
                    <a:pt x="0" y="346"/>
                  </a:moveTo>
                  <a:lnTo>
                    <a:pt x="377" y="661"/>
                  </a:lnTo>
                  <a:lnTo>
                    <a:pt x="741" y="501"/>
                  </a:lnTo>
                  <a:cubicBezTo>
                    <a:pt x="741" y="451"/>
                    <a:pt x="674" y="167"/>
                    <a:pt x="674" y="167"/>
                  </a:cubicBezTo>
                  <a:close/>
                  <a:moveTo>
                    <a:pt x="976" y="0"/>
                  </a:moveTo>
                  <a:lnTo>
                    <a:pt x="927" y="593"/>
                  </a:lnTo>
                  <a:lnTo>
                    <a:pt x="1260" y="1403"/>
                  </a:lnTo>
                  <a:lnTo>
                    <a:pt x="2570" y="247"/>
                  </a:lnTo>
                  <a:lnTo>
                    <a:pt x="1952" y="93"/>
                  </a:lnTo>
                  <a:close/>
                </a:path>
              </a:pathLst>
            </a:custGeom>
            <a:solidFill>
              <a:srgbClr val="AB475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43"/>
            <p:cNvSpPr/>
            <p:nvPr/>
          </p:nvSpPr>
          <p:spPr>
            <a:xfrm flipH="1">
              <a:off x="7533829" y="4235893"/>
              <a:ext cx="102590" cy="39776"/>
            </a:xfrm>
            <a:custGeom>
              <a:avLst/>
              <a:gdLst/>
              <a:ahLst/>
              <a:cxnLst/>
              <a:rect l="l" t="t" r="r" b="b"/>
              <a:pathLst>
                <a:path w="1483" h="575" extrusionOk="0">
                  <a:moveTo>
                    <a:pt x="1483" y="488"/>
                  </a:moveTo>
                  <a:lnTo>
                    <a:pt x="711" y="0"/>
                  </a:lnTo>
                  <a:cubicBezTo>
                    <a:pt x="711" y="0"/>
                    <a:pt x="488" y="25"/>
                    <a:pt x="358" y="179"/>
                  </a:cubicBezTo>
                  <a:cubicBezTo>
                    <a:pt x="229" y="334"/>
                    <a:pt x="0" y="575"/>
                    <a:pt x="0" y="575"/>
                  </a:cubicBezTo>
                  <a:close/>
                </a:path>
              </a:pathLst>
            </a:custGeom>
            <a:solidFill>
              <a:srgbClr val="AB475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43"/>
            <p:cNvSpPr/>
            <p:nvPr/>
          </p:nvSpPr>
          <p:spPr>
            <a:xfrm flipH="1">
              <a:off x="6209810" y="4037566"/>
              <a:ext cx="141537" cy="42404"/>
            </a:xfrm>
            <a:custGeom>
              <a:avLst/>
              <a:gdLst/>
              <a:ahLst/>
              <a:cxnLst/>
              <a:rect l="l" t="t" r="r" b="b"/>
              <a:pathLst>
                <a:path w="2046" h="613" extrusionOk="0">
                  <a:moveTo>
                    <a:pt x="2045" y="464"/>
                  </a:moveTo>
                  <a:cubicBezTo>
                    <a:pt x="2002" y="451"/>
                    <a:pt x="797" y="149"/>
                    <a:pt x="797" y="149"/>
                  </a:cubicBezTo>
                  <a:lnTo>
                    <a:pt x="828" y="482"/>
                  </a:lnTo>
                  <a:lnTo>
                    <a:pt x="1489" y="612"/>
                  </a:lnTo>
                  <a:close/>
                  <a:moveTo>
                    <a:pt x="0" y="0"/>
                  </a:moveTo>
                  <a:lnTo>
                    <a:pt x="0" y="278"/>
                  </a:lnTo>
                  <a:lnTo>
                    <a:pt x="482" y="384"/>
                  </a:lnTo>
                  <a:lnTo>
                    <a:pt x="513" y="198"/>
                  </a:lnTo>
                  <a:close/>
                </a:path>
              </a:pathLst>
            </a:custGeom>
            <a:solidFill>
              <a:srgbClr val="AB475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43"/>
            <p:cNvSpPr/>
            <p:nvPr/>
          </p:nvSpPr>
          <p:spPr>
            <a:xfrm flipH="1">
              <a:off x="5285808" y="3443069"/>
              <a:ext cx="641137" cy="832175"/>
            </a:xfrm>
            <a:custGeom>
              <a:avLst/>
              <a:gdLst/>
              <a:ahLst/>
              <a:cxnLst/>
              <a:rect l="l" t="t" r="r" b="b"/>
              <a:pathLst>
                <a:path w="9268" h="12030" extrusionOk="0">
                  <a:moveTo>
                    <a:pt x="310" y="8965"/>
                  </a:moveTo>
                  <a:cubicBezTo>
                    <a:pt x="124" y="8594"/>
                    <a:pt x="1" y="8224"/>
                    <a:pt x="1" y="7853"/>
                  </a:cubicBezTo>
                  <a:cubicBezTo>
                    <a:pt x="1" y="7482"/>
                    <a:pt x="31" y="7235"/>
                    <a:pt x="124" y="6957"/>
                  </a:cubicBezTo>
                  <a:cubicBezTo>
                    <a:pt x="217" y="6679"/>
                    <a:pt x="588" y="6092"/>
                    <a:pt x="588" y="6092"/>
                  </a:cubicBezTo>
                  <a:lnTo>
                    <a:pt x="804" y="5197"/>
                  </a:lnTo>
                  <a:cubicBezTo>
                    <a:pt x="804" y="5197"/>
                    <a:pt x="1020" y="5783"/>
                    <a:pt x="989" y="6061"/>
                  </a:cubicBezTo>
                  <a:cubicBezTo>
                    <a:pt x="958" y="6339"/>
                    <a:pt x="711" y="6988"/>
                    <a:pt x="1051" y="7266"/>
                  </a:cubicBezTo>
                  <a:cubicBezTo>
                    <a:pt x="1391" y="7544"/>
                    <a:pt x="1792" y="7822"/>
                    <a:pt x="2008" y="7482"/>
                  </a:cubicBezTo>
                  <a:cubicBezTo>
                    <a:pt x="2225" y="7143"/>
                    <a:pt x="2379" y="6278"/>
                    <a:pt x="2163" y="5870"/>
                  </a:cubicBezTo>
                  <a:cubicBezTo>
                    <a:pt x="1947" y="5468"/>
                    <a:pt x="1638" y="5190"/>
                    <a:pt x="1700" y="4789"/>
                  </a:cubicBezTo>
                  <a:cubicBezTo>
                    <a:pt x="1761" y="4387"/>
                    <a:pt x="2163" y="3615"/>
                    <a:pt x="2163" y="3615"/>
                  </a:cubicBezTo>
                  <a:lnTo>
                    <a:pt x="2132" y="2287"/>
                  </a:lnTo>
                  <a:cubicBezTo>
                    <a:pt x="2132" y="2287"/>
                    <a:pt x="2441" y="3182"/>
                    <a:pt x="2503" y="3460"/>
                  </a:cubicBezTo>
                  <a:cubicBezTo>
                    <a:pt x="2565" y="3738"/>
                    <a:pt x="2503" y="4511"/>
                    <a:pt x="2503" y="4511"/>
                  </a:cubicBezTo>
                  <a:lnTo>
                    <a:pt x="2843" y="5283"/>
                  </a:lnTo>
                  <a:cubicBezTo>
                    <a:pt x="2843" y="5283"/>
                    <a:pt x="3522" y="6086"/>
                    <a:pt x="3738" y="5530"/>
                  </a:cubicBezTo>
                  <a:cubicBezTo>
                    <a:pt x="3955" y="4974"/>
                    <a:pt x="3862" y="4171"/>
                    <a:pt x="3862" y="4171"/>
                  </a:cubicBezTo>
                  <a:lnTo>
                    <a:pt x="3862" y="3121"/>
                  </a:lnTo>
                  <a:cubicBezTo>
                    <a:pt x="3862" y="3121"/>
                    <a:pt x="4233" y="2534"/>
                    <a:pt x="4356" y="2163"/>
                  </a:cubicBezTo>
                  <a:cubicBezTo>
                    <a:pt x="4480" y="1792"/>
                    <a:pt x="4511" y="1051"/>
                    <a:pt x="4511" y="1051"/>
                  </a:cubicBezTo>
                  <a:lnTo>
                    <a:pt x="4171" y="1"/>
                  </a:lnTo>
                  <a:cubicBezTo>
                    <a:pt x="4171" y="1"/>
                    <a:pt x="4850" y="557"/>
                    <a:pt x="4974" y="1082"/>
                  </a:cubicBezTo>
                  <a:cubicBezTo>
                    <a:pt x="5098" y="1607"/>
                    <a:pt x="5277" y="1990"/>
                    <a:pt x="5122" y="2540"/>
                  </a:cubicBezTo>
                  <a:cubicBezTo>
                    <a:pt x="4974" y="3090"/>
                    <a:pt x="5067" y="3899"/>
                    <a:pt x="5067" y="3899"/>
                  </a:cubicBezTo>
                  <a:cubicBezTo>
                    <a:pt x="5067" y="3899"/>
                    <a:pt x="5499" y="4733"/>
                    <a:pt x="5623" y="5512"/>
                  </a:cubicBezTo>
                  <a:cubicBezTo>
                    <a:pt x="5746" y="6284"/>
                    <a:pt x="5592" y="6809"/>
                    <a:pt x="5962" y="6933"/>
                  </a:cubicBezTo>
                  <a:cubicBezTo>
                    <a:pt x="6333" y="7056"/>
                    <a:pt x="6611" y="7211"/>
                    <a:pt x="6797" y="6840"/>
                  </a:cubicBezTo>
                  <a:cubicBezTo>
                    <a:pt x="6982" y="6469"/>
                    <a:pt x="7105" y="6006"/>
                    <a:pt x="6951" y="5697"/>
                  </a:cubicBezTo>
                  <a:cubicBezTo>
                    <a:pt x="6797" y="5388"/>
                    <a:pt x="6457" y="5203"/>
                    <a:pt x="6580" y="4554"/>
                  </a:cubicBezTo>
                  <a:cubicBezTo>
                    <a:pt x="6704" y="3905"/>
                    <a:pt x="7044" y="3065"/>
                    <a:pt x="7044" y="3065"/>
                  </a:cubicBezTo>
                  <a:cubicBezTo>
                    <a:pt x="7044" y="3065"/>
                    <a:pt x="6766" y="4301"/>
                    <a:pt x="7044" y="4678"/>
                  </a:cubicBezTo>
                  <a:cubicBezTo>
                    <a:pt x="7322" y="5048"/>
                    <a:pt x="7816" y="5481"/>
                    <a:pt x="7847" y="5790"/>
                  </a:cubicBezTo>
                  <a:cubicBezTo>
                    <a:pt x="7878" y="6099"/>
                    <a:pt x="7816" y="6352"/>
                    <a:pt x="7569" y="6871"/>
                  </a:cubicBezTo>
                  <a:cubicBezTo>
                    <a:pt x="7322" y="7396"/>
                    <a:pt x="6951" y="7674"/>
                    <a:pt x="7322" y="8230"/>
                  </a:cubicBezTo>
                  <a:cubicBezTo>
                    <a:pt x="7692" y="8792"/>
                    <a:pt x="7909" y="8483"/>
                    <a:pt x="8248" y="8755"/>
                  </a:cubicBezTo>
                  <a:cubicBezTo>
                    <a:pt x="8588" y="9039"/>
                    <a:pt x="8897" y="8755"/>
                    <a:pt x="9021" y="9348"/>
                  </a:cubicBezTo>
                  <a:cubicBezTo>
                    <a:pt x="9144" y="9935"/>
                    <a:pt x="9268" y="10331"/>
                    <a:pt x="9268" y="10738"/>
                  </a:cubicBezTo>
                  <a:cubicBezTo>
                    <a:pt x="9268" y="11140"/>
                    <a:pt x="8681" y="11721"/>
                    <a:pt x="8681" y="11721"/>
                  </a:cubicBezTo>
                  <a:cubicBezTo>
                    <a:pt x="8681" y="11721"/>
                    <a:pt x="6080" y="11875"/>
                    <a:pt x="5122" y="11937"/>
                  </a:cubicBezTo>
                  <a:cubicBezTo>
                    <a:pt x="4165" y="11999"/>
                    <a:pt x="2212" y="12029"/>
                    <a:pt x="1595" y="11566"/>
                  </a:cubicBezTo>
                  <a:cubicBezTo>
                    <a:pt x="977" y="11103"/>
                    <a:pt x="310" y="8965"/>
                    <a:pt x="310" y="8965"/>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43"/>
            <p:cNvSpPr/>
            <p:nvPr/>
          </p:nvSpPr>
          <p:spPr>
            <a:xfrm flipH="1">
              <a:off x="5802912" y="3467419"/>
              <a:ext cx="64197" cy="237270"/>
            </a:xfrm>
            <a:custGeom>
              <a:avLst/>
              <a:gdLst/>
              <a:ahLst/>
              <a:cxnLst/>
              <a:rect l="l" t="t" r="r" b="b"/>
              <a:pathLst>
                <a:path w="928" h="3430" extrusionOk="0">
                  <a:moveTo>
                    <a:pt x="433" y="1"/>
                  </a:moveTo>
                  <a:cubicBezTo>
                    <a:pt x="433" y="1"/>
                    <a:pt x="1" y="563"/>
                    <a:pt x="93" y="928"/>
                  </a:cubicBezTo>
                  <a:cubicBezTo>
                    <a:pt x="186" y="1298"/>
                    <a:pt x="309" y="1545"/>
                    <a:pt x="402" y="1762"/>
                  </a:cubicBezTo>
                  <a:cubicBezTo>
                    <a:pt x="495" y="1978"/>
                    <a:pt x="464" y="2472"/>
                    <a:pt x="464" y="2472"/>
                  </a:cubicBezTo>
                  <a:lnTo>
                    <a:pt x="371" y="3430"/>
                  </a:lnTo>
                  <a:cubicBezTo>
                    <a:pt x="371" y="3430"/>
                    <a:pt x="927" y="2318"/>
                    <a:pt x="896" y="1941"/>
                  </a:cubicBezTo>
                  <a:cubicBezTo>
                    <a:pt x="865" y="1570"/>
                    <a:pt x="495" y="1292"/>
                    <a:pt x="452" y="829"/>
                  </a:cubicBezTo>
                  <a:cubicBezTo>
                    <a:pt x="402" y="378"/>
                    <a:pt x="433" y="1"/>
                    <a:pt x="43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43"/>
            <p:cNvSpPr/>
            <p:nvPr/>
          </p:nvSpPr>
          <p:spPr>
            <a:xfrm flipH="1">
              <a:off x="5488369" y="3311013"/>
              <a:ext cx="83013" cy="363791"/>
            </a:xfrm>
            <a:custGeom>
              <a:avLst/>
              <a:gdLst/>
              <a:ahLst/>
              <a:cxnLst/>
              <a:rect l="l" t="t" r="r" b="b"/>
              <a:pathLst>
                <a:path w="1200" h="5259" extrusionOk="0">
                  <a:moveTo>
                    <a:pt x="396" y="1"/>
                  </a:moveTo>
                  <a:cubicBezTo>
                    <a:pt x="279" y="155"/>
                    <a:pt x="1" y="1082"/>
                    <a:pt x="180" y="1391"/>
                  </a:cubicBezTo>
                  <a:cubicBezTo>
                    <a:pt x="365" y="1700"/>
                    <a:pt x="551" y="1792"/>
                    <a:pt x="582" y="2318"/>
                  </a:cubicBezTo>
                  <a:cubicBezTo>
                    <a:pt x="612" y="2843"/>
                    <a:pt x="582" y="3306"/>
                    <a:pt x="520" y="3806"/>
                  </a:cubicBezTo>
                  <a:cubicBezTo>
                    <a:pt x="458" y="4301"/>
                    <a:pt x="798" y="5258"/>
                    <a:pt x="798" y="5258"/>
                  </a:cubicBezTo>
                  <a:cubicBezTo>
                    <a:pt x="798" y="5258"/>
                    <a:pt x="921" y="4319"/>
                    <a:pt x="1045" y="4115"/>
                  </a:cubicBezTo>
                  <a:cubicBezTo>
                    <a:pt x="1168" y="3918"/>
                    <a:pt x="1199" y="2824"/>
                    <a:pt x="1199" y="2824"/>
                  </a:cubicBezTo>
                  <a:lnTo>
                    <a:pt x="921" y="3318"/>
                  </a:lnTo>
                  <a:cubicBezTo>
                    <a:pt x="921" y="3318"/>
                    <a:pt x="1014" y="2330"/>
                    <a:pt x="829" y="1867"/>
                  </a:cubicBezTo>
                  <a:cubicBezTo>
                    <a:pt x="656" y="1403"/>
                    <a:pt x="396" y="1"/>
                    <a:pt x="39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43"/>
            <p:cNvSpPr/>
            <p:nvPr/>
          </p:nvSpPr>
          <p:spPr>
            <a:xfrm flipH="1">
              <a:off x="5487511" y="3934148"/>
              <a:ext cx="1220222" cy="338957"/>
            </a:xfrm>
            <a:custGeom>
              <a:avLst/>
              <a:gdLst/>
              <a:ahLst/>
              <a:cxnLst/>
              <a:rect l="l" t="t" r="r" b="b"/>
              <a:pathLst>
                <a:path w="17639" h="4900" extrusionOk="0">
                  <a:moveTo>
                    <a:pt x="17639" y="4832"/>
                  </a:moveTo>
                  <a:lnTo>
                    <a:pt x="16687" y="4140"/>
                  </a:lnTo>
                  <a:lnTo>
                    <a:pt x="16125" y="2299"/>
                  </a:lnTo>
                  <a:lnTo>
                    <a:pt x="12950" y="1020"/>
                  </a:lnTo>
                  <a:cubicBezTo>
                    <a:pt x="12950" y="1020"/>
                    <a:pt x="11349" y="7"/>
                    <a:pt x="11102" y="0"/>
                  </a:cubicBezTo>
                  <a:cubicBezTo>
                    <a:pt x="10855" y="0"/>
                    <a:pt x="9144" y="593"/>
                    <a:pt x="8928" y="834"/>
                  </a:cubicBezTo>
                  <a:cubicBezTo>
                    <a:pt x="8699" y="1082"/>
                    <a:pt x="7457" y="1551"/>
                    <a:pt x="7457" y="1551"/>
                  </a:cubicBezTo>
                  <a:lnTo>
                    <a:pt x="5727" y="1125"/>
                  </a:lnTo>
                  <a:lnTo>
                    <a:pt x="5035" y="1798"/>
                  </a:lnTo>
                  <a:lnTo>
                    <a:pt x="5171" y="2638"/>
                  </a:lnTo>
                  <a:lnTo>
                    <a:pt x="4838" y="2169"/>
                  </a:lnTo>
                  <a:lnTo>
                    <a:pt x="3843" y="2614"/>
                  </a:lnTo>
                  <a:lnTo>
                    <a:pt x="2292" y="2657"/>
                  </a:lnTo>
                  <a:lnTo>
                    <a:pt x="1205" y="3133"/>
                  </a:lnTo>
                  <a:cubicBezTo>
                    <a:pt x="1205" y="3133"/>
                    <a:pt x="760" y="3837"/>
                    <a:pt x="723" y="3930"/>
                  </a:cubicBezTo>
                  <a:cubicBezTo>
                    <a:pt x="692" y="4022"/>
                    <a:pt x="377" y="4424"/>
                    <a:pt x="346" y="4510"/>
                  </a:cubicBezTo>
                  <a:cubicBezTo>
                    <a:pt x="315" y="4603"/>
                    <a:pt x="0" y="4900"/>
                    <a:pt x="186" y="4881"/>
                  </a:cubicBezTo>
                  <a:cubicBezTo>
                    <a:pt x="377" y="4856"/>
                    <a:pt x="17639" y="4832"/>
                    <a:pt x="17639" y="4832"/>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43"/>
            <p:cNvSpPr/>
            <p:nvPr/>
          </p:nvSpPr>
          <p:spPr>
            <a:xfrm flipH="1">
              <a:off x="5910613" y="3961887"/>
              <a:ext cx="281276" cy="169755"/>
            </a:xfrm>
            <a:custGeom>
              <a:avLst/>
              <a:gdLst/>
              <a:ahLst/>
              <a:cxnLst/>
              <a:rect l="l" t="t" r="r" b="b"/>
              <a:pathLst>
                <a:path w="4066" h="2454" extrusionOk="0">
                  <a:moveTo>
                    <a:pt x="2898" y="57"/>
                  </a:moveTo>
                  <a:lnTo>
                    <a:pt x="1483" y="1212"/>
                  </a:lnTo>
                  <a:lnTo>
                    <a:pt x="1903" y="2454"/>
                  </a:lnTo>
                  <a:lnTo>
                    <a:pt x="2688" y="1663"/>
                  </a:lnTo>
                  <a:lnTo>
                    <a:pt x="4065" y="687"/>
                  </a:lnTo>
                  <a:cubicBezTo>
                    <a:pt x="4065" y="687"/>
                    <a:pt x="3577" y="32"/>
                    <a:pt x="3485" y="1"/>
                  </a:cubicBezTo>
                  <a:close/>
                  <a:moveTo>
                    <a:pt x="0" y="1156"/>
                  </a:moveTo>
                  <a:lnTo>
                    <a:pt x="1137" y="1885"/>
                  </a:lnTo>
                  <a:cubicBezTo>
                    <a:pt x="1137" y="1885"/>
                    <a:pt x="995" y="1243"/>
                    <a:pt x="884" y="779"/>
                  </a:cubicBezTo>
                  <a:cubicBezTo>
                    <a:pt x="476" y="971"/>
                    <a:pt x="0" y="1156"/>
                    <a:pt x="0" y="1156"/>
                  </a:cubicBez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43"/>
            <p:cNvSpPr/>
            <p:nvPr/>
          </p:nvSpPr>
          <p:spPr>
            <a:xfrm flipH="1">
              <a:off x="5487935" y="4093114"/>
              <a:ext cx="868524" cy="177434"/>
            </a:xfrm>
            <a:custGeom>
              <a:avLst/>
              <a:gdLst/>
              <a:ahLst/>
              <a:cxnLst/>
              <a:rect l="l" t="t" r="r" b="b"/>
              <a:pathLst>
                <a:path w="12555" h="2565" extrusionOk="0">
                  <a:moveTo>
                    <a:pt x="1" y="2565"/>
                  </a:moveTo>
                  <a:cubicBezTo>
                    <a:pt x="2447" y="2558"/>
                    <a:pt x="5406" y="2552"/>
                    <a:pt x="7834" y="2552"/>
                  </a:cubicBezTo>
                  <a:cubicBezTo>
                    <a:pt x="7921" y="2256"/>
                    <a:pt x="8082" y="1700"/>
                    <a:pt x="8082" y="1700"/>
                  </a:cubicBezTo>
                  <a:cubicBezTo>
                    <a:pt x="8082" y="1700"/>
                    <a:pt x="6970" y="1502"/>
                    <a:pt x="6506" y="1557"/>
                  </a:cubicBezTo>
                  <a:cubicBezTo>
                    <a:pt x="6043" y="1607"/>
                    <a:pt x="575" y="2336"/>
                    <a:pt x="297" y="2336"/>
                  </a:cubicBezTo>
                  <a:cubicBezTo>
                    <a:pt x="186" y="2330"/>
                    <a:pt x="87" y="2429"/>
                    <a:pt x="1" y="2565"/>
                  </a:cubicBezTo>
                  <a:close/>
                  <a:moveTo>
                    <a:pt x="8755" y="2546"/>
                  </a:moveTo>
                  <a:cubicBezTo>
                    <a:pt x="10967" y="2534"/>
                    <a:pt x="12555" y="2534"/>
                    <a:pt x="12555" y="2534"/>
                  </a:cubicBezTo>
                  <a:lnTo>
                    <a:pt x="11603" y="1842"/>
                  </a:lnTo>
                  <a:lnTo>
                    <a:pt x="11035" y="1"/>
                  </a:lnTo>
                  <a:lnTo>
                    <a:pt x="9719" y="1224"/>
                  </a:lnTo>
                  <a:cubicBezTo>
                    <a:pt x="9719" y="1224"/>
                    <a:pt x="9052" y="2114"/>
                    <a:pt x="8959" y="2114"/>
                  </a:cubicBezTo>
                  <a:cubicBezTo>
                    <a:pt x="8928" y="2114"/>
                    <a:pt x="8848" y="2305"/>
                    <a:pt x="8755" y="2546"/>
                  </a:cubicBez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43"/>
            <p:cNvSpPr/>
            <p:nvPr/>
          </p:nvSpPr>
          <p:spPr>
            <a:xfrm flipH="1">
              <a:off x="6708971" y="4188023"/>
              <a:ext cx="310745" cy="91103"/>
            </a:xfrm>
            <a:custGeom>
              <a:avLst/>
              <a:gdLst/>
              <a:ahLst/>
              <a:cxnLst/>
              <a:rect l="l" t="t" r="r" b="b"/>
              <a:pathLst>
                <a:path w="4492" h="1317" extrusionOk="0">
                  <a:moveTo>
                    <a:pt x="4492" y="1032"/>
                  </a:moveTo>
                  <a:lnTo>
                    <a:pt x="3299" y="173"/>
                  </a:lnTo>
                  <a:lnTo>
                    <a:pt x="1971" y="0"/>
                  </a:lnTo>
                  <a:lnTo>
                    <a:pt x="562" y="661"/>
                  </a:lnTo>
                  <a:lnTo>
                    <a:pt x="0" y="1087"/>
                  </a:lnTo>
                  <a:lnTo>
                    <a:pt x="3281" y="1316"/>
                  </a:lnTo>
                  <a:close/>
                </a:path>
              </a:pathLst>
            </a:custGeom>
            <a:solidFill>
              <a:srgbClr val="AB475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43"/>
            <p:cNvSpPr/>
            <p:nvPr/>
          </p:nvSpPr>
          <p:spPr>
            <a:xfrm flipH="1">
              <a:off x="6778218" y="4214102"/>
              <a:ext cx="215004" cy="65025"/>
            </a:xfrm>
            <a:custGeom>
              <a:avLst/>
              <a:gdLst/>
              <a:ahLst/>
              <a:cxnLst/>
              <a:rect l="l" t="t" r="r" b="b"/>
              <a:pathLst>
                <a:path w="3108" h="940" extrusionOk="0">
                  <a:moveTo>
                    <a:pt x="2898" y="939"/>
                  </a:moveTo>
                  <a:lnTo>
                    <a:pt x="0" y="741"/>
                  </a:lnTo>
                  <a:lnTo>
                    <a:pt x="674" y="105"/>
                  </a:lnTo>
                  <a:lnTo>
                    <a:pt x="1699" y="0"/>
                  </a:lnTo>
                  <a:lnTo>
                    <a:pt x="2410" y="192"/>
                  </a:lnTo>
                  <a:lnTo>
                    <a:pt x="3108" y="896"/>
                  </a:lnTo>
                  <a:close/>
                </a:path>
              </a:pathLst>
            </a:custGeom>
            <a:solidFill>
              <a:srgbClr val="AB475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43"/>
            <p:cNvSpPr/>
            <p:nvPr/>
          </p:nvSpPr>
          <p:spPr>
            <a:xfrm flipH="1">
              <a:off x="7838035" y="3822152"/>
              <a:ext cx="1327585" cy="414220"/>
            </a:xfrm>
            <a:custGeom>
              <a:avLst/>
              <a:gdLst/>
              <a:ahLst/>
              <a:cxnLst/>
              <a:rect l="l" t="t" r="r" b="b"/>
              <a:pathLst>
                <a:path w="19191" h="5988" extrusionOk="0">
                  <a:moveTo>
                    <a:pt x="17979" y="3473"/>
                  </a:moveTo>
                  <a:cubicBezTo>
                    <a:pt x="17948" y="3325"/>
                    <a:pt x="17800" y="3232"/>
                    <a:pt x="17652" y="3263"/>
                  </a:cubicBezTo>
                  <a:lnTo>
                    <a:pt x="17442" y="2311"/>
                  </a:lnTo>
                  <a:lnTo>
                    <a:pt x="19190" y="1941"/>
                  </a:lnTo>
                  <a:lnTo>
                    <a:pt x="18955" y="1292"/>
                  </a:lnTo>
                  <a:lnTo>
                    <a:pt x="17293" y="1663"/>
                  </a:lnTo>
                  <a:lnTo>
                    <a:pt x="17102" y="779"/>
                  </a:lnTo>
                  <a:cubicBezTo>
                    <a:pt x="17250" y="748"/>
                    <a:pt x="17343" y="600"/>
                    <a:pt x="17312" y="452"/>
                  </a:cubicBezTo>
                  <a:lnTo>
                    <a:pt x="17306" y="408"/>
                  </a:lnTo>
                  <a:cubicBezTo>
                    <a:pt x="17275" y="260"/>
                    <a:pt x="17127" y="168"/>
                    <a:pt x="16978" y="198"/>
                  </a:cubicBezTo>
                  <a:lnTo>
                    <a:pt x="16935" y="1"/>
                  </a:lnTo>
                  <a:lnTo>
                    <a:pt x="16639" y="62"/>
                  </a:lnTo>
                  <a:lnTo>
                    <a:pt x="17003" y="1743"/>
                  </a:lnTo>
                  <a:lnTo>
                    <a:pt x="15940" y="1978"/>
                  </a:lnTo>
                  <a:lnTo>
                    <a:pt x="15737" y="1070"/>
                  </a:lnTo>
                  <a:cubicBezTo>
                    <a:pt x="15885" y="1039"/>
                    <a:pt x="15977" y="890"/>
                    <a:pt x="15947" y="742"/>
                  </a:cubicBezTo>
                  <a:lnTo>
                    <a:pt x="15940" y="699"/>
                  </a:lnTo>
                  <a:cubicBezTo>
                    <a:pt x="15910" y="551"/>
                    <a:pt x="15761" y="458"/>
                    <a:pt x="15613" y="489"/>
                  </a:cubicBezTo>
                  <a:lnTo>
                    <a:pt x="15570" y="297"/>
                  </a:lnTo>
                  <a:lnTo>
                    <a:pt x="15273" y="359"/>
                  </a:lnTo>
                  <a:lnTo>
                    <a:pt x="15644" y="2052"/>
                  </a:lnTo>
                  <a:lnTo>
                    <a:pt x="1" y="5542"/>
                  </a:lnTo>
                  <a:lnTo>
                    <a:pt x="199" y="5987"/>
                  </a:lnTo>
                  <a:lnTo>
                    <a:pt x="15774" y="2682"/>
                  </a:lnTo>
                  <a:lnTo>
                    <a:pt x="16138" y="4338"/>
                  </a:lnTo>
                  <a:lnTo>
                    <a:pt x="16435" y="4276"/>
                  </a:lnTo>
                  <a:lnTo>
                    <a:pt x="16410" y="4152"/>
                  </a:lnTo>
                  <a:cubicBezTo>
                    <a:pt x="16558" y="4121"/>
                    <a:pt x="16651" y="3973"/>
                    <a:pt x="16620" y="3825"/>
                  </a:cubicBezTo>
                  <a:lnTo>
                    <a:pt x="16608" y="3782"/>
                  </a:lnTo>
                  <a:cubicBezTo>
                    <a:pt x="16577" y="3633"/>
                    <a:pt x="16435" y="3541"/>
                    <a:pt x="16286" y="3572"/>
                  </a:cubicBezTo>
                  <a:lnTo>
                    <a:pt x="16076" y="2626"/>
                  </a:lnTo>
                  <a:lnTo>
                    <a:pt x="17151" y="2404"/>
                  </a:lnTo>
                  <a:lnTo>
                    <a:pt x="17516" y="4066"/>
                  </a:lnTo>
                  <a:lnTo>
                    <a:pt x="17806" y="4004"/>
                  </a:lnTo>
                  <a:lnTo>
                    <a:pt x="17781" y="3881"/>
                  </a:lnTo>
                  <a:cubicBezTo>
                    <a:pt x="17930" y="3850"/>
                    <a:pt x="18022" y="3701"/>
                    <a:pt x="17992" y="3553"/>
                  </a:cubicBezTo>
                  <a:close/>
                </a:path>
              </a:pathLst>
            </a:custGeom>
            <a:solidFill>
              <a:srgbClr val="7A2B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43"/>
            <p:cNvSpPr/>
            <p:nvPr/>
          </p:nvSpPr>
          <p:spPr>
            <a:xfrm flipH="1">
              <a:off x="7046600" y="3877701"/>
              <a:ext cx="1082213" cy="603137"/>
            </a:xfrm>
            <a:custGeom>
              <a:avLst/>
              <a:gdLst/>
              <a:ahLst/>
              <a:cxnLst/>
              <a:rect l="l" t="t" r="r" b="b"/>
              <a:pathLst>
                <a:path w="15644" h="8719" extrusionOk="0">
                  <a:moveTo>
                    <a:pt x="4023" y="3949"/>
                  </a:moveTo>
                  <a:cubicBezTo>
                    <a:pt x="4789" y="4258"/>
                    <a:pt x="5629" y="4307"/>
                    <a:pt x="6377" y="4671"/>
                  </a:cubicBezTo>
                  <a:cubicBezTo>
                    <a:pt x="6760" y="4857"/>
                    <a:pt x="7087" y="5110"/>
                    <a:pt x="7446" y="5339"/>
                  </a:cubicBezTo>
                  <a:cubicBezTo>
                    <a:pt x="7767" y="5549"/>
                    <a:pt x="8107" y="5722"/>
                    <a:pt x="8477" y="5827"/>
                  </a:cubicBezTo>
                  <a:cubicBezTo>
                    <a:pt x="9268" y="6049"/>
                    <a:pt x="10102" y="6012"/>
                    <a:pt x="10905" y="5919"/>
                  </a:cubicBezTo>
                  <a:cubicBezTo>
                    <a:pt x="11949" y="5796"/>
                    <a:pt x="12987" y="5586"/>
                    <a:pt x="14038" y="5734"/>
                  </a:cubicBezTo>
                  <a:cubicBezTo>
                    <a:pt x="14062" y="5734"/>
                    <a:pt x="14081" y="5697"/>
                    <a:pt x="14050" y="5697"/>
                  </a:cubicBezTo>
                  <a:cubicBezTo>
                    <a:pt x="12332" y="5450"/>
                    <a:pt x="10640" y="6160"/>
                    <a:pt x="8935" y="5882"/>
                  </a:cubicBezTo>
                  <a:cubicBezTo>
                    <a:pt x="8533" y="5814"/>
                    <a:pt x="8138" y="5691"/>
                    <a:pt x="7779" y="5487"/>
                  </a:cubicBezTo>
                  <a:cubicBezTo>
                    <a:pt x="7421" y="5295"/>
                    <a:pt x="7106" y="5042"/>
                    <a:pt x="6766" y="4832"/>
                  </a:cubicBezTo>
                  <a:cubicBezTo>
                    <a:pt x="6093" y="4412"/>
                    <a:pt x="5327" y="4288"/>
                    <a:pt x="4579" y="4085"/>
                  </a:cubicBezTo>
                  <a:cubicBezTo>
                    <a:pt x="3807" y="3875"/>
                    <a:pt x="2973" y="3485"/>
                    <a:pt x="2664" y="2682"/>
                  </a:cubicBezTo>
                  <a:cubicBezTo>
                    <a:pt x="2664" y="2676"/>
                    <a:pt x="2651" y="2676"/>
                    <a:pt x="2658" y="2682"/>
                  </a:cubicBezTo>
                  <a:cubicBezTo>
                    <a:pt x="2868" y="3318"/>
                    <a:pt x="3436" y="3720"/>
                    <a:pt x="4023" y="3949"/>
                  </a:cubicBezTo>
                  <a:close/>
                  <a:moveTo>
                    <a:pt x="15613" y="6840"/>
                  </a:moveTo>
                  <a:cubicBezTo>
                    <a:pt x="14532" y="7124"/>
                    <a:pt x="13426" y="6784"/>
                    <a:pt x="12339" y="6723"/>
                  </a:cubicBezTo>
                  <a:cubicBezTo>
                    <a:pt x="11239" y="6661"/>
                    <a:pt x="10195" y="7062"/>
                    <a:pt x="9095" y="7124"/>
                  </a:cubicBezTo>
                  <a:cubicBezTo>
                    <a:pt x="8551" y="7155"/>
                    <a:pt x="7995" y="7087"/>
                    <a:pt x="7507" y="6834"/>
                  </a:cubicBezTo>
                  <a:cubicBezTo>
                    <a:pt x="7075" y="6599"/>
                    <a:pt x="6729" y="6259"/>
                    <a:pt x="6389" y="5919"/>
                  </a:cubicBezTo>
                  <a:cubicBezTo>
                    <a:pt x="5691" y="5240"/>
                    <a:pt x="4919" y="4678"/>
                    <a:pt x="4017" y="4307"/>
                  </a:cubicBezTo>
                  <a:cubicBezTo>
                    <a:pt x="3547" y="4115"/>
                    <a:pt x="3053" y="4004"/>
                    <a:pt x="2571" y="3856"/>
                  </a:cubicBezTo>
                  <a:cubicBezTo>
                    <a:pt x="2077" y="3702"/>
                    <a:pt x="1589" y="3498"/>
                    <a:pt x="1274" y="3078"/>
                  </a:cubicBezTo>
                  <a:cubicBezTo>
                    <a:pt x="1261" y="3053"/>
                    <a:pt x="1218" y="3078"/>
                    <a:pt x="1237" y="3102"/>
                  </a:cubicBezTo>
                  <a:lnTo>
                    <a:pt x="1237" y="3102"/>
                  </a:lnTo>
                  <a:cubicBezTo>
                    <a:pt x="1230" y="3102"/>
                    <a:pt x="1218" y="3108"/>
                    <a:pt x="1218" y="3115"/>
                  </a:cubicBezTo>
                  <a:cubicBezTo>
                    <a:pt x="1187" y="3887"/>
                    <a:pt x="1181" y="4801"/>
                    <a:pt x="1799" y="5363"/>
                  </a:cubicBezTo>
                  <a:cubicBezTo>
                    <a:pt x="2342" y="5852"/>
                    <a:pt x="3115" y="5907"/>
                    <a:pt x="3794" y="6049"/>
                  </a:cubicBezTo>
                  <a:cubicBezTo>
                    <a:pt x="4171" y="6130"/>
                    <a:pt x="4548" y="6235"/>
                    <a:pt x="4876" y="6451"/>
                  </a:cubicBezTo>
                  <a:cubicBezTo>
                    <a:pt x="5234" y="6692"/>
                    <a:pt x="5493" y="7062"/>
                    <a:pt x="5784" y="7377"/>
                  </a:cubicBezTo>
                  <a:cubicBezTo>
                    <a:pt x="6068" y="7686"/>
                    <a:pt x="6395" y="7903"/>
                    <a:pt x="6803" y="7995"/>
                  </a:cubicBezTo>
                  <a:cubicBezTo>
                    <a:pt x="7260" y="8107"/>
                    <a:pt x="7736" y="8088"/>
                    <a:pt x="8212" y="8113"/>
                  </a:cubicBezTo>
                  <a:cubicBezTo>
                    <a:pt x="8817" y="8144"/>
                    <a:pt x="9423" y="8212"/>
                    <a:pt x="10022" y="8317"/>
                  </a:cubicBezTo>
                  <a:cubicBezTo>
                    <a:pt x="10621" y="8415"/>
                    <a:pt x="11196" y="8576"/>
                    <a:pt x="11783" y="8706"/>
                  </a:cubicBezTo>
                  <a:cubicBezTo>
                    <a:pt x="11801" y="8718"/>
                    <a:pt x="11807" y="8687"/>
                    <a:pt x="11789" y="8675"/>
                  </a:cubicBezTo>
                  <a:cubicBezTo>
                    <a:pt x="11307" y="8514"/>
                    <a:pt x="10788" y="8415"/>
                    <a:pt x="10288" y="8329"/>
                  </a:cubicBezTo>
                  <a:cubicBezTo>
                    <a:pt x="9806" y="8242"/>
                    <a:pt x="9318" y="8174"/>
                    <a:pt x="8836" y="8131"/>
                  </a:cubicBezTo>
                  <a:cubicBezTo>
                    <a:pt x="8341" y="8082"/>
                    <a:pt x="7853" y="8076"/>
                    <a:pt x="7359" y="8039"/>
                  </a:cubicBezTo>
                  <a:cubicBezTo>
                    <a:pt x="6883" y="7995"/>
                    <a:pt x="6420" y="7896"/>
                    <a:pt x="6037" y="7575"/>
                  </a:cubicBezTo>
                  <a:cubicBezTo>
                    <a:pt x="5728" y="7303"/>
                    <a:pt x="5499" y="6957"/>
                    <a:pt x="5203" y="6667"/>
                  </a:cubicBezTo>
                  <a:cubicBezTo>
                    <a:pt x="4950" y="6420"/>
                    <a:pt x="4647" y="6253"/>
                    <a:pt x="4307" y="6142"/>
                  </a:cubicBezTo>
                  <a:cubicBezTo>
                    <a:pt x="3621" y="5919"/>
                    <a:pt x="2849" y="5926"/>
                    <a:pt x="2194" y="5598"/>
                  </a:cubicBezTo>
                  <a:cubicBezTo>
                    <a:pt x="1774" y="5382"/>
                    <a:pt x="1484" y="5024"/>
                    <a:pt x="1354" y="4579"/>
                  </a:cubicBezTo>
                  <a:cubicBezTo>
                    <a:pt x="1212" y="4115"/>
                    <a:pt x="1230" y="3621"/>
                    <a:pt x="1243" y="3133"/>
                  </a:cubicBezTo>
                  <a:cubicBezTo>
                    <a:pt x="1774" y="3807"/>
                    <a:pt x="2695" y="3930"/>
                    <a:pt x="3467" y="4165"/>
                  </a:cubicBezTo>
                  <a:cubicBezTo>
                    <a:pt x="4480" y="4486"/>
                    <a:pt x="5388" y="5042"/>
                    <a:pt x="6154" y="5765"/>
                  </a:cubicBezTo>
                  <a:cubicBezTo>
                    <a:pt x="6494" y="6092"/>
                    <a:pt x="6815" y="6438"/>
                    <a:pt x="7211" y="6710"/>
                  </a:cubicBezTo>
                  <a:cubicBezTo>
                    <a:pt x="7619" y="6988"/>
                    <a:pt x="8094" y="7130"/>
                    <a:pt x="8589" y="7174"/>
                  </a:cubicBezTo>
                  <a:cubicBezTo>
                    <a:pt x="9719" y="7248"/>
                    <a:pt x="10794" y="6791"/>
                    <a:pt x="11925" y="6772"/>
                  </a:cubicBezTo>
                  <a:cubicBezTo>
                    <a:pt x="13160" y="6741"/>
                    <a:pt x="14396" y="7211"/>
                    <a:pt x="15625" y="6877"/>
                  </a:cubicBezTo>
                  <a:cubicBezTo>
                    <a:pt x="15644" y="6871"/>
                    <a:pt x="15638" y="6840"/>
                    <a:pt x="15613" y="6840"/>
                  </a:cubicBezTo>
                  <a:close/>
                  <a:moveTo>
                    <a:pt x="928" y="5394"/>
                  </a:moveTo>
                  <a:cubicBezTo>
                    <a:pt x="693" y="4968"/>
                    <a:pt x="582" y="4517"/>
                    <a:pt x="600" y="4029"/>
                  </a:cubicBezTo>
                  <a:cubicBezTo>
                    <a:pt x="619" y="3782"/>
                    <a:pt x="650" y="3535"/>
                    <a:pt x="650" y="3288"/>
                  </a:cubicBezTo>
                  <a:cubicBezTo>
                    <a:pt x="650" y="3053"/>
                    <a:pt x="619" y="2824"/>
                    <a:pt x="563" y="2589"/>
                  </a:cubicBezTo>
                  <a:cubicBezTo>
                    <a:pt x="452" y="2132"/>
                    <a:pt x="285" y="1694"/>
                    <a:pt x="254" y="1230"/>
                  </a:cubicBezTo>
                  <a:cubicBezTo>
                    <a:pt x="230" y="785"/>
                    <a:pt x="341" y="304"/>
                    <a:pt x="705" y="19"/>
                  </a:cubicBezTo>
                  <a:cubicBezTo>
                    <a:pt x="711" y="13"/>
                    <a:pt x="705" y="1"/>
                    <a:pt x="693" y="1"/>
                  </a:cubicBezTo>
                  <a:cubicBezTo>
                    <a:pt x="1" y="514"/>
                    <a:pt x="211" y="1477"/>
                    <a:pt x="403" y="2182"/>
                  </a:cubicBezTo>
                  <a:cubicBezTo>
                    <a:pt x="477" y="2454"/>
                    <a:pt x="557" y="2732"/>
                    <a:pt x="588" y="3016"/>
                  </a:cubicBezTo>
                  <a:cubicBezTo>
                    <a:pt x="619" y="3288"/>
                    <a:pt x="588" y="3566"/>
                    <a:pt x="569" y="3831"/>
                  </a:cubicBezTo>
                  <a:cubicBezTo>
                    <a:pt x="532" y="4313"/>
                    <a:pt x="582" y="4752"/>
                    <a:pt x="779" y="5190"/>
                  </a:cubicBezTo>
                  <a:cubicBezTo>
                    <a:pt x="996" y="5672"/>
                    <a:pt x="1329" y="6111"/>
                    <a:pt x="1681" y="6506"/>
                  </a:cubicBezTo>
                  <a:cubicBezTo>
                    <a:pt x="1694" y="6513"/>
                    <a:pt x="1706" y="6506"/>
                    <a:pt x="1700" y="6488"/>
                  </a:cubicBezTo>
                  <a:cubicBezTo>
                    <a:pt x="1434" y="6136"/>
                    <a:pt x="1144" y="5790"/>
                    <a:pt x="928" y="5394"/>
                  </a:cubicBezTo>
                  <a:close/>
                </a:path>
              </a:pathLst>
            </a:custGeom>
            <a:solidFill>
              <a:srgbClr val="7A2B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43"/>
            <p:cNvSpPr/>
            <p:nvPr/>
          </p:nvSpPr>
          <p:spPr>
            <a:xfrm flipH="1">
              <a:off x="5012702" y="3575126"/>
              <a:ext cx="656079" cy="688153"/>
            </a:xfrm>
            <a:custGeom>
              <a:avLst/>
              <a:gdLst/>
              <a:ahLst/>
              <a:cxnLst/>
              <a:rect l="l" t="t" r="r" b="b"/>
              <a:pathLst>
                <a:path w="9484" h="9948" extrusionOk="0">
                  <a:moveTo>
                    <a:pt x="3707" y="8934"/>
                  </a:moveTo>
                  <a:cubicBezTo>
                    <a:pt x="3392" y="8718"/>
                    <a:pt x="3089" y="8477"/>
                    <a:pt x="2799" y="8230"/>
                  </a:cubicBezTo>
                  <a:cubicBezTo>
                    <a:pt x="2657" y="8119"/>
                    <a:pt x="2521" y="7995"/>
                    <a:pt x="2379" y="7878"/>
                  </a:cubicBezTo>
                  <a:cubicBezTo>
                    <a:pt x="2292" y="7798"/>
                    <a:pt x="2200" y="7730"/>
                    <a:pt x="2125" y="7643"/>
                  </a:cubicBezTo>
                  <a:cubicBezTo>
                    <a:pt x="2323" y="7192"/>
                    <a:pt x="2614" y="6735"/>
                    <a:pt x="2403" y="6247"/>
                  </a:cubicBezTo>
                  <a:lnTo>
                    <a:pt x="2354" y="6154"/>
                  </a:lnTo>
                  <a:cubicBezTo>
                    <a:pt x="2539" y="5919"/>
                    <a:pt x="2719" y="5691"/>
                    <a:pt x="2836" y="5413"/>
                  </a:cubicBezTo>
                  <a:cubicBezTo>
                    <a:pt x="2966" y="5110"/>
                    <a:pt x="3034" y="4776"/>
                    <a:pt x="2966" y="4449"/>
                  </a:cubicBezTo>
                  <a:cubicBezTo>
                    <a:pt x="2885" y="4066"/>
                    <a:pt x="2669" y="3739"/>
                    <a:pt x="2595" y="3355"/>
                  </a:cubicBezTo>
                  <a:cubicBezTo>
                    <a:pt x="2416" y="2540"/>
                    <a:pt x="2533" y="1675"/>
                    <a:pt x="2163" y="909"/>
                  </a:cubicBezTo>
                  <a:cubicBezTo>
                    <a:pt x="2156" y="897"/>
                    <a:pt x="2125" y="909"/>
                    <a:pt x="2138" y="927"/>
                  </a:cubicBezTo>
                  <a:cubicBezTo>
                    <a:pt x="2471" y="1669"/>
                    <a:pt x="2379" y="2491"/>
                    <a:pt x="2527" y="3275"/>
                  </a:cubicBezTo>
                  <a:cubicBezTo>
                    <a:pt x="2564" y="3461"/>
                    <a:pt x="2607" y="3633"/>
                    <a:pt x="2681" y="3813"/>
                  </a:cubicBezTo>
                  <a:cubicBezTo>
                    <a:pt x="2756" y="4017"/>
                    <a:pt x="2854" y="4208"/>
                    <a:pt x="2910" y="4406"/>
                  </a:cubicBezTo>
                  <a:cubicBezTo>
                    <a:pt x="3021" y="4826"/>
                    <a:pt x="2898" y="5252"/>
                    <a:pt x="2688" y="5610"/>
                  </a:cubicBezTo>
                  <a:cubicBezTo>
                    <a:pt x="2589" y="5790"/>
                    <a:pt x="2465" y="5950"/>
                    <a:pt x="2329" y="6105"/>
                  </a:cubicBezTo>
                  <a:cubicBezTo>
                    <a:pt x="2200" y="5876"/>
                    <a:pt x="1990" y="5691"/>
                    <a:pt x="1835" y="5475"/>
                  </a:cubicBezTo>
                  <a:cubicBezTo>
                    <a:pt x="1631" y="5172"/>
                    <a:pt x="1582" y="4832"/>
                    <a:pt x="1613" y="4480"/>
                  </a:cubicBezTo>
                  <a:cubicBezTo>
                    <a:pt x="1668" y="3868"/>
                    <a:pt x="1928" y="3182"/>
                    <a:pt x="1619" y="2596"/>
                  </a:cubicBezTo>
                  <a:cubicBezTo>
                    <a:pt x="1434" y="2243"/>
                    <a:pt x="1094" y="2021"/>
                    <a:pt x="803" y="1768"/>
                  </a:cubicBezTo>
                  <a:cubicBezTo>
                    <a:pt x="476" y="1484"/>
                    <a:pt x="148" y="1008"/>
                    <a:pt x="346" y="563"/>
                  </a:cubicBezTo>
                  <a:cubicBezTo>
                    <a:pt x="346" y="563"/>
                    <a:pt x="346" y="557"/>
                    <a:pt x="340" y="563"/>
                  </a:cubicBezTo>
                  <a:cubicBezTo>
                    <a:pt x="0" y="1267"/>
                    <a:pt x="810" y="1792"/>
                    <a:pt x="1242" y="2194"/>
                  </a:cubicBezTo>
                  <a:cubicBezTo>
                    <a:pt x="1545" y="2478"/>
                    <a:pt x="1724" y="2799"/>
                    <a:pt x="1724" y="3220"/>
                  </a:cubicBezTo>
                  <a:cubicBezTo>
                    <a:pt x="1730" y="3584"/>
                    <a:pt x="1637" y="3942"/>
                    <a:pt x="1582" y="4301"/>
                  </a:cubicBezTo>
                  <a:cubicBezTo>
                    <a:pt x="1539" y="4622"/>
                    <a:pt x="1520" y="4962"/>
                    <a:pt x="1662" y="5271"/>
                  </a:cubicBezTo>
                  <a:cubicBezTo>
                    <a:pt x="1798" y="5580"/>
                    <a:pt x="2064" y="5796"/>
                    <a:pt x="2249" y="6074"/>
                  </a:cubicBezTo>
                  <a:cubicBezTo>
                    <a:pt x="2261" y="6099"/>
                    <a:pt x="2280" y="6123"/>
                    <a:pt x="2286" y="6148"/>
                  </a:cubicBezTo>
                  <a:cubicBezTo>
                    <a:pt x="2187" y="6278"/>
                    <a:pt x="2082" y="6401"/>
                    <a:pt x="2002" y="6537"/>
                  </a:cubicBezTo>
                  <a:cubicBezTo>
                    <a:pt x="1835" y="6803"/>
                    <a:pt x="1730" y="7112"/>
                    <a:pt x="1878" y="7402"/>
                  </a:cubicBezTo>
                  <a:cubicBezTo>
                    <a:pt x="1922" y="7489"/>
                    <a:pt x="1977" y="7575"/>
                    <a:pt x="2045" y="7643"/>
                  </a:cubicBezTo>
                  <a:cubicBezTo>
                    <a:pt x="1983" y="7791"/>
                    <a:pt x="1928" y="7946"/>
                    <a:pt x="1897" y="8100"/>
                  </a:cubicBezTo>
                  <a:cubicBezTo>
                    <a:pt x="1736" y="9021"/>
                    <a:pt x="2638" y="9589"/>
                    <a:pt x="3343" y="9935"/>
                  </a:cubicBezTo>
                  <a:cubicBezTo>
                    <a:pt x="3349" y="9947"/>
                    <a:pt x="3367" y="9929"/>
                    <a:pt x="3349" y="9923"/>
                  </a:cubicBezTo>
                  <a:cubicBezTo>
                    <a:pt x="2978" y="9713"/>
                    <a:pt x="2595" y="9521"/>
                    <a:pt x="2298" y="9194"/>
                  </a:cubicBezTo>
                  <a:cubicBezTo>
                    <a:pt x="2014" y="8879"/>
                    <a:pt x="1847" y="8471"/>
                    <a:pt x="1946" y="8045"/>
                  </a:cubicBezTo>
                  <a:cubicBezTo>
                    <a:pt x="1977" y="7921"/>
                    <a:pt x="2020" y="7798"/>
                    <a:pt x="2070" y="7674"/>
                  </a:cubicBezTo>
                  <a:cubicBezTo>
                    <a:pt x="2237" y="7853"/>
                    <a:pt x="2447" y="8001"/>
                    <a:pt x="2626" y="8143"/>
                  </a:cubicBezTo>
                  <a:cubicBezTo>
                    <a:pt x="2904" y="8378"/>
                    <a:pt x="3188" y="8601"/>
                    <a:pt x="3485" y="8817"/>
                  </a:cubicBezTo>
                  <a:cubicBezTo>
                    <a:pt x="4164" y="9305"/>
                    <a:pt x="4912" y="9700"/>
                    <a:pt x="5740" y="9824"/>
                  </a:cubicBezTo>
                  <a:cubicBezTo>
                    <a:pt x="5746" y="9824"/>
                    <a:pt x="5752" y="9805"/>
                    <a:pt x="5746" y="9805"/>
                  </a:cubicBezTo>
                  <a:cubicBezTo>
                    <a:pt x="5023" y="9700"/>
                    <a:pt x="4331" y="9367"/>
                    <a:pt x="3707" y="8934"/>
                  </a:cubicBezTo>
                  <a:close/>
                  <a:moveTo>
                    <a:pt x="9459" y="5759"/>
                  </a:moveTo>
                  <a:cubicBezTo>
                    <a:pt x="8761" y="5604"/>
                    <a:pt x="8050" y="5505"/>
                    <a:pt x="7352" y="5308"/>
                  </a:cubicBezTo>
                  <a:cubicBezTo>
                    <a:pt x="6710" y="5122"/>
                    <a:pt x="6086" y="4881"/>
                    <a:pt x="5523" y="4523"/>
                  </a:cubicBezTo>
                  <a:cubicBezTo>
                    <a:pt x="4998" y="4196"/>
                    <a:pt x="4529" y="3776"/>
                    <a:pt x="4177" y="3257"/>
                  </a:cubicBezTo>
                  <a:cubicBezTo>
                    <a:pt x="4010" y="3003"/>
                    <a:pt x="3868" y="2725"/>
                    <a:pt x="3769" y="2441"/>
                  </a:cubicBezTo>
                  <a:cubicBezTo>
                    <a:pt x="3651" y="2108"/>
                    <a:pt x="3583" y="1762"/>
                    <a:pt x="3491" y="1422"/>
                  </a:cubicBezTo>
                  <a:cubicBezTo>
                    <a:pt x="3324" y="841"/>
                    <a:pt x="3021" y="223"/>
                    <a:pt x="2410" y="7"/>
                  </a:cubicBezTo>
                  <a:cubicBezTo>
                    <a:pt x="2397" y="1"/>
                    <a:pt x="2385" y="25"/>
                    <a:pt x="2403" y="32"/>
                  </a:cubicBezTo>
                  <a:cubicBezTo>
                    <a:pt x="3058" y="279"/>
                    <a:pt x="3330" y="971"/>
                    <a:pt x="3491" y="1595"/>
                  </a:cubicBezTo>
                  <a:cubicBezTo>
                    <a:pt x="3645" y="2213"/>
                    <a:pt x="3800" y="2793"/>
                    <a:pt x="4164" y="3325"/>
                  </a:cubicBezTo>
                  <a:cubicBezTo>
                    <a:pt x="4850" y="4313"/>
                    <a:pt x="5944" y="4919"/>
                    <a:pt x="7074" y="5283"/>
                  </a:cubicBezTo>
                  <a:cubicBezTo>
                    <a:pt x="7840" y="5518"/>
                    <a:pt x="8650" y="5697"/>
                    <a:pt x="9447" y="5808"/>
                  </a:cubicBezTo>
                  <a:cubicBezTo>
                    <a:pt x="9477" y="5802"/>
                    <a:pt x="9484" y="5771"/>
                    <a:pt x="9459" y="5759"/>
                  </a:cubicBezTo>
                  <a:close/>
                  <a:moveTo>
                    <a:pt x="2088" y="7544"/>
                  </a:moveTo>
                  <a:cubicBezTo>
                    <a:pt x="2088" y="7544"/>
                    <a:pt x="1909" y="7396"/>
                    <a:pt x="1891" y="7143"/>
                  </a:cubicBezTo>
                  <a:cubicBezTo>
                    <a:pt x="1878" y="6889"/>
                    <a:pt x="2336" y="6234"/>
                    <a:pt x="2336" y="6234"/>
                  </a:cubicBezTo>
                  <a:cubicBezTo>
                    <a:pt x="2336" y="6234"/>
                    <a:pt x="2490" y="6488"/>
                    <a:pt x="2410" y="6772"/>
                  </a:cubicBezTo>
                  <a:cubicBezTo>
                    <a:pt x="2336" y="7056"/>
                    <a:pt x="2088" y="7544"/>
                    <a:pt x="2088" y="7544"/>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43"/>
            <p:cNvSpPr/>
            <p:nvPr/>
          </p:nvSpPr>
          <p:spPr>
            <a:xfrm flipH="1">
              <a:off x="5485806" y="3478142"/>
              <a:ext cx="224481" cy="847117"/>
            </a:xfrm>
            <a:custGeom>
              <a:avLst/>
              <a:gdLst/>
              <a:ahLst/>
              <a:cxnLst/>
              <a:rect l="l" t="t" r="r" b="b"/>
              <a:pathLst>
                <a:path w="3245" h="12246" extrusionOk="0">
                  <a:moveTo>
                    <a:pt x="2966" y="1100"/>
                  </a:moveTo>
                  <a:cubicBezTo>
                    <a:pt x="2874" y="1082"/>
                    <a:pt x="2781" y="1149"/>
                    <a:pt x="2763" y="1248"/>
                  </a:cubicBezTo>
                  <a:lnTo>
                    <a:pt x="2151" y="1149"/>
                  </a:lnTo>
                  <a:lnTo>
                    <a:pt x="2336" y="19"/>
                  </a:lnTo>
                  <a:lnTo>
                    <a:pt x="1898" y="0"/>
                  </a:lnTo>
                  <a:lnTo>
                    <a:pt x="1731" y="1075"/>
                  </a:lnTo>
                  <a:lnTo>
                    <a:pt x="1156" y="983"/>
                  </a:lnTo>
                  <a:cubicBezTo>
                    <a:pt x="1175" y="890"/>
                    <a:pt x="1113" y="797"/>
                    <a:pt x="1008" y="785"/>
                  </a:cubicBezTo>
                  <a:lnTo>
                    <a:pt x="977" y="773"/>
                  </a:lnTo>
                  <a:cubicBezTo>
                    <a:pt x="884" y="760"/>
                    <a:pt x="792" y="822"/>
                    <a:pt x="779" y="921"/>
                  </a:cubicBezTo>
                  <a:lnTo>
                    <a:pt x="656" y="896"/>
                  </a:lnTo>
                  <a:lnTo>
                    <a:pt x="625" y="1082"/>
                  </a:lnTo>
                  <a:lnTo>
                    <a:pt x="1706" y="1261"/>
                  </a:lnTo>
                  <a:lnTo>
                    <a:pt x="1595" y="1946"/>
                  </a:lnTo>
                  <a:lnTo>
                    <a:pt x="1008" y="1854"/>
                  </a:lnTo>
                  <a:cubicBezTo>
                    <a:pt x="1026" y="1761"/>
                    <a:pt x="965" y="1668"/>
                    <a:pt x="866" y="1656"/>
                  </a:cubicBezTo>
                  <a:lnTo>
                    <a:pt x="835" y="1650"/>
                  </a:lnTo>
                  <a:cubicBezTo>
                    <a:pt x="742" y="1631"/>
                    <a:pt x="650" y="1693"/>
                    <a:pt x="631" y="1792"/>
                  </a:cubicBezTo>
                  <a:lnTo>
                    <a:pt x="508" y="1773"/>
                  </a:lnTo>
                  <a:lnTo>
                    <a:pt x="477" y="1959"/>
                  </a:lnTo>
                  <a:lnTo>
                    <a:pt x="1576" y="2132"/>
                  </a:lnTo>
                  <a:lnTo>
                    <a:pt x="1" y="12245"/>
                  </a:lnTo>
                  <a:lnTo>
                    <a:pt x="316" y="12227"/>
                  </a:lnTo>
                  <a:lnTo>
                    <a:pt x="1990" y="2194"/>
                  </a:lnTo>
                  <a:lnTo>
                    <a:pt x="3059" y="2367"/>
                  </a:lnTo>
                  <a:lnTo>
                    <a:pt x="3090" y="2181"/>
                  </a:lnTo>
                  <a:lnTo>
                    <a:pt x="3010" y="2163"/>
                  </a:lnTo>
                  <a:cubicBezTo>
                    <a:pt x="3022" y="2070"/>
                    <a:pt x="2966" y="1977"/>
                    <a:pt x="2861" y="1965"/>
                  </a:cubicBezTo>
                  <a:lnTo>
                    <a:pt x="2830" y="1959"/>
                  </a:lnTo>
                  <a:cubicBezTo>
                    <a:pt x="2738" y="1940"/>
                    <a:pt x="2645" y="2002"/>
                    <a:pt x="2633" y="2101"/>
                  </a:cubicBezTo>
                  <a:lnTo>
                    <a:pt x="2021" y="2002"/>
                  </a:lnTo>
                  <a:lnTo>
                    <a:pt x="2139" y="1316"/>
                  </a:lnTo>
                  <a:lnTo>
                    <a:pt x="3214" y="1483"/>
                  </a:lnTo>
                  <a:lnTo>
                    <a:pt x="3244" y="1298"/>
                  </a:lnTo>
                  <a:lnTo>
                    <a:pt x="3164" y="1285"/>
                  </a:lnTo>
                  <a:cubicBezTo>
                    <a:pt x="3176" y="1193"/>
                    <a:pt x="3121" y="1100"/>
                    <a:pt x="3016" y="1082"/>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43"/>
            <p:cNvSpPr/>
            <p:nvPr/>
          </p:nvSpPr>
          <p:spPr>
            <a:xfrm flipH="1">
              <a:off x="7483802" y="3598646"/>
              <a:ext cx="637678" cy="690297"/>
            </a:xfrm>
            <a:custGeom>
              <a:avLst/>
              <a:gdLst/>
              <a:ahLst/>
              <a:cxnLst/>
              <a:rect l="l" t="t" r="r" b="b"/>
              <a:pathLst>
                <a:path w="9218" h="9979" extrusionOk="0">
                  <a:moveTo>
                    <a:pt x="247" y="9509"/>
                  </a:moveTo>
                  <a:cubicBezTo>
                    <a:pt x="247" y="9509"/>
                    <a:pt x="0" y="9045"/>
                    <a:pt x="74" y="8415"/>
                  </a:cubicBezTo>
                  <a:cubicBezTo>
                    <a:pt x="136" y="7797"/>
                    <a:pt x="74" y="7643"/>
                    <a:pt x="445" y="7458"/>
                  </a:cubicBezTo>
                  <a:cubicBezTo>
                    <a:pt x="816" y="7272"/>
                    <a:pt x="797" y="7346"/>
                    <a:pt x="1112" y="7149"/>
                  </a:cubicBezTo>
                  <a:cubicBezTo>
                    <a:pt x="1433" y="6957"/>
                    <a:pt x="1773" y="6895"/>
                    <a:pt x="1557" y="6339"/>
                  </a:cubicBezTo>
                  <a:cubicBezTo>
                    <a:pt x="1341" y="5783"/>
                    <a:pt x="1464" y="4918"/>
                    <a:pt x="1464" y="4918"/>
                  </a:cubicBezTo>
                  <a:cubicBezTo>
                    <a:pt x="1464" y="4918"/>
                    <a:pt x="1495" y="5320"/>
                    <a:pt x="1773" y="5691"/>
                  </a:cubicBezTo>
                  <a:cubicBezTo>
                    <a:pt x="2051" y="6061"/>
                    <a:pt x="2731" y="6154"/>
                    <a:pt x="2731" y="6154"/>
                  </a:cubicBezTo>
                  <a:cubicBezTo>
                    <a:pt x="2731" y="6154"/>
                    <a:pt x="3349" y="5598"/>
                    <a:pt x="3534" y="5258"/>
                  </a:cubicBezTo>
                  <a:cubicBezTo>
                    <a:pt x="3719" y="4918"/>
                    <a:pt x="3905" y="4362"/>
                    <a:pt x="3657" y="3769"/>
                  </a:cubicBezTo>
                  <a:cubicBezTo>
                    <a:pt x="3410" y="3182"/>
                    <a:pt x="3225" y="2812"/>
                    <a:pt x="3194" y="2379"/>
                  </a:cubicBezTo>
                  <a:cubicBezTo>
                    <a:pt x="3163" y="1947"/>
                    <a:pt x="3194" y="1514"/>
                    <a:pt x="3565" y="1082"/>
                  </a:cubicBezTo>
                  <a:cubicBezTo>
                    <a:pt x="3935" y="649"/>
                    <a:pt x="4770" y="1"/>
                    <a:pt x="4770" y="1"/>
                  </a:cubicBezTo>
                  <a:lnTo>
                    <a:pt x="4213" y="1082"/>
                  </a:lnTo>
                  <a:cubicBezTo>
                    <a:pt x="4213" y="1082"/>
                    <a:pt x="3905" y="1607"/>
                    <a:pt x="4090" y="2132"/>
                  </a:cubicBezTo>
                  <a:cubicBezTo>
                    <a:pt x="4275" y="2657"/>
                    <a:pt x="4430" y="3090"/>
                    <a:pt x="4430" y="3491"/>
                  </a:cubicBezTo>
                  <a:cubicBezTo>
                    <a:pt x="4430" y="3893"/>
                    <a:pt x="4553" y="4047"/>
                    <a:pt x="4800" y="4263"/>
                  </a:cubicBezTo>
                  <a:cubicBezTo>
                    <a:pt x="5048" y="4480"/>
                    <a:pt x="5202" y="4943"/>
                    <a:pt x="5604" y="4634"/>
                  </a:cubicBezTo>
                  <a:cubicBezTo>
                    <a:pt x="6005" y="4325"/>
                    <a:pt x="6314" y="3893"/>
                    <a:pt x="6283" y="3522"/>
                  </a:cubicBezTo>
                  <a:cubicBezTo>
                    <a:pt x="6252" y="3151"/>
                    <a:pt x="5820" y="3059"/>
                    <a:pt x="5820" y="2626"/>
                  </a:cubicBezTo>
                  <a:cubicBezTo>
                    <a:pt x="5820" y="2194"/>
                    <a:pt x="6129" y="1669"/>
                    <a:pt x="6129" y="1669"/>
                  </a:cubicBezTo>
                  <a:cubicBezTo>
                    <a:pt x="6129" y="1669"/>
                    <a:pt x="5943" y="2256"/>
                    <a:pt x="6160" y="2503"/>
                  </a:cubicBezTo>
                  <a:cubicBezTo>
                    <a:pt x="6376" y="2750"/>
                    <a:pt x="6499" y="2842"/>
                    <a:pt x="6747" y="3151"/>
                  </a:cubicBezTo>
                  <a:cubicBezTo>
                    <a:pt x="6994" y="3460"/>
                    <a:pt x="7055" y="3429"/>
                    <a:pt x="7086" y="3924"/>
                  </a:cubicBezTo>
                  <a:cubicBezTo>
                    <a:pt x="7117" y="4418"/>
                    <a:pt x="7117" y="5283"/>
                    <a:pt x="7117" y="5283"/>
                  </a:cubicBezTo>
                  <a:lnTo>
                    <a:pt x="6221" y="6117"/>
                  </a:lnTo>
                  <a:lnTo>
                    <a:pt x="6098" y="7414"/>
                  </a:lnTo>
                  <a:cubicBezTo>
                    <a:pt x="6098" y="7414"/>
                    <a:pt x="6438" y="8063"/>
                    <a:pt x="6839" y="7878"/>
                  </a:cubicBezTo>
                  <a:cubicBezTo>
                    <a:pt x="7241" y="7692"/>
                    <a:pt x="7550" y="7538"/>
                    <a:pt x="7488" y="7074"/>
                  </a:cubicBezTo>
                  <a:cubicBezTo>
                    <a:pt x="7426" y="6611"/>
                    <a:pt x="7333" y="6179"/>
                    <a:pt x="7333" y="6179"/>
                  </a:cubicBezTo>
                  <a:cubicBezTo>
                    <a:pt x="7333" y="6179"/>
                    <a:pt x="7889" y="6580"/>
                    <a:pt x="7982" y="6920"/>
                  </a:cubicBezTo>
                  <a:cubicBezTo>
                    <a:pt x="8075" y="7260"/>
                    <a:pt x="7797" y="7476"/>
                    <a:pt x="7889" y="7847"/>
                  </a:cubicBezTo>
                  <a:cubicBezTo>
                    <a:pt x="7982" y="8217"/>
                    <a:pt x="7611" y="8434"/>
                    <a:pt x="8075" y="8526"/>
                  </a:cubicBezTo>
                  <a:cubicBezTo>
                    <a:pt x="8538" y="8619"/>
                    <a:pt x="8723" y="8063"/>
                    <a:pt x="8723" y="8063"/>
                  </a:cubicBezTo>
                  <a:lnTo>
                    <a:pt x="9187" y="8403"/>
                  </a:lnTo>
                  <a:lnTo>
                    <a:pt x="9218" y="9329"/>
                  </a:lnTo>
                  <a:lnTo>
                    <a:pt x="7920" y="9978"/>
                  </a:lnTo>
                  <a:cubicBezTo>
                    <a:pt x="7920" y="9978"/>
                    <a:pt x="3614" y="9824"/>
                    <a:pt x="3083" y="9824"/>
                  </a:cubicBezTo>
                  <a:cubicBezTo>
                    <a:pt x="2552" y="9824"/>
                    <a:pt x="247" y="9509"/>
                    <a:pt x="247" y="9509"/>
                  </a:cubicBezTo>
                  <a:close/>
                </a:path>
              </a:pathLst>
            </a:custGeom>
            <a:solidFill>
              <a:srgbClr val="F596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43"/>
            <p:cNvSpPr/>
            <p:nvPr/>
          </p:nvSpPr>
          <p:spPr>
            <a:xfrm flipH="1">
              <a:off x="7583360" y="3667060"/>
              <a:ext cx="76995" cy="215826"/>
            </a:xfrm>
            <a:custGeom>
              <a:avLst/>
              <a:gdLst/>
              <a:ahLst/>
              <a:cxnLst/>
              <a:rect l="l" t="t" r="r" b="b"/>
              <a:pathLst>
                <a:path w="1113" h="3120" extrusionOk="0">
                  <a:moveTo>
                    <a:pt x="247" y="0"/>
                  </a:moveTo>
                  <a:cubicBezTo>
                    <a:pt x="216" y="93"/>
                    <a:pt x="0" y="649"/>
                    <a:pt x="62" y="896"/>
                  </a:cubicBezTo>
                  <a:cubicBezTo>
                    <a:pt x="124" y="1143"/>
                    <a:pt x="402" y="1606"/>
                    <a:pt x="402" y="1606"/>
                  </a:cubicBezTo>
                  <a:lnTo>
                    <a:pt x="742" y="2224"/>
                  </a:lnTo>
                  <a:lnTo>
                    <a:pt x="865" y="3120"/>
                  </a:lnTo>
                  <a:cubicBezTo>
                    <a:pt x="865" y="3120"/>
                    <a:pt x="1112" y="2224"/>
                    <a:pt x="1050" y="1977"/>
                  </a:cubicBezTo>
                  <a:cubicBezTo>
                    <a:pt x="989" y="1730"/>
                    <a:pt x="680" y="1174"/>
                    <a:pt x="680" y="1174"/>
                  </a:cubicBezTo>
                  <a:close/>
                </a:path>
              </a:pathLst>
            </a:custGeom>
            <a:solidFill>
              <a:srgbClr val="F596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43"/>
            <p:cNvSpPr/>
            <p:nvPr/>
          </p:nvSpPr>
          <p:spPr>
            <a:xfrm flipH="1">
              <a:off x="30" y="4239700"/>
              <a:ext cx="9240645" cy="1050129"/>
            </a:xfrm>
            <a:custGeom>
              <a:avLst/>
              <a:gdLst/>
              <a:ahLst/>
              <a:cxnLst/>
              <a:rect l="l" t="t" r="r" b="b"/>
              <a:pathLst>
                <a:path w="95644" h="14575" extrusionOk="0">
                  <a:moveTo>
                    <a:pt x="1" y="14575"/>
                  </a:moveTo>
                  <a:lnTo>
                    <a:pt x="95644" y="14575"/>
                  </a:lnTo>
                  <a:lnTo>
                    <a:pt x="95644" y="1"/>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43"/>
            <p:cNvSpPr/>
            <p:nvPr/>
          </p:nvSpPr>
          <p:spPr>
            <a:xfrm>
              <a:off x="5016843" y="4240117"/>
              <a:ext cx="4223714" cy="1007811"/>
            </a:xfrm>
            <a:custGeom>
              <a:avLst/>
              <a:gdLst/>
              <a:ahLst/>
              <a:cxnLst/>
              <a:rect l="l" t="t" r="r" b="b"/>
              <a:pathLst>
                <a:path w="84950" h="14569" extrusionOk="0">
                  <a:moveTo>
                    <a:pt x="17263" y="8768"/>
                  </a:moveTo>
                  <a:lnTo>
                    <a:pt x="9991" y="9293"/>
                  </a:lnTo>
                  <a:lnTo>
                    <a:pt x="12104" y="10992"/>
                  </a:lnTo>
                  <a:lnTo>
                    <a:pt x="3183" y="13778"/>
                  </a:lnTo>
                  <a:lnTo>
                    <a:pt x="1" y="14556"/>
                  </a:lnTo>
                  <a:lnTo>
                    <a:pt x="17361" y="14556"/>
                  </a:lnTo>
                  <a:lnTo>
                    <a:pt x="20321" y="12666"/>
                  </a:lnTo>
                  <a:lnTo>
                    <a:pt x="28822" y="11696"/>
                  </a:lnTo>
                  <a:lnTo>
                    <a:pt x="26734" y="10016"/>
                  </a:lnTo>
                  <a:close/>
                  <a:moveTo>
                    <a:pt x="45558" y="4449"/>
                  </a:moveTo>
                  <a:lnTo>
                    <a:pt x="42309" y="2311"/>
                  </a:lnTo>
                  <a:lnTo>
                    <a:pt x="54115" y="1"/>
                  </a:lnTo>
                  <a:lnTo>
                    <a:pt x="28167" y="1"/>
                  </a:lnTo>
                  <a:lnTo>
                    <a:pt x="27710" y="273"/>
                  </a:lnTo>
                  <a:lnTo>
                    <a:pt x="13494" y="409"/>
                  </a:lnTo>
                  <a:lnTo>
                    <a:pt x="6389" y="3479"/>
                  </a:lnTo>
                  <a:lnTo>
                    <a:pt x="16151" y="5147"/>
                  </a:lnTo>
                  <a:cubicBezTo>
                    <a:pt x="16707" y="5147"/>
                    <a:pt x="21729" y="4869"/>
                    <a:pt x="21729" y="4869"/>
                  </a:cubicBezTo>
                  <a:lnTo>
                    <a:pt x="27302" y="5425"/>
                  </a:lnTo>
                  <a:lnTo>
                    <a:pt x="31343" y="4591"/>
                  </a:lnTo>
                  <a:lnTo>
                    <a:pt x="39708" y="5425"/>
                  </a:lnTo>
                  <a:close/>
                  <a:moveTo>
                    <a:pt x="43186" y="12252"/>
                  </a:moveTo>
                  <a:lnTo>
                    <a:pt x="38583" y="11554"/>
                  </a:lnTo>
                  <a:lnTo>
                    <a:pt x="35939" y="12808"/>
                  </a:lnTo>
                  <a:cubicBezTo>
                    <a:pt x="35939" y="12808"/>
                    <a:pt x="33425" y="14056"/>
                    <a:pt x="33147" y="14482"/>
                  </a:cubicBezTo>
                  <a:lnTo>
                    <a:pt x="33517" y="14569"/>
                  </a:lnTo>
                  <a:lnTo>
                    <a:pt x="54152" y="14569"/>
                  </a:lnTo>
                  <a:lnTo>
                    <a:pt x="51823" y="13784"/>
                  </a:lnTo>
                  <a:close/>
                  <a:moveTo>
                    <a:pt x="78271" y="4097"/>
                  </a:moveTo>
                  <a:lnTo>
                    <a:pt x="84950" y="3652"/>
                  </a:lnTo>
                  <a:lnTo>
                    <a:pt x="84950" y="1786"/>
                  </a:lnTo>
                  <a:lnTo>
                    <a:pt x="79526" y="2441"/>
                  </a:lnTo>
                  <a:lnTo>
                    <a:pt x="65421" y="4393"/>
                  </a:lnTo>
                  <a:lnTo>
                    <a:pt x="54609" y="7476"/>
                  </a:lnTo>
                  <a:lnTo>
                    <a:pt x="60565" y="9219"/>
                  </a:lnTo>
                  <a:lnTo>
                    <a:pt x="66990" y="12203"/>
                  </a:lnTo>
                  <a:lnTo>
                    <a:pt x="77647" y="14464"/>
                  </a:lnTo>
                  <a:lnTo>
                    <a:pt x="84950" y="14396"/>
                  </a:lnTo>
                  <a:lnTo>
                    <a:pt x="84950" y="9373"/>
                  </a:lnTo>
                  <a:lnTo>
                    <a:pt x="79995" y="9015"/>
                  </a:lnTo>
                  <a:lnTo>
                    <a:pt x="66360" y="7075"/>
                  </a:lnTo>
                  <a:lnTo>
                    <a:pt x="72470" y="4912"/>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43"/>
            <p:cNvSpPr/>
            <p:nvPr/>
          </p:nvSpPr>
          <p:spPr>
            <a:xfrm flipH="1">
              <a:off x="7502190" y="4723100"/>
              <a:ext cx="1830259" cy="158624"/>
            </a:xfrm>
            <a:custGeom>
              <a:avLst/>
              <a:gdLst/>
              <a:ahLst/>
              <a:cxnLst/>
              <a:rect l="l" t="t" r="r" b="b"/>
              <a:pathLst>
                <a:path w="27352" h="2293" extrusionOk="0">
                  <a:moveTo>
                    <a:pt x="6080" y="0"/>
                  </a:moveTo>
                  <a:lnTo>
                    <a:pt x="1" y="995"/>
                  </a:lnTo>
                  <a:lnTo>
                    <a:pt x="4091" y="1971"/>
                  </a:lnTo>
                  <a:lnTo>
                    <a:pt x="11708" y="1829"/>
                  </a:lnTo>
                  <a:lnTo>
                    <a:pt x="19981" y="2292"/>
                  </a:lnTo>
                  <a:lnTo>
                    <a:pt x="27351" y="0"/>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43"/>
            <p:cNvSpPr/>
            <p:nvPr/>
          </p:nvSpPr>
          <p:spPr>
            <a:xfrm flipH="1">
              <a:off x="6443193" y="5049607"/>
              <a:ext cx="839884" cy="240245"/>
            </a:xfrm>
            <a:custGeom>
              <a:avLst/>
              <a:gdLst/>
              <a:ahLst/>
              <a:cxnLst/>
              <a:rect l="l" t="t" r="r" b="b"/>
              <a:pathLst>
                <a:path w="12141" h="3473" extrusionOk="0">
                  <a:moveTo>
                    <a:pt x="1" y="2898"/>
                  </a:moveTo>
                  <a:lnTo>
                    <a:pt x="2466" y="2719"/>
                  </a:lnTo>
                  <a:lnTo>
                    <a:pt x="4622" y="1606"/>
                  </a:lnTo>
                  <a:lnTo>
                    <a:pt x="3300" y="772"/>
                  </a:lnTo>
                  <a:lnTo>
                    <a:pt x="1700" y="556"/>
                  </a:lnTo>
                  <a:lnTo>
                    <a:pt x="3986" y="0"/>
                  </a:lnTo>
                  <a:cubicBezTo>
                    <a:pt x="3986" y="0"/>
                    <a:pt x="2707" y="464"/>
                    <a:pt x="2806" y="464"/>
                  </a:cubicBezTo>
                  <a:cubicBezTo>
                    <a:pt x="2905" y="464"/>
                    <a:pt x="3671" y="494"/>
                    <a:pt x="3918" y="711"/>
                  </a:cubicBezTo>
                  <a:cubicBezTo>
                    <a:pt x="4159" y="927"/>
                    <a:pt x="5030" y="1483"/>
                    <a:pt x="5030" y="1483"/>
                  </a:cubicBezTo>
                  <a:lnTo>
                    <a:pt x="6908" y="1205"/>
                  </a:lnTo>
                  <a:lnTo>
                    <a:pt x="7909" y="556"/>
                  </a:lnTo>
                  <a:lnTo>
                    <a:pt x="9163" y="93"/>
                  </a:lnTo>
                  <a:lnTo>
                    <a:pt x="12141" y="340"/>
                  </a:lnTo>
                  <a:lnTo>
                    <a:pt x="9194" y="309"/>
                  </a:lnTo>
                  <a:lnTo>
                    <a:pt x="8008" y="742"/>
                  </a:lnTo>
                  <a:lnTo>
                    <a:pt x="7143" y="1390"/>
                  </a:lnTo>
                  <a:lnTo>
                    <a:pt x="4789" y="1946"/>
                  </a:lnTo>
                  <a:cubicBezTo>
                    <a:pt x="4789" y="1946"/>
                    <a:pt x="3053" y="2595"/>
                    <a:pt x="2676" y="2904"/>
                  </a:cubicBezTo>
                  <a:cubicBezTo>
                    <a:pt x="2417" y="3102"/>
                    <a:pt x="965" y="3336"/>
                    <a:pt x="1" y="3472"/>
                  </a:cubicBezTo>
                  <a:lnTo>
                    <a:pt x="1" y="2898"/>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43"/>
            <p:cNvSpPr/>
            <p:nvPr/>
          </p:nvSpPr>
          <p:spPr>
            <a:xfrm flipH="1">
              <a:off x="4963084" y="4445702"/>
              <a:ext cx="1453212" cy="284240"/>
            </a:xfrm>
            <a:custGeom>
              <a:avLst/>
              <a:gdLst/>
              <a:ahLst/>
              <a:cxnLst/>
              <a:rect l="l" t="t" r="r" b="b"/>
              <a:pathLst>
                <a:path w="21007" h="4109" extrusionOk="0">
                  <a:moveTo>
                    <a:pt x="20487" y="865"/>
                  </a:moveTo>
                  <a:cubicBezTo>
                    <a:pt x="20487" y="865"/>
                    <a:pt x="21006" y="1978"/>
                    <a:pt x="20877" y="1947"/>
                  </a:cubicBezTo>
                  <a:cubicBezTo>
                    <a:pt x="20747" y="1916"/>
                    <a:pt x="18652" y="2008"/>
                    <a:pt x="18652" y="2008"/>
                  </a:cubicBezTo>
                  <a:lnTo>
                    <a:pt x="17491" y="2286"/>
                  </a:lnTo>
                  <a:lnTo>
                    <a:pt x="17460" y="2935"/>
                  </a:lnTo>
                  <a:lnTo>
                    <a:pt x="15174" y="3182"/>
                  </a:lnTo>
                  <a:lnTo>
                    <a:pt x="13660" y="3398"/>
                  </a:lnTo>
                  <a:lnTo>
                    <a:pt x="11603" y="3738"/>
                  </a:lnTo>
                  <a:lnTo>
                    <a:pt x="10503" y="4109"/>
                  </a:lnTo>
                  <a:lnTo>
                    <a:pt x="10213" y="3368"/>
                  </a:lnTo>
                  <a:lnTo>
                    <a:pt x="8891" y="3398"/>
                  </a:lnTo>
                  <a:cubicBezTo>
                    <a:pt x="8891" y="3398"/>
                    <a:pt x="7767" y="3460"/>
                    <a:pt x="7507" y="3615"/>
                  </a:cubicBezTo>
                  <a:cubicBezTo>
                    <a:pt x="7254" y="3769"/>
                    <a:pt x="5450" y="3398"/>
                    <a:pt x="5450" y="3398"/>
                  </a:cubicBezTo>
                  <a:lnTo>
                    <a:pt x="3640" y="3151"/>
                  </a:lnTo>
                  <a:lnTo>
                    <a:pt x="1" y="3275"/>
                  </a:lnTo>
                  <a:lnTo>
                    <a:pt x="3448" y="3059"/>
                  </a:lnTo>
                  <a:lnTo>
                    <a:pt x="4869" y="3151"/>
                  </a:lnTo>
                  <a:lnTo>
                    <a:pt x="5771" y="3306"/>
                  </a:lnTo>
                  <a:lnTo>
                    <a:pt x="6895" y="3213"/>
                  </a:lnTo>
                  <a:lnTo>
                    <a:pt x="8057" y="2781"/>
                  </a:lnTo>
                  <a:lnTo>
                    <a:pt x="6865" y="2410"/>
                  </a:lnTo>
                  <a:lnTo>
                    <a:pt x="6420" y="1916"/>
                  </a:lnTo>
                  <a:lnTo>
                    <a:pt x="4968" y="1730"/>
                  </a:lnTo>
                  <a:lnTo>
                    <a:pt x="2744" y="1669"/>
                  </a:lnTo>
                  <a:cubicBezTo>
                    <a:pt x="2744" y="1669"/>
                    <a:pt x="5610" y="1483"/>
                    <a:pt x="5802" y="1545"/>
                  </a:cubicBezTo>
                  <a:cubicBezTo>
                    <a:pt x="5993" y="1607"/>
                    <a:pt x="6636" y="1761"/>
                    <a:pt x="6636" y="1761"/>
                  </a:cubicBezTo>
                  <a:lnTo>
                    <a:pt x="7081" y="2225"/>
                  </a:lnTo>
                  <a:lnTo>
                    <a:pt x="8699" y="2719"/>
                  </a:lnTo>
                  <a:cubicBezTo>
                    <a:pt x="8699" y="2719"/>
                    <a:pt x="8798" y="3090"/>
                    <a:pt x="8953" y="3151"/>
                  </a:cubicBezTo>
                  <a:cubicBezTo>
                    <a:pt x="9113" y="3213"/>
                    <a:pt x="10374" y="3120"/>
                    <a:pt x="10374" y="3120"/>
                  </a:cubicBezTo>
                  <a:lnTo>
                    <a:pt x="10627" y="3491"/>
                  </a:lnTo>
                  <a:lnTo>
                    <a:pt x="12079" y="3368"/>
                  </a:lnTo>
                  <a:lnTo>
                    <a:pt x="13951" y="3059"/>
                  </a:lnTo>
                  <a:lnTo>
                    <a:pt x="17170" y="2750"/>
                  </a:lnTo>
                  <a:lnTo>
                    <a:pt x="17299" y="2070"/>
                  </a:lnTo>
                  <a:lnTo>
                    <a:pt x="17750" y="1854"/>
                  </a:lnTo>
                  <a:lnTo>
                    <a:pt x="16651" y="1329"/>
                  </a:lnTo>
                  <a:lnTo>
                    <a:pt x="15366" y="1236"/>
                  </a:lnTo>
                  <a:cubicBezTo>
                    <a:pt x="15366" y="1236"/>
                    <a:pt x="15261" y="742"/>
                    <a:pt x="14946" y="557"/>
                  </a:cubicBezTo>
                  <a:cubicBezTo>
                    <a:pt x="14624" y="371"/>
                    <a:pt x="13401" y="1"/>
                    <a:pt x="13401" y="1"/>
                  </a:cubicBezTo>
                  <a:lnTo>
                    <a:pt x="15137" y="402"/>
                  </a:lnTo>
                  <a:lnTo>
                    <a:pt x="15749" y="1143"/>
                  </a:lnTo>
                  <a:cubicBezTo>
                    <a:pt x="15749" y="1143"/>
                    <a:pt x="16848" y="1113"/>
                    <a:pt x="16941" y="1174"/>
                  </a:cubicBezTo>
                  <a:cubicBezTo>
                    <a:pt x="17040" y="1236"/>
                    <a:pt x="17744" y="1607"/>
                    <a:pt x="17744" y="1607"/>
                  </a:cubicBezTo>
                  <a:lnTo>
                    <a:pt x="18226" y="1792"/>
                  </a:lnTo>
                  <a:lnTo>
                    <a:pt x="20419" y="170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43"/>
            <p:cNvSpPr/>
            <p:nvPr/>
          </p:nvSpPr>
          <p:spPr>
            <a:xfrm flipH="1">
              <a:off x="6452611" y="4239697"/>
              <a:ext cx="391130" cy="96637"/>
            </a:xfrm>
            <a:custGeom>
              <a:avLst/>
              <a:gdLst/>
              <a:ahLst/>
              <a:cxnLst/>
              <a:rect l="l" t="t" r="r" b="b"/>
              <a:pathLst>
                <a:path w="5654" h="1397" extrusionOk="0">
                  <a:moveTo>
                    <a:pt x="4610" y="1"/>
                  </a:moveTo>
                  <a:lnTo>
                    <a:pt x="5654" y="316"/>
                  </a:lnTo>
                  <a:lnTo>
                    <a:pt x="4252" y="748"/>
                  </a:lnTo>
                  <a:lnTo>
                    <a:pt x="4492" y="1397"/>
                  </a:lnTo>
                  <a:lnTo>
                    <a:pt x="1" y="1144"/>
                  </a:lnTo>
                  <a:lnTo>
                    <a:pt x="4017" y="1218"/>
                  </a:lnTo>
                  <a:lnTo>
                    <a:pt x="3819" y="674"/>
                  </a:lnTo>
                  <a:lnTo>
                    <a:pt x="4357" y="279"/>
                  </a:lnTo>
                  <a:lnTo>
                    <a:pt x="3306" y="1"/>
                  </a:lnTo>
                  <a:close/>
                </a:path>
              </a:pathLst>
            </a:custGeom>
            <a:solidFill>
              <a:srgbClr val="7A2B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43"/>
            <p:cNvSpPr/>
            <p:nvPr/>
          </p:nvSpPr>
          <p:spPr>
            <a:xfrm flipH="1">
              <a:off x="6747419" y="4288466"/>
              <a:ext cx="891560" cy="79551"/>
            </a:xfrm>
            <a:custGeom>
              <a:avLst/>
              <a:gdLst/>
              <a:ahLst/>
              <a:cxnLst/>
              <a:rect l="l" t="t" r="r" b="b"/>
              <a:pathLst>
                <a:path w="12888" h="1150" extrusionOk="0">
                  <a:moveTo>
                    <a:pt x="0" y="1149"/>
                  </a:moveTo>
                  <a:lnTo>
                    <a:pt x="6345" y="0"/>
                  </a:lnTo>
                  <a:lnTo>
                    <a:pt x="12888" y="247"/>
                  </a:lnTo>
                  <a:lnTo>
                    <a:pt x="6537" y="1118"/>
                  </a:lnTo>
                  <a:close/>
                </a:path>
              </a:pathLst>
            </a:custGeom>
            <a:solidFill>
              <a:srgbClr val="7A2B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43"/>
            <p:cNvSpPr/>
            <p:nvPr/>
          </p:nvSpPr>
          <p:spPr>
            <a:xfrm flipH="1">
              <a:off x="8547611" y="5024357"/>
              <a:ext cx="17986" cy="31682"/>
            </a:xfrm>
            <a:custGeom>
              <a:avLst/>
              <a:gdLst/>
              <a:ahLst/>
              <a:cxnLst/>
              <a:rect l="l" t="t" r="r" b="b"/>
              <a:pathLst>
                <a:path w="260" h="458" extrusionOk="0">
                  <a:moveTo>
                    <a:pt x="210" y="25"/>
                  </a:moveTo>
                  <a:cubicBezTo>
                    <a:pt x="167" y="81"/>
                    <a:pt x="136" y="149"/>
                    <a:pt x="105" y="211"/>
                  </a:cubicBezTo>
                  <a:lnTo>
                    <a:pt x="13" y="396"/>
                  </a:lnTo>
                  <a:cubicBezTo>
                    <a:pt x="0" y="427"/>
                    <a:pt x="44" y="458"/>
                    <a:pt x="62" y="427"/>
                  </a:cubicBezTo>
                  <a:lnTo>
                    <a:pt x="155" y="242"/>
                  </a:lnTo>
                  <a:cubicBezTo>
                    <a:pt x="186" y="180"/>
                    <a:pt x="223" y="118"/>
                    <a:pt x="241" y="50"/>
                  </a:cubicBezTo>
                  <a:cubicBezTo>
                    <a:pt x="260" y="19"/>
                    <a:pt x="223" y="1"/>
                    <a:pt x="210" y="25"/>
                  </a:cubicBezTo>
                  <a:close/>
                </a:path>
              </a:pathLst>
            </a:custGeom>
            <a:solidFill>
              <a:srgbClr val="F596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43"/>
            <p:cNvSpPr/>
            <p:nvPr/>
          </p:nvSpPr>
          <p:spPr>
            <a:xfrm flipH="1">
              <a:off x="8353988" y="4754710"/>
              <a:ext cx="19716" cy="12451"/>
            </a:xfrm>
            <a:custGeom>
              <a:avLst/>
              <a:gdLst/>
              <a:ahLst/>
              <a:cxnLst/>
              <a:rect l="l" t="t" r="r" b="b"/>
              <a:pathLst>
                <a:path w="285" h="180" extrusionOk="0">
                  <a:moveTo>
                    <a:pt x="254" y="0"/>
                  </a:moveTo>
                  <a:lnTo>
                    <a:pt x="235" y="0"/>
                  </a:lnTo>
                  <a:cubicBezTo>
                    <a:pt x="229" y="0"/>
                    <a:pt x="223" y="6"/>
                    <a:pt x="204" y="6"/>
                  </a:cubicBezTo>
                  <a:cubicBezTo>
                    <a:pt x="198" y="6"/>
                    <a:pt x="192" y="13"/>
                    <a:pt x="186" y="13"/>
                  </a:cubicBezTo>
                  <a:cubicBezTo>
                    <a:pt x="167" y="25"/>
                    <a:pt x="155" y="31"/>
                    <a:pt x="130" y="37"/>
                  </a:cubicBezTo>
                  <a:cubicBezTo>
                    <a:pt x="99" y="56"/>
                    <a:pt x="68" y="68"/>
                    <a:pt x="31" y="87"/>
                  </a:cubicBezTo>
                  <a:cubicBezTo>
                    <a:pt x="7" y="93"/>
                    <a:pt x="0" y="130"/>
                    <a:pt x="13" y="149"/>
                  </a:cubicBezTo>
                  <a:cubicBezTo>
                    <a:pt x="31" y="167"/>
                    <a:pt x="50" y="179"/>
                    <a:pt x="74" y="161"/>
                  </a:cubicBezTo>
                  <a:cubicBezTo>
                    <a:pt x="105" y="149"/>
                    <a:pt x="142" y="130"/>
                    <a:pt x="173" y="118"/>
                  </a:cubicBezTo>
                  <a:cubicBezTo>
                    <a:pt x="192" y="105"/>
                    <a:pt x="204" y="99"/>
                    <a:pt x="223" y="87"/>
                  </a:cubicBezTo>
                  <a:cubicBezTo>
                    <a:pt x="229" y="74"/>
                    <a:pt x="235" y="74"/>
                    <a:pt x="241" y="68"/>
                  </a:cubicBezTo>
                  <a:cubicBezTo>
                    <a:pt x="254" y="62"/>
                    <a:pt x="260" y="62"/>
                    <a:pt x="266" y="56"/>
                  </a:cubicBezTo>
                  <a:cubicBezTo>
                    <a:pt x="266" y="44"/>
                    <a:pt x="272" y="44"/>
                    <a:pt x="272" y="37"/>
                  </a:cubicBezTo>
                  <a:cubicBezTo>
                    <a:pt x="285" y="31"/>
                    <a:pt x="278" y="6"/>
                    <a:pt x="254" y="0"/>
                  </a:cubicBezTo>
                  <a:close/>
                </a:path>
              </a:pathLst>
            </a:custGeom>
            <a:solidFill>
              <a:srgbClr val="F596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43"/>
            <p:cNvSpPr/>
            <p:nvPr/>
          </p:nvSpPr>
          <p:spPr>
            <a:xfrm flipH="1">
              <a:off x="8136430" y="4656412"/>
              <a:ext cx="23174" cy="22689"/>
            </a:xfrm>
            <a:custGeom>
              <a:avLst/>
              <a:gdLst/>
              <a:ahLst/>
              <a:cxnLst/>
              <a:rect l="l" t="t" r="r" b="b"/>
              <a:pathLst>
                <a:path w="335" h="328" extrusionOk="0">
                  <a:moveTo>
                    <a:pt x="303" y="0"/>
                  </a:moveTo>
                  <a:lnTo>
                    <a:pt x="272" y="0"/>
                  </a:lnTo>
                  <a:cubicBezTo>
                    <a:pt x="260" y="0"/>
                    <a:pt x="260" y="0"/>
                    <a:pt x="254" y="7"/>
                  </a:cubicBezTo>
                  <a:cubicBezTo>
                    <a:pt x="242" y="13"/>
                    <a:pt x="229" y="25"/>
                    <a:pt x="217" y="31"/>
                  </a:cubicBezTo>
                  <a:cubicBezTo>
                    <a:pt x="198" y="44"/>
                    <a:pt x="180" y="50"/>
                    <a:pt x="161" y="68"/>
                  </a:cubicBezTo>
                  <a:cubicBezTo>
                    <a:pt x="124" y="93"/>
                    <a:pt x="93" y="118"/>
                    <a:pt x="50" y="149"/>
                  </a:cubicBezTo>
                  <a:cubicBezTo>
                    <a:pt x="38" y="155"/>
                    <a:pt x="31" y="167"/>
                    <a:pt x="13" y="186"/>
                  </a:cubicBezTo>
                  <a:cubicBezTo>
                    <a:pt x="7" y="198"/>
                    <a:pt x="1" y="217"/>
                    <a:pt x="1" y="229"/>
                  </a:cubicBezTo>
                  <a:cubicBezTo>
                    <a:pt x="1" y="254"/>
                    <a:pt x="7" y="285"/>
                    <a:pt x="31" y="303"/>
                  </a:cubicBezTo>
                  <a:cubicBezTo>
                    <a:pt x="44" y="315"/>
                    <a:pt x="75" y="328"/>
                    <a:pt x="99" y="328"/>
                  </a:cubicBezTo>
                  <a:cubicBezTo>
                    <a:pt x="118" y="328"/>
                    <a:pt x="130" y="322"/>
                    <a:pt x="149" y="315"/>
                  </a:cubicBezTo>
                  <a:cubicBezTo>
                    <a:pt x="161" y="309"/>
                    <a:pt x="167" y="291"/>
                    <a:pt x="186" y="278"/>
                  </a:cubicBezTo>
                  <a:lnTo>
                    <a:pt x="260" y="167"/>
                  </a:lnTo>
                  <a:cubicBezTo>
                    <a:pt x="279" y="155"/>
                    <a:pt x="285" y="130"/>
                    <a:pt x="303" y="112"/>
                  </a:cubicBezTo>
                  <a:cubicBezTo>
                    <a:pt x="309" y="99"/>
                    <a:pt x="316" y="93"/>
                    <a:pt x="322" y="74"/>
                  </a:cubicBezTo>
                  <a:cubicBezTo>
                    <a:pt x="322" y="68"/>
                    <a:pt x="322" y="68"/>
                    <a:pt x="328" y="62"/>
                  </a:cubicBezTo>
                  <a:lnTo>
                    <a:pt x="328" y="31"/>
                  </a:lnTo>
                  <a:cubicBezTo>
                    <a:pt x="334" y="25"/>
                    <a:pt x="316" y="7"/>
                    <a:pt x="303" y="0"/>
                  </a:cubicBezTo>
                  <a:close/>
                </a:path>
              </a:pathLst>
            </a:custGeom>
            <a:solidFill>
              <a:srgbClr val="F596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43"/>
            <p:cNvSpPr/>
            <p:nvPr/>
          </p:nvSpPr>
          <p:spPr>
            <a:xfrm flipH="1">
              <a:off x="8039860" y="4477316"/>
              <a:ext cx="25734" cy="24419"/>
            </a:xfrm>
            <a:custGeom>
              <a:avLst/>
              <a:gdLst/>
              <a:ahLst/>
              <a:cxnLst/>
              <a:rect l="l" t="t" r="r" b="b"/>
              <a:pathLst>
                <a:path w="372" h="353" extrusionOk="0">
                  <a:moveTo>
                    <a:pt x="322" y="7"/>
                  </a:moveTo>
                  <a:cubicBezTo>
                    <a:pt x="310" y="19"/>
                    <a:pt x="291" y="25"/>
                    <a:pt x="279" y="38"/>
                  </a:cubicBezTo>
                  <a:cubicBezTo>
                    <a:pt x="260" y="50"/>
                    <a:pt x="254" y="62"/>
                    <a:pt x="242" y="69"/>
                  </a:cubicBezTo>
                  <a:lnTo>
                    <a:pt x="168" y="137"/>
                  </a:lnTo>
                  <a:lnTo>
                    <a:pt x="100" y="211"/>
                  </a:lnTo>
                  <a:cubicBezTo>
                    <a:pt x="75" y="229"/>
                    <a:pt x="56" y="266"/>
                    <a:pt x="32" y="285"/>
                  </a:cubicBezTo>
                  <a:cubicBezTo>
                    <a:pt x="1" y="316"/>
                    <a:pt x="44" y="353"/>
                    <a:pt x="75" y="334"/>
                  </a:cubicBezTo>
                  <a:cubicBezTo>
                    <a:pt x="100" y="310"/>
                    <a:pt x="130" y="285"/>
                    <a:pt x="155" y="266"/>
                  </a:cubicBezTo>
                  <a:lnTo>
                    <a:pt x="223" y="192"/>
                  </a:lnTo>
                  <a:lnTo>
                    <a:pt x="291" y="124"/>
                  </a:lnTo>
                  <a:lnTo>
                    <a:pt x="334" y="87"/>
                  </a:lnTo>
                  <a:cubicBezTo>
                    <a:pt x="341" y="81"/>
                    <a:pt x="341" y="69"/>
                    <a:pt x="347" y="69"/>
                  </a:cubicBezTo>
                  <a:cubicBezTo>
                    <a:pt x="353" y="62"/>
                    <a:pt x="365" y="56"/>
                    <a:pt x="365" y="38"/>
                  </a:cubicBezTo>
                  <a:cubicBezTo>
                    <a:pt x="371" y="25"/>
                    <a:pt x="347" y="1"/>
                    <a:pt x="322" y="7"/>
                  </a:cubicBezTo>
                  <a:close/>
                </a:path>
              </a:pathLst>
            </a:custGeom>
            <a:solidFill>
              <a:srgbClr val="F596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43"/>
            <p:cNvSpPr/>
            <p:nvPr/>
          </p:nvSpPr>
          <p:spPr>
            <a:xfrm flipH="1">
              <a:off x="7768068" y="4499106"/>
              <a:ext cx="40261" cy="27047"/>
            </a:xfrm>
            <a:custGeom>
              <a:avLst/>
              <a:gdLst/>
              <a:ahLst/>
              <a:cxnLst/>
              <a:rect l="l" t="t" r="r" b="b"/>
              <a:pathLst>
                <a:path w="582" h="391" extrusionOk="0">
                  <a:moveTo>
                    <a:pt x="576" y="19"/>
                  </a:moveTo>
                  <a:cubicBezTo>
                    <a:pt x="569" y="1"/>
                    <a:pt x="545" y="1"/>
                    <a:pt x="526" y="13"/>
                  </a:cubicBezTo>
                  <a:cubicBezTo>
                    <a:pt x="446" y="50"/>
                    <a:pt x="365" y="93"/>
                    <a:pt x="291" y="143"/>
                  </a:cubicBezTo>
                  <a:lnTo>
                    <a:pt x="57" y="279"/>
                  </a:lnTo>
                  <a:cubicBezTo>
                    <a:pt x="1" y="310"/>
                    <a:pt x="50" y="390"/>
                    <a:pt x="106" y="359"/>
                  </a:cubicBezTo>
                  <a:cubicBezTo>
                    <a:pt x="180" y="310"/>
                    <a:pt x="260" y="266"/>
                    <a:pt x="335" y="211"/>
                  </a:cubicBezTo>
                  <a:cubicBezTo>
                    <a:pt x="415" y="168"/>
                    <a:pt x="489" y="118"/>
                    <a:pt x="569" y="56"/>
                  </a:cubicBezTo>
                  <a:cubicBezTo>
                    <a:pt x="582" y="50"/>
                    <a:pt x="582" y="26"/>
                    <a:pt x="576" y="19"/>
                  </a:cubicBezTo>
                  <a:close/>
                </a:path>
              </a:pathLst>
            </a:custGeom>
            <a:solidFill>
              <a:srgbClr val="F596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43"/>
            <p:cNvSpPr/>
            <p:nvPr/>
          </p:nvSpPr>
          <p:spPr>
            <a:xfrm flipH="1">
              <a:off x="7364150" y="2897342"/>
              <a:ext cx="28709" cy="35072"/>
            </a:xfrm>
            <a:custGeom>
              <a:avLst/>
              <a:gdLst/>
              <a:ahLst/>
              <a:cxnLst/>
              <a:rect l="l" t="t" r="r" b="b"/>
              <a:pathLst>
                <a:path w="415" h="507" extrusionOk="0">
                  <a:moveTo>
                    <a:pt x="408" y="99"/>
                  </a:moveTo>
                  <a:cubicBezTo>
                    <a:pt x="402" y="74"/>
                    <a:pt x="377" y="44"/>
                    <a:pt x="352" y="31"/>
                  </a:cubicBezTo>
                  <a:cubicBezTo>
                    <a:pt x="297" y="0"/>
                    <a:pt x="235" y="13"/>
                    <a:pt x="198" y="68"/>
                  </a:cubicBezTo>
                  <a:lnTo>
                    <a:pt x="105" y="204"/>
                  </a:lnTo>
                  <a:cubicBezTo>
                    <a:pt x="74" y="254"/>
                    <a:pt x="50" y="309"/>
                    <a:pt x="19" y="352"/>
                  </a:cubicBezTo>
                  <a:cubicBezTo>
                    <a:pt x="0" y="402"/>
                    <a:pt x="6" y="445"/>
                    <a:pt x="43" y="476"/>
                  </a:cubicBezTo>
                  <a:cubicBezTo>
                    <a:pt x="80" y="507"/>
                    <a:pt x="136" y="507"/>
                    <a:pt x="173" y="470"/>
                  </a:cubicBezTo>
                  <a:cubicBezTo>
                    <a:pt x="216" y="420"/>
                    <a:pt x="260" y="371"/>
                    <a:pt x="297" y="322"/>
                  </a:cubicBezTo>
                  <a:cubicBezTo>
                    <a:pt x="328" y="278"/>
                    <a:pt x="358" y="229"/>
                    <a:pt x="395" y="186"/>
                  </a:cubicBezTo>
                  <a:cubicBezTo>
                    <a:pt x="408" y="161"/>
                    <a:pt x="414" y="124"/>
                    <a:pt x="408" y="99"/>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43"/>
            <p:cNvSpPr/>
            <p:nvPr/>
          </p:nvSpPr>
          <p:spPr>
            <a:xfrm flipH="1">
              <a:off x="7220611" y="2919963"/>
              <a:ext cx="19716" cy="15011"/>
            </a:xfrm>
            <a:custGeom>
              <a:avLst/>
              <a:gdLst/>
              <a:ahLst/>
              <a:cxnLst/>
              <a:rect l="l" t="t" r="r" b="b"/>
              <a:pathLst>
                <a:path w="285" h="217" extrusionOk="0">
                  <a:moveTo>
                    <a:pt x="266" y="50"/>
                  </a:moveTo>
                  <a:cubicBezTo>
                    <a:pt x="254" y="32"/>
                    <a:pt x="242" y="19"/>
                    <a:pt x="223" y="13"/>
                  </a:cubicBezTo>
                  <a:cubicBezTo>
                    <a:pt x="211" y="13"/>
                    <a:pt x="192" y="1"/>
                    <a:pt x="180" y="13"/>
                  </a:cubicBezTo>
                  <a:cubicBezTo>
                    <a:pt x="174" y="13"/>
                    <a:pt x="155" y="19"/>
                    <a:pt x="149" y="25"/>
                  </a:cubicBezTo>
                  <a:lnTo>
                    <a:pt x="112" y="50"/>
                  </a:lnTo>
                  <a:cubicBezTo>
                    <a:pt x="93" y="56"/>
                    <a:pt x="87" y="63"/>
                    <a:pt x="69" y="75"/>
                  </a:cubicBezTo>
                  <a:cubicBezTo>
                    <a:pt x="56" y="81"/>
                    <a:pt x="32" y="93"/>
                    <a:pt x="25" y="106"/>
                  </a:cubicBezTo>
                  <a:cubicBezTo>
                    <a:pt x="19" y="118"/>
                    <a:pt x="7" y="131"/>
                    <a:pt x="7" y="149"/>
                  </a:cubicBezTo>
                  <a:cubicBezTo>
                    <a:pt x="1" y="155"/>
                    <a:pt x="1" y="174"/>
                    <a:pt x="7" y="186"/>
                  </a:cubicBezTo>
                  <a:cubicBezTo>
                    <a:pt x="19" y="198"/>
                    <a:pt x="25" y="205"/>
                    <a:pt x="32" y="205"/>
                  </a:cubicBezTo>
                  <a:cubicBezTo>
                    <a:pt x="38" y="205"/>
                    <a:pt x="38" y="211"/>
                    <a:pt x="50" y="211"/>
                  </a:cubicBezTo>
                  <a:cubicBezTo>
                    <a:pt x="62" y="217"/>
                    <a:pt x="81" y="217"/>
                    <a:pt x="93" y="211"/>
                  </a:cubicBezTo>
                  <a:cubicBezTo>
                    <a:pt x="100" y="211"/>
                    <a:pt x="112" y="205"/>
                    <a:pt x="118" y="205"/>
                  </a:cubicBezTo>
                  <a:cubicBezTo>
                    <a:pt x="143" y="192"/>
                    <a:pt x="155" y="186"/>
                    <a:pt x="180" y="180"/>
                  </a:cubicBezTo>
                  <a:lnTo>
                    <a:pt x="223" y="155"/>
                  </a:lnTo>
                  <a:cubicBezTo>
                    <a:pt x="229" y="155"/>
                    <a:pt x="242" y="149"/>
                    <a:pt x="248" y="149"/>
                  </a:cubicBezTo>
                  <a:cubicBezTo>
                    <a:pt x="260" y="143"/>
                    <a:pt x="279" y="124"/>
                    <a:pt x="285" y="112"/>
                  </a:cubicBezTo>
                  <a:cubicBezTo>
                    <a:pt x="273" y="87"/>
                    <a:pt x="273" y="63"/>
                    <a:pt x="266" y="5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43"/>
            <p:cNvSpPr/>
            <p:nvPr/>
          </p:nvSpPr>
          <p:spPr>
            <a:xfrm flipH="1">
              <a:off x="7227874" y="3132401"/>
              <a:ext cx="21860" cy="20545"/>
            </a:xfrm>
            <a:custGeom>
              <a:avLst/>
              <a:gdLst/>
              <a:ahLst/>
              <a:cxnLst/>
              <a:rect l="l" t="t" r="r" b="b"/>
              <a:pathLst>
                <a:path w="316" h="297" extrusionOk="0">
                  <a:moveTo>
                    <a:pt x="291" y="19"/>
                  </a:moveTo>
                  <a:cubicBezTo>
                    <a:pt x="279" y="6"/>
                    <a:pt x="248" y="0"/>
                    <a:pt x="223" y="13"/>
                  </a:cubicBezTo>
                  <a:cubicBezTo>
                    <a:pt x="217" y="19"/>
                    <a:pt x="205" y="19"/>
                    <a:pt x="192" y="31"/>
                  </a:cubicBezTo>
                  <a:cubicBezTo>
                    <a:pt x="174" y="37"/>
                    <a:pt x="168" y="44"/>
                    <a:pt x="149" y="56"/>
                  </a:cubicBezTo>
                  <a:lnTo>
                    <a:pt x="106" y="105"/>
                  </a:lnTo>
                  <a:lnTo>
                    <a:pt x="63" y="155"/>
                  </a:lnTo>
                  <a:cubicBezTo>
                    <a:pt x="44" y="167"/>
                    <a:pt x="25" y="192"/>
                    <a:pt x="13" y="204"/>
                  </a:cubicBezTo>
                  <a:cubicBezTo>
                    <a:pt x="7" y="217"/>
                    <a:pt x="1" y="229"/>
                    <a:pt x="1" y="247"/>
                  </a:cubicBezTo>
                  <a:cubicBezTo>
                    <a:pt x="1" y="260"/>
                    <a:pt x="7" y="278"/>
                    <a:pt x="13" y="284"/>
                  </a:cubicBezTo>
                  <a:cubicBezTo>
                    <a:pt x="19" y="291"/>
                    <a:pt x="38" y="297"/>
                    <a:pt x="50" y="297"/>
                  </a:cubicBezTo>
                  <a:cubicBezTo>
                    <a:pt x="69" y="297"/>
                    <a:pt x="75" y="291"/>
                    <a:pt x="93" y="284"/>
                  </a:cubicBezTo>
                  <a:cubicBezTo>
                    <a:pt x="106" y="266"/>
                    <a:pt x="131" y="260"/>
                    <a:pt x="143" y="247"/>
                  </a:cubicBezTo>
                  <a:lnTo>
                    <a:pt x="192" y="198"/>
                  </a:lnTo>
                  <a:lnTo>
                    <a:pt x="236" y="149"/>
                  </a:lnTo>
                  <a:lnTo>
                    <a:pt x="266" y="124"/>
                  </a:lnTo>
                  <a:cubicBezTo>
                    <a:pt x="279" y="111"/>
                    <a:pt x="285" y="105"/>
                    <a:pt x="285" y="93"/>
                  </a:cubicBezTo>
                  <a:cubicBezTo>
                    <a:pt x="316" y="74"/>
                    <a:pt x="316" y="44"/>
                    <a:pt x="291" y="19"/>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43"/>
            <p:cNvSpPr/>
            <p:nvPr/>
          </p:nvSpPr>
          <p:spPr>
            <a:xfrm flipH="1">
              <a:off x="9080542" y="3508925"/>
              <a:ext cx="18401" cy="14596"/>
            </a:xfrm>
            <a:custGeom>
              <a:avLst/>
              <a:gdLst/>
              <a:ahLst/>
              <a:cxnLst/>
              <a:rect l="l" t="t" r="r" b="b"/>
              <a:pathLst>
                <a:path w="266" h="211" extrusionOk="0">
                  <a:moveTo>
                    <a:pt x="136" y="0"/>
                  </a:moveTo>
                  <a:cubicBezTo>
                    <a:pt x="0" y="0"/>
                    <a:pt x="0" y="198"/>
                    <a:pt x="136" y="198"/>
                  </a:cubicBezTo>
                  <a:cubicBezTo>
                    <a:pt x="266" y="210"/>
                    <a:pt x="266" y="0"/>
                    <a:pt x="136" y="0"/>
                  </a:cubicBezTo>
                  <a:close/>
                </a:path>
              </a:pathLst>
            </a:custGeom>
            <a:solidFill>
              <a:srgbClr val="F596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43"/>
            <p:cNvSpPr/>
            <p:nvPr/>
          </p:nvSpPr>
          <p:spPr>
            <a:xfrm flipH="1">
              <a:off x="8902344" y="3717005"/>
              <a:ext cx="39362" cy="47938"/>
            </a:xfrm>
            <a:custGeom>
              <a:avLst/>
              <a:gdLst/>
              <a:ahLst/>
              <a:cxnLst/>
              <a:rect l="l" t="t" r="r" b="b"/>
              <a:pathLst>
                <a:path w="569" h="693" extrusionOk="0">
                  <a:moveTo>
                    <a:pt x="563" y="155"/>
                  </a:moveTo>
                  <a:cubicBezTo>
                    <a:pt x="563" y="155"/>
                    <a:pt x="563" y="149"/>
                    <a:pt x="563" y="155"/>
                  </a:cubicBezTo>
                  <a:cubicBezTo>
                    <a:pt x="563" y="100"/>
                    <a:pt x="557" y="63"/>
                    <a:pt x="526" y="32"/>
                  </a:cubicBezTo>
                  <a:cubicBezTo>
                    <a:pt x="501" y="19"/>
                    <a:pt x="470" y="1"/>
                    <a:pt x="445" y="26"/>
                  </a:cubicBezTo>
                  <a:cubicBezTo>
                    <a:pt x="433" y="32"/>
                    <a:pt x="415" y="50"/>
                    <a:pt x="402" y="63"/>
                  </a:cubicBezTo>
                  <a:cubicBezTo>
                    <a:pt x="396" y="81"/>
                    <a:pt x="384" y="94"/>
                    <a:pt x="377" y="118"/>
                  </a:cubicBezTo>
                  <a:lnTo>
                    <a:pt x="377" y="118"/>
                  </a:lnTo>
                  <a:cubicBezTo>
                    <a:pt x="371" y="124"/>
                    <a:pt x="371" y="137"/>
                    <a:pt x="365" y="137"/>
                  </a:cubicBezTo>
                  <a:cubicBezTo>
                    <a:pt x="353" y="143"/>
                    <a:pt x="353" y="155"/>
                    <a:pt x="347" y="174"/>
                  </a:cubicBezTo>
                  <a:cubicBezTo>
                    <a:pt x="340" y="186"/>
                    <a:pt x="334" y="211"/>
                    <a:pt x="322" y="229"/>
                  </a:cubicBezTo>
                  <a:cubicBezTo>
                    <a:pt x="322" y="236"/>
                    <a:pt x="316" y="242"/>
                    <a:pt x="316" y="248"/>
                  </a:cubicBezTo>
                  <a:lnTo>
                    <a:pt x="316" y="248"/>
                  </a:lnTo>
                  <a:lnTo>
                    <a:pt x="316" y="248"/>
                  </a:lnTo>
                  <a:cubicBezTo>
                    <a:pt x="316" y="260"/>
                    <a:pt x="310" y="267"/>
                    <a:pt x="310" y="267"/>
                  </a:cubicBezTo>
                  <a:cubicBezTo>
                    <a:pt x="303" y="273"/>
                    <a:pt x="303" y="279"/>
                    <a:pt x="291" y="297"/>
                  </a:cubicBezTo>
                  <a:lnTo>
                    <a:pt x="291" y="297"/>
                  </a:lnTo>
                  <a:lnTo>
                    <a:pt x="291" y="304"/>
                  </a:lnTo>
                  <a:cubicBezTo>
                    <a:pt x="291" y="310"/>
                    <a:pt x="285" y="322"/>
                    <a:pt x="285" y="328"/>
                  </a:cubicBezTo>
                  <a:cubicBezTo>
                    <a:pt x="279" y="341"/>
                    <a:pt x="272" y="353"/>
                    <a:pt x="260" y="359"/>
                  </a:cubicBezTo>
                  <a:cubicBezTo>
                    <a:pt x="260" y="365"/>
                    <a:pt x="254" y="365"/>
                    <a:pt x="254" y="372"/>
                  </a:cubicBezTo>
                  <a:lnTo>
                    <a:pt x="254" y="372"/>
                  </a:lnTo>
                  <a:cubicBezTo>
                    <a:pt x="242" y="396"/>
                    <a:pt x="217" y="415"/>
                    <a:pt x="198" y="433"/>
                  </a:cubicBezTo>
                  <a:cubicBezTo>
                    <a:pt x="180" y="452"/>
                    <a:pt x="155" y="477"/>
                    <a:pt x="137" y="489"/>
                  </a:cubicBezTo>
                  <a:lnTo>
                    <a:pt x="93" y="538"/>
                  </a:lnTo>
                  <a:cubicBezTo>
                    <a:pt x="87" y="545"/>
                    <a:pt x="75" y="551"/>
                    <a:pt x="62" y="551"/>
                  </a:cubicBezTo>
                  <a:cubicBezTo>
                    <a:pt x="1" y="588"/>
                    <a:pt x="38" y="693"/>
                    <a:pt x="118" y="674"/>
                  </a:cubicBezTo>
                  <a:cubicBezTo>
                    <a:pt x="130" y="674"/>
                    <a:pt x="137" y="668"/>
                    <a:pt x="155" y="668"/>
                  </a:cubicBezTo>
                  <a:cubicBezTo>
                    <a:pt x="180" y="668"/>
                    <a:pt x="211" y="662"/>
                    <a:pt x="229" y="650"/>
                  </a:cubicBezTo>
                  <a:cubicBezTo>
                    <a:pt x="272" y="637"/>
                    <a:pt x="303" y="613"/>
                    <a:pt x="340" y="582"/>
                  </a:cubicBezTo>
                  <a:cubicBezTo>
                    <a:pt x="365" y="569"/>
                    <a:pt x="384" y="545"/>
                    <a:pt x="402" y="520"/>
                  </a:cubicBezTo>
                  <a:cubicBezTo>
                    <a:pt x="408" y="508"/>
                    <a:pt x="427" y="495"/>
                    <a:pt x="433" y="483"/>
                  </a:cubicBezTo>
                  <a:cubicBezTo>
                    <a:pt x="439" y="477"/>
                    <a:pt x="445" y="458"/>
                    <a:pt x="458" y="452"/>
                  </a:cubicBezTo>
                  <a:cubicBezTo>
                    <a:pt x="464" y="446"/>
                    <a:pt x="458" y="446"/>
                    <a:pt x="445" y="458"/>
                  </a:cubicBezTo>
                  <a:lnTo>
                    <a:pt x="458" y="452"/>
                  </a:lnTo>
                  <a:cubicBezTo>
                    <a:pt x="476" y="421"/>
                    <a:pt x="501" y="396"/>
                    <a:pt x="520" y="359"/>
                  </a:cubicBezTo>
                  <a:cubicBezTo>
                    <a:pt x="532" y="328"/>
                    <a:pt x="557" y="291"/>
                    <a:pt x="563" y="248"/>
                  </a:cubicBezTo>
                  <a:cubicBezTo>
                    <a:pt x="569" y="229"/>
                    <a:pt x="569" y="205"/>
                    <a:pt x="569" y="186"/>
                  </a:cubicBezTo>
                  <a:cubicBezTo>
                    <a:pt x="563" y="180"/>
                    <a:pt x="563" y="168"/>
                    <a:pt x="563" y="155"/>
                  </a:cubicBezTo>
                  <a:close/>
                </a:path>
              </a:pathLst>
            </a:custGeom>
            <a:solidFill>
              <a:srgbClr val="F596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43"/>
            <p:cNvSpPr/>
            <p:nvPr/>
          </p:nvSpPr>
          <p:spPr>
            <a:xfrm flipH="1">
              <a:off x="8919432" y="3733262"/>
              <a:ext cx="484" cy="968"/>
            </a:xfrm>
            <a:custGeom>
              <a:avLst/>
              <a:gdLst/>
              <a:ahLst/>
              <a:cxnLst/>
              <a:rect l="l" t="t" r="r" b="b"/>
              <a:pathLst>
                <a:path w="7" h="14" extrusionOk="0">
                  <a:moveTo>
                    <a:pt x="1" y="13"/>
                  </a:moveTo>
                  <a:cubicBezTo>
                    <a:pt x="7" y="1"/>
                    <a:pt x="1" y="1"/>
                    <a:pt x="1" y="13"/>
                  </a:cubicBezTo>
                  <a:close/>
                </a:path>
              </a:pathLst>
            </a:custGeom>
            <a:solidFill>
              <a:srgbClr val="F596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43"/>
            <p:cNvSpPr/>
            <p:nvPr/>
          </p:nvSpPr>
          <p:spPr>
            <a:xfrm flipH="1">
              <a:off x="8513853" y="3261483"/>
              <a:ext cx="21860" cy="22689"/>
            </a:xfrm>
            <a:custGeom>
              <a:avLst/>
              <a:gdLst/>
              <a:ahLst/>
              <a:cxnLst/>
              <a:rect l="l" t="t" r="r" b="b"/>
              <a:pathLst>
                <a:path w="316" h="328" extrusionOk="0">
                  <a:moveTo>
                    <a:pt x="304" y="25"/>
                  </a:moveTo>
                  <a:cubicBezTo>
                    <a:pt x="291" y="19"/>
                    <a:pt x="285" y="19"/>
                    <a:pt x="279" y="6"/>
                  </a:cubicBezTo>
                  <a:cubicBezTo>
                    <a:pt x="260" y="0"/>
                    <a:pt x="254" y="6"/>
                    <a:pt x="242" y="19"/>
                  </a:cubicBezTo>
                  <a:cubicBezTo>
                    <a:pt x="229" y="19"/>
                    <a:pt x="229" y="25"/>
                    <a:pt x="223" y="25"/>
                  </a:cubicBezTo>
                  <a:cubicBezTo>
                    <a:pt x="217" y="25"/>
                    <a:pt x="211" y="31"/>
                    <a:pt x="199" y="37"/>
                  </a:cubicBezTo>
                  <a:lnTo>
                    <a:pt x="180" y="62"/>
                  </a:lnTo>
                  <a:cubicBezTo>
                    <a:pt x="161" y="80"/>
                    <a:pt x="149" y="93"/>
                    <a:pt x="124" y="111"/>
                  </a:cubicBezTo>
                  <a:cubicBezTo>
                    <a:pt x="93" y="142"/>
                    <a:pt x="56" y="173"/>
                    <a:pt x="26" y="192"/>
                  </a:cubicBezTo>
                  <a:cubicBezTo>
                    <a:pt x="7" y="210"/>
                    <a:pt x="1" y="235"/>
                    <a:pt x="1" y="247"/>
                  </a:cubicBezTo>
                  <a:cubicBezTo>
                    <a:pt x="1" y="266"/>
                    <a:pt x="7" y="284"/>
                    <a:pt x="26" y="303"/>
                  </a:cubicBezTo>
                  <a:cubicBezTo>
                    <a:pt x="38" y="315"/>
                    <a:pt x="56" y="328"/>
                    <a:pt x="75" y="328"/>
                  </a:cubicBezTo>
                  <a:cubicBezTo>
                    <a:pt x="100" y="328"/>
                    <a:pt x="118" y="315"/>
                    <a:pt x="131" y="303"/>
                  </a:cubicBezTo>
                  <a:cubicBezTo>
                    <a:pt x="161" y="272"/>
                    <a:pt x="192" y="235"/>
                    <a:pt x="217" y="204"/>
                  </a:cubicBezTo>
                  <a:lnTo>
                    <a:pt x="260" y="155"/>
                  </a:lnTo>
                  <a:lnTo>
                    <a:pt x="285" y="130"/>
                  </a:lnTo>
                  <a:cubicBezTo>
                    <a:pt x="291" y="124"/>
                    <a:pt x="304" y="117"/>
                    <a:pt x="304" y="111"/>
                  </a:cubicBezTo>
                  <a:cubicBezTo>
                    <a:pt x="304" y="99"/>
                    <a:pt x="310" y="99"/>
                    <a:pt x="310" y="93"/>
                  </a:cubicBezTo>
                  <a:cubicBezTo>
                    <a:pt x="316" y="87"/>
                    <a:pt x="316" y="68"/>
                    <a:pt x="316" y="62"/>
                  </a:cubicBezTo>
                  <a:cubicBezTo>
                    <a:pt x="310" y="37"/>
                    <a:pt x="310" y="31"/>
                    <a:pt x="304" y="25"/>
                  </a:cubicBezTo>
                  <a:close/>
                </a:path>
              </a:pathLst>
            </a:custGeom>
            <a:solidFill>
              <a:srgbClr val="F596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43"/>
            <p:cNvSpPr/>
            <p:nvPr/>
          </p:nvSpPr>
          <p:spPr>
            <a:xfrm flipH="1">
              <a:off x="8398468" y="3269992"/>
              <a:ext cx="25665" cy="27878"/>
            </a:xfrm>
            <a:custGeom>
              <a:avLst/>
              <a:gdLst/>
              <a:ahLst/>
              <a:cxnLst/>
              <a:rect l="l" t="t" r="r" b="b"/>
              <a:pathLst>
                <a:path w="371" h="403" extrusionOk="0">
                  <a:moveTo>
                    <a:pt x="359" y="19"/>
                  </a:moveTo>
                  <a:cubicBezTo>
                    <a:pt x="346" y="7"/>
                    <a:pt x="322" y="1"/>
                    <a:pt x="315" y="7"/>
                  </a:cubicBezTo>
                  <a:cubicBezTo>
                    <a:pt x="266" y="50"/>
                    <a:pt x="217" y="99"/>
                    <a:pt x="161" y="149"/>
                  </a:cubicBezTo>
                  <a:lnTo>
                    <a:pt x="93" y="217"/>
                  </a:lnTo>
                  <a:cubicBezTo>
                    <a:pt x="68" y="242"/>
                    <a:pt x="50" y="260"/>
                    <a:pt x="25" y="291"/>
                  </a:cubicBezTo>
                  <a:cubicBezTo>
                    <a:pt x="0" y="316"/>
                    <a:pt x="0" y="353"/>
                    <a:pt x="25" y="377"/>
                  </a:cubicBezTo>
                  <a:cubicBezTo>
                    <a:pt x="44" y="402"/>
                    <a:pt x="87" y="402"/>
                    <a:pt x="105" y="377"/>
                  </a:cubicBezTo>
                  <a:lnTo>
                    <a:pt x="179" y="310"/>
                  </a:lnTo>
                  <a:cubicBezTo>
                    <a:pt x="198" y="279"/>
                    <a:pt x="223" y="254"/>
                    <a:pt x="247" y="223"/>
                  </a:cubicBezTo>
                  <a:cubicBezTo>
                    <a:pt x="285" y="167"/>
                    <a:pt x="334" y="124"/>
                    <a:pt x="365" y="69"/>
                  </a:cubicBezTo>
                  <a:cubicBezTo>
                    <a:pt x="371" y="38"/>
                    <a:pt x="371" y="25"/>
                    <a:pt x="359" y="19"/>
                  </a:cubicBezTo>
                  <a:close/>
                </a:path>
              </a:pathLst>
            </a:custGeom>
            <a:solidFill>
              <a:srgbClr val="F596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43"/>
            <p:cNvSpPr/>
            <p:nvPr/>
          </p:nvSpPr>
          <p:spPr>
            <a:xfrm flipH="1">
              <a:off x="8327493" y="2908410"/>
              <a:ext cx="27879" cy="27462"/>
            </a:xfrm>
            <a:custGeom>
              <a:avLst/>
              <a:gdLst/>
              <a:ahLst/>
              <a:cxnLst/>
              <a:rect l="l" t="t" r="r" b="b"/>
              <a:pathLst>
                <a:path w="403" h="397" extrusionOk="0">
                  <a:moveTo>
                    <a:pt x="372" y="13"/>
                  </a:moveTo>
                  <a:cubicBezTo>
                    <a:pt x="359" y="7"/>
                    <a:pt x="341" y="1"/>
                    <a:pt x="328" y="1"/>
                  </a:cubicBezTo>
                  <a:lnTo>
                    <a:pt x="304" y="1"/>
                  </a:lnTo>
                  <a:cubicBezTo>
                    <a:pt x="279" y="1"/>
                    <a:pt x="260" y="1"/>
                    <a:pt x="236" y="7"/>
                  </a:cubicBezTo>
                  <a:cubicBezTo>
                    <a:pt x="186" y="26"/>
                    <a:pt x="149" y="44"/>
                    <a:pt x="112" y="75"/>
                  </a:cubicBezTo>
                  <a:cubicBezTo>
                    <a:pt x="44" y="137"/>
                    <a:pt x="1" y="230"/>
                    <a:pt x="1" y="322"/>
                  </a:cubicBezTo>
                  <a:cubicBezTo>
                    <a:pt x="1" y="365"/>
                    <a:pt x="32" y="396"/>
                    <a:pt x="75" y="396"/>
                  </a:cubicBezTo>
                  <a:cubicBezTo>
                    <a:pt x="87" y="396"/>
                    <a:pt x="112" y="384"/>
                    <a:pt x="118" y="372"/>
                  </a:cubicBezTo>
                  <a:cubicBezTo>
                    <a:pt x="137" y="353"/>
                    <a:pt x="137" y="341"/>
                    <a:pt x="143" y="322"/>
                  </a:cubicBezTo>
                  <a:cubicBezTo>
                    <a:pt x="143" y="347"/>
                    <a:pt x="143" y="335"/>
                    <a:pt x="143" y="322"/>
                  </a:cubicBezTo>
                  <a:lnTo>
                    <a:pt x="143" y="310"/>
                  </a:lnTo>
                  <a:cubicBezTo>
                    <a:pt x="143" y="298"/>
                    <a:pt x="149" y="291"/>
                    <a:pt x="149" y="285"/>
                  </a:cubicBezTo>
                  <a:cubicBezTo>
                    <a:pt x="149" y="279"/>
                    <a:pt x="149" y="279"/>
                    <a:pt x="155" y="273"/>
                  </a:cubicBezTo>
                  <a:cubicBezTo>
                    <a:pt x="155" y="260"/>
                    <a:pt x="162" y="254"/>
                    <a:pt x="162" y="248"/>
                  </a:cubicBezTo>
                  <a:cubicBezTo>
                    <a:pt x="174" y="236"/>
                    <a:pt x="174" y="230"/>
                    <a:pt x="180" y="223"/>
                  </a:cubicBezTo>
                  <a:cubicBezTo>
                    <a:pt x="180" y="223"/>
                    <a:pt x="180" y="217"/>
                    <a:pt x="186" y="217"/>
                  </a:cubicBezTo>
                  <a:cubicBezTo>
                    <a:pt x="193" y="205"/>
                    <a:pt x="193" y="199"/>
                    <a:pt x="205" y="199"/>
                  </a:cubicBezTo>
                  <a:cubicBezTo>
                    <a:pt x="205" y="199"/>
                    <a:pt x="205" y="192"/>
                    <a:pt x="211" y="192"/>
                  </a:cubicBezTo>
                  <a:lnTo>
                    <a:pt x="211" y="192"/>
                  </a:lnTo>
                  <a:lnTo>
                    <a:pt x="217" y="186"/>
                  </a:lnTo>
                  <a:cubicBezTo>
                    <a:pt x="223" y="168"/>
                    <a:pt x="242" y="162"/>
                    <a:pt x="254" y="143"/>
                  </a:cubicBezTo>
                  <a:lnTo>
                    <a:pt x="254" y="143"/>
                  </a:lnTo>
                  <a:lnTo>
                    <a:pt x="267" y="137"/>
                  </a:lnTo>
                  <a:cubicBezTo>
                    <a:pt x="273" y="131"/>
                    <a:pt x="279" y="131"/>
                    <a:pt x="285" y="125"/>
                  </a:cubicBezTo>
                  <a:lnTo>
                    <a:pt x="335" y="100"/>
                  </a:lnTo>
                  <a:cubicBezTo>
                    <a:pt x="341" y="100"/>
                    <a:pt x="347" y="94"/>
                    <a:pt x="359" y="94"/>
                  </a:cubicBezTo>
                  <a:cubicBezTo>
                    <a:pt x="341" y="100"/>
                    <a:pt x="365" y="94"/>
                    <a:pt x="365" y="81"/>
                  </a:cubicBezTo>
                  <a:cubicBezTo>
                    <a:pt x="372" y="81"/>
                    <a:pt x="372" y="75"/>
                    <a:pt x="378" y="75"/>
                  </a:cubicBezTo>
                  <a:cubicBezTo>
                    <a:pt x="396" y="69"/>
                    <a:pt x="403" y="32"/>
                    <a:pt x="372" y="13"/>
                  </a:cubicBezTo>
                  <a:close/>
                </a:path>
              </a:pathLst>
            </a:custGeom>
            <a:solidFill>
              <a:srgbClr val="F596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43"/>
            <p:cNvSpPr/>
            <p:nvPr/>
          </p:nvSpPr>
          <p:spPr>
            <a:xfrm flipH="1">
              <a:off x="7194869" y="4826100"/>
              <a:ext cx="36387" cy="44895"/>
            </a:xfrm>
            <a:custGeom>
              <a:avLst/>
              <a:gdLst/>
              <a:ahLst/>
              <a:cxnLst/>
              <a:rect l="l" t="t" r="r" b="b"/>
              <a:pathLst>
                <a:path w="526" h="649" extrusionOk="0">
                  <a:moveTo>
                    <a:pt x="432" y="19"/>
                  </a:moveTo>
                  <a:cubicBezTo>
                    <a:pt x="383" y="12"/>
                    <a:pt x="340" y="0"/>
                    <a:pt x="290" y="25"/>
                  </a:cubicBezTo>
                  <a:cubicBezTo>
                    <a:pt x="259" y="43"/>
                    <a:pt x="229" y="62"/>
                    <a:pt x="210" y="87"/>
                  </a:cubicBezTo>
                  <a:cubicBezTo>
                    <a:pt x="161" y="124"/>
                    <a:pt x="117" y="173"/>
                    <a:pt x="87" y="222"/>
                  </a:cubicBezTo>
                  <a:cubicBezTo>
                    <a:pt x="74" y="235"/>
                    <a:pt x="74" y="235"/>
                    <a:pt x="74" y="241"/>
                  </a:cubicBezTo>
                  <a:cubicBezTo>
                    <a:pt x="68" y="247"/>
                    <a:pt x="68" y="260"/>
                    <a:pt x="62" y="272"/>
                  </a:cubicBezTo>
                  <a:lnTo>
                    <a:pt x="62" y="272"/>
                  </a:lnTo>
                  <a:lnTo>
                    <a:pt x="62" y="278"/>
                  </a:lnTo>
                  <a:cubicBezTo>
                    <a:pt x="62" y="290"/>
                    <a:pt x="56" y="297"/>
                    <a:pt x="56" y="297"/>
                  </a:cubicBezTo>
                  <a:cubicBezTo>
                    <a:pt x="37" y="327"/>
                    <a:pt x="25" y="358"/>
                    <a:pt x="12" y="389"/>
                  </a:cubicBezTo>
                  <a:cubicBezTo>
                    <a:pt x="6" y="420"/>
                    <a:pt x="0" y="451"/>
                    <a:pt x="0" y="476"/>
                  </a:cubicBezTo>
                  <a:lnTo>
                    <a:pt x="0" y="513"/>
                  </a:lnTo>
                  <a:lnTo>
                    <a:pt x="0" y="519"/>
                  </a:lnTo>
                  <a:lnTo>
                    <a:pt x="0" y="525"/>
                  </a:lnTo>
                  <a:lnTo>
                    <a:pt x="0" y="575"/>
                  </a:lnTo>
                  <a:cubicBezTo>
                    <a:pt x="0" y="612"/>
                    <a:pt x="25" y="636"/>
                    <a:pt x="62" y="643"/>
                  </a:cubicBezTo>
                  <a:cubicBezTo>
                    <a:pt x="93" y="649"/>
                    <a:pt x="130" y="630"/>
                    <a:pt x="136" y="587"/>
                  </a:cubicBezTo>
                  <a:cubicBezTo>
                    <a:pt x="136" y="581"/>
                    <a:pt x="148" y="568"/>
                    <a:pt x="148" y="556"/>
                  </a:cubicBezTo>
                  <a:lnTo>
                    <a:pt x="148" y="550"/>
                  </a:lnTo>
                  <a:lnTo>
                    <a:pt x="154" y="544"/>
                  </a:lnTo>
                  <a:cubicBezTo>
                    <a:pt x="161" y="525"/>
                    <a:pt x="167" y="513"/>
                    <a:pt x="167" y="494"/>
                  </a:cubicBezTo>
                  <a:lnTo>
                    <a:pt x="167" y="488"/>
                  </a:lnTo>
                  <a:lnTo>
                    <a:pt x="179" y="482"/>
                  </a:lnTo>
                  <a:cubicBezTo>
                    <a:pt x="192" y="451"/>
                    <a:pt x="210" y="414"/>
                    <a:pt x="229" y="383"/>
                  </a:cubicBezTo>
                  <a:cubicBezTo>
                    <a:pt x="241" y="383"/>
                    <a:pt x="241" y="371"/>
                    <a:pt x="247" y="371"/>
                  </a:cubicBezTo>
                  <a:lnTo>
                    <a:pt x="259" y="358"/>
                  </a:lnTo>
                  <a:lnTo>
                    <a:pt x="290" y="327"/>
                  </a:lnTo>
                  <a:cubicBezTo>
                    <a:pt x="303" y="321"/>
                    <a:pt x="315" y="309"/>
                    <a:pt x="321" y="297"/>
                  </a:cubicBezTo>
                  <a:lnTo>
                    <a:pt x="340" y="278"/>
                  </a:lnTo>
                  <a:lnTo>
                    <a:pt x="340" y="278"/>
                  </a:lnTo>
                  <a:lnTo>
                    <a:pt x="408" y="235"/>
                  </a:lnTo>
                  <a:cubicBezTo>
                    <a:pt x="432" y="216"/>
                    <a:pt x="457" y="204"/>
                    <a:pt x="470" y="179"/>
                  </a:cubicBezTo>
                  <a:cubicBezTo>
                    <a:pt x="476" y="173"/>
                    <a:pt x="488" y="154"/>
                    <a:pt x="494" y="148"/>
                  </a:cubicBezTo>
                  <a:cubicBezTo>
                    <a:pt x="525" y="111"/>
                    <a:pt x="488" y="31"/>
                    <a:pt x="432" y="19"/>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43"/>
            <p:cNvSpPr/>
            <p:nvPr/>
          </p:nvSpPr>
          <p:spPr>
            <a:xfrm flipH="1">
              <a:off x="6984644" y="4947434"/>
              <a:ext cx="32098" cy="34242"/>
            </a:xfrm>
            <a:custGeom>
              <a:avLst/>
              <a:gdLst/>
              <a:ahLst/>
              <a:cxnLst/>
              <a:rect l="l" t="t" r="r" b="b"/>
              <a:pathLst>
                <a:path w="464" h="495" extrusionOk="0">
                  <a:moveTo>
                    <a:pt x="458" y="186"/>
                  </a:moveTo>
                  <a:cubicBezTo>
                    <a:pt x="458" y="155"/>
                    <a:pt x="451" y="130"/>
                    <a:pt x="433" y="112"/>
                  </a:cubicBezTo>
                  <a:cubicBezTo>
                    <a:pt x="427" y="93"/>
                    <a:pt x="408" y="81"/>
                    <a:pt x="402" y="62"/>
                  </a:cubicBezTo>
                  <a:cubicBezTo>
                    <a:pt x="377" y="38"/>
                    <a:pt x="353" y="19"/>
                    <a:pt x="309" y="7"/>
                  </a:cubicBezTo>
                  <a:cubicBezTo>
                    <a:pt x="297" y="7"/>
                    <a:pt x="272" y="1"/>
                    <a:pt x="260" y="1"/>
                  </a:cubicBezTo>
                  <a:cubicBezTo>
                    <a:pt x="217" y="1"/>
                    <a:pt x="180" y="7"/>
                    <a:pt x="149" y="32"/>
                  </a:cubicBezTo>
                  <a:cubicBezTo>
                    <a:pt x="136" y="38"/>
                    <a:pt x="118" y="56"/>
                    <a:pt x="105" y="62"/>
                  </a:cubicBezTo>
                  <a:cubicBezTo>
                    <a:pt x="81" y="81"/>
                    <a:pt x="62" y="99"/>
                    <a:pt x="56" y="130"/>
                  </a:cubicBezTo>
                  <a:cubicBezTo>
                    <a:pt x="50" y="149"/>
                    <a:pt x="44" y="161"/>
                    <a:pt x="44" y="180"/>
                  </a:cubicBezTo>
                  <a:lnTo>
                    <a:pt x="44" y="180"/>
                  </a:lnTo>
                  <a:cubicBezTo>
                    <a:pt x="44" y="186"/>
                    <a:pt x="31" y="186"/>
                    <a:pt x="31" y="192"/>
                  </a:cubicBezTo>
                  <a:cubicBezTo>
                    <a:pt x="25" y="211"/>
                    <a:pt x="19" y="223"/>
                    <a:pt x="19" y="235"/>
                  </a:cubicBezTo>
                  <a:lnTo>
                    <a:pt x="19" y="242"/>
                  </a:lnTo>
                  <a:cubicBezTo>
                    <a:pt x="25" y="235"/>
                    <a:pt x="25" y="217"/>
                    <a:pt x="31" y="211"/>
                  </a:cubicBezTo>
                  <a:cubicBezTo>
                    <a:pt x="25" y="217"/>
                    <a:pt x="25" y="235"/>
                    <a:pt x="19" y="242"/>
                  </a:cubicBezTo>
                  <a:cubicBezTo>
                    <a:pt x="19" y="254"/>
                    <a:pt x="19" y="266"/>
                    <a:pt x="13" y="279"/>
                  </a:cubicBezTo>
                  <a:cubicBezTo>
                    <a:pt x="13" y="266"/>
                    <a:pt x="13" y="254"/>
                    <a:pt x="19" y="242"/>
                  </a:cubicBezTo>
                  <a:cubicBezTo>
                    <a:pt x="19" y="248"/>
                    <a:pt x="13" y="254"/>
                    <a:pt x="13" y="266"/>
                  </a:cubicBezTo>
                  <a:cubicBezTo>
                    <a:pt x="0" y="285"/>
                    <a:pt x="0" y="310"/>
                    <a:pt x="0" y="322"/>
                  </a:cubicBezTo>
                  <a:cubicBezTo>
                    <a:pt x="0" y="347"/>
                    <a:pt x="13" y="371"/>
                    <a:pt x="19" y="396"/>
                  </a:cubicBezTo>
                  <a:lnTo>
                    <a:pt x="19" y="396"/>
                  </a:lnTo>
                  <a:lnTo>
                    <a:pt x="19" y="408"/>
                  </a:lnTo>
                  <a:cubicBezTo>
                    <a:pt x="25" y="433"/>
                    <a:pt x="50" y="464"/>
                    <a:pt x="75" y="476"/>
                  </a:cubicBezTo>
                  <a:cubicBezTo>
                    <a:pt x="81" y="476"/>
                    <a:pt x="87" y="489"/>
                    <a:pt x="93" y="489"/>
                  </a:cubicBezTo>
                  <a:cubicBezTo>
                    <a:pt x="112" y="495"/>
                    <a:pt x="124" y="495"/>
                    <a:pt x="143" y="489"/>
                  </a:cubicBezTo>
                  <a:cubicBezTo>
                    <a:pt x="167" y="489"/>
                    <a:pt x="186" y="470"/>
                    <a:pt x="204" y="458"/>
                  </a:cubicBezTo>
                  <a:cubicBezTo>
                    <a:pt x="210" y="445"/>
                    <a:pt x="217" y="439"/>
                    <a:pt x="217" y="433"/>
                  </a:cubicBezTo>
                  <a:cubicBezTo>
                    <a:pt x="229" y="427"/>
                    <a:pt x="229" y="408"/>
                    <a:pt x="235" y="402"/>
                  </a:cubicBezTo>
                  <a:lnTo>
                    <a:pt x="235" y="402"/>
                  </a:lnTo>
                  <a:lnTo>
                    <a:pt x="291" y="402"/>
                  </a:lnTo>
                  <a:cubicBezTo>
                    <a:pt x="322" y="402"/>
                    <a:pt x="340" y="396"/>
                    <a:pt x="365" y="377"/>
                  </a:cubicBezTo>
                  <a:cubicBezTo>
                    <a:pt x="390" y="365"/>
                    <a:pt x="414" y="347"/>
                    <a:pt x="427" y="328"/>
                  </a:cubicBezTo>
                  <a:cubicBezTo>
                    <a:pt x="445" y="303"/>
                    <a:pt x="458" y="279"/>
                    <a:pt x="464" y="254"/>
                  </a:cubicBezTo>
                  <a:cubicBezTo>
                    <a:pt x="464" y="242"/>
                    <a:pt x="464" y="211"/>
                    <a:pt x="458" y="186"/>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43"/>
            <p:cNvSpPr/>
            <p:nvPr/>
          </p:nvSpPr>
          <p:spPr>
            <a:xfrm flipH="1">
              <a:off x="7015843" y="4964520"/>
              <a:ext cx="69" cy="69"/>
            </a:xfrm>
            <a:custGeom>
              <a:avLst/>
              <a:gdLst/>
              <a:ahLst/>
              <a:cxnLst/>
              <a:rect l="l" t="t" r="r" b="b"/>
              <a:pathLst>
                <a:path w="1" h="1" extrusionOk="0">
                  <a:moveTo>
                    <a:pt x="1" y="1"/>
                  </a:moveTo>
                  <a:lnTo>
                    <a:pt x="1" y="1"/>
                  </a:lnTo>
                  <a:lnTo>
                    <a:pt x="1" y="1"/>
                  </a:lnTo>
                  <a:close/>
                </a:path>
              </a:pathLst>
            </a:custGeom>
            <a:solidFill>
              <a:srgbClr val="F596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43"/>
            <p:cNvSpPr/>
            <p:nvPr/>
          </p:nvSpPr>
          <p:spPr>
            <a:xfrm flipH="1">
              <a:off x="7015843" y="4964520"/>
              <a:ext cx="69" cy="484"/>
            </a:xfrm>
            <a:custGeom>
              <a:avLst/>
              <a:gdLst/>
              <a:ahLst/>
              <a:cxnLst/>
              <a:rect l="l" t="t" r="r" b="b"/>
              <a:pathLst>
                <a:path w="1" h="7" extrusionOk="0">
                  <a:moveTo>
                    <a:pt x="1" y="1"/>
                  </a:moveTo>
                  <a:lnTo>
                    <a:pt x="1" y="1"/>
                  </a:lnTo>
                  <a:lnTo>
                    <a:pt x="1" y="1"/>
                  </a:lnTo>
                  <a:cubicBezTo>
                    <a:pt x="1" y="7"/>
                    <a:pt x="1" y="7"/>
                    <a:pt x="1" y="1"/>
                  </a:cubicBezTo>
                  <a:close/>
                </a:path>
              </a:pathLst>
            </a:custGeom>
            <a:solidFill>
              <a:srgbClr val="F596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43"/>
            <p:cNvSpPr/>
            <p:nvPr/>
          </p:nvSpPr>
          <p:spPr>
            <a:xfrm flipH="1">
              <a:off x="6823049" y="4708086"/>
              <a:ext cx="9892" cy="26148"/>
            </a:xfrm>
            <a:custGeom>
              <a:avLst/>
              <a:gdLst/>
              <a:ahLst/>
              <a:cxnLst/>
              <a:rect l="l" t="t" r="r" b="b"/>
              <a:pathLst>
                <a:path w="143" h="378" extrusionOk="0">
                  <a:moveTo>
                    <a:pt x="117" y="112"/>
                  </a:moveTo>
                  <a:cubicBezTo>
                    <a:pt x="111" y="87"/>
                    <a:pt x="111" y="63"/>
                    <a:pt x="105" y="38"/>
                  </a:cubicBezTo>
                  <a:cubicBezTo>
                    <a:pt x="93" y="1"/>
                    <a:pt x="31" y="1"/>
                    <a:pt x="25" y="38"/>
                  </a:cubicBezTo>
                  <a:cubicBezTo>
                    <a:pt x="19" y="63"/>
                    <a:pt x="12" y="87"/>
                    <a:pt x="12" y="112"/>
                  </a:cubicBezTo>
                  <a:cubicBezTo>
                    <a:pt x="0" y="131"/>
                    <a:pt x="0" y="162"/>
                    <a:pt x="0" y="186"/>
                  </a:cubicBezTo>
                  <a:cubicBezTo>
                    <a:pt x="0" y="211"/>
                    <a:pt x="0" y="236"/>
                    <a:pt x="12" y="254"/>
                  </a:cubicBezTo>
                  <a:cubicBezTo>
                    <a:pt x="12" y="279"/>
                    <a:pt x="12" y="304"/>
                    <a:pt x="19" y="328"/>
                  </a:cubicBezTo>
                  <a:cubicBezTo>
                    <a:pt x="19" y="353"/>
                    <a:pt x="43" y="378"/>
                    <a:pt x="74" y="378"/>
                  </a:cubicBezTo>
                  <a:cubicBezTo>
                    <a:pt x="105" y="378"/>
                    <a:pt x="124" y="359"/>
                    <a:pt x="124" y="328"/>
                  </a:cubicBezTo>
                  <a:cubicBezTo>
                    <a:pt x="124" y="304"/>
                    <a:pt x="124" y="279"/>
                    <a:pt x="136" y="254"/>
                  </a:cubicBezTo>
                  <a:cubicBezTo>
                    <a:pt x="136" y="236"/>
                    <a:pt x="142" y="211"/>
                    <a:pt x="142" y="186"/>
                  </a:cubicBezTo>
                  <a:cubicBezTo>
                    <a:pt x="117" y="162"/>
                    <a:pt x="117" y="131"/>
                    <a:pt x="117" y="112"/>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43"/>
            <p:cNvSpPr/>
            <p:nvPr/>
          </p:nvSpPr>
          <p:spPr>
            <a:xfrm flipH="1">
              <a:off x="6915399" y="4567106"/>
              <a:ext cx="26979" cy="26563"/>
            </a:xfrm>
            <a:custGeom>
              <a:avLst/>
              <a:gdLst/>
              <a:ahLst/>
              <a:cxnLst/>
              <a:rect l="l" t="t" r="r" b="b"/>
              <a:pathLst>
                <a:path w="390" h="384" extrusionOk="0">
                  <a:moveTo>
                    <a:pt x="371" y="19"/>
                  </a:moveTo>
                  <a:cubicBezTo>
                    <a:pt x="359" y="0"/>
                    <a:pt x="328" y="0"/>
                    <a:pt x="309" y="19"/>
                  </a:cubicBezTo>
                  <a:cubicBezTo>
                    <a:pt x="285" y="37"/>
                    <a:pt x="260" y="56"/>
                    <a:pt x="229" y="74"/>
                  </a:cubicBezTo>
                  <a:lnTo>
                    <a:pt x="161" y="148"/>
                  </a:lnTo>
                  <a:lnTo>
                    <a:pt x="25" y="284"/>
                  </a:lnTo>
                  <a:cubicBezTo>
                    <a:pt x="0" y="309"/>
                    <a:pt x="0" y="340"/>
                    <a:pt x="25" y="365"/>
                  </a:cubicBezTo>
                  <a:cubicBezTo>
                    <a:pt x="44" y="383"/>
                    <a:pt x="75" y="383"/>
                    <a:pt x="99" y="365"/>
                  </a:cubicBezTo>
                  <a:lnTo>
                    <a:pt x="241" y="223"/>
                  </a:lnTo>
                  <a:lnTo>
                    <a:pt x="309" y="155"/>
                  </a:lnTo>
                  <a:cubicBezTo>
                    <a:pt x="334" y="130"/>
                    <a:pt x="353" y="99"/>
                    <a:pt x="371" y="74"/>
                  </a:cubicBezTo>
                  <a:cubicBezTo>
                    <a:pt x="390" y="62"/>
                    <a:pt x="390" y="31"/>
                    <a:pt x="371" y="19"/>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43"/>
            <p:cNvSpPr/>
            <p:nvPr/>
          </p:nvSpPr>
          <p:spPr>
            <a:xfrm flipH="1">
              <a:off x="6585092" y="4849135"/>
              <a:ext cx="39362" cy="59075"/>
            </a:xfrm>
            <a:custGeom>
              <a:avLst/>
              <a:gdLst/>
              <a:ahLst/>
              <a:cxnLst/>
              <a:rect l="l" t="t" r="r" b="b"/>
              <a:pathLst>
                <a:path w="569" h="854" extrusionOk="0">
                  <a:moveTo>
                    <a:pt x="488" y="19"/>
                  </a:moveTo>
                  <a:cubicBezTo>
                    <a:pt x="451" y="32"/>
                    <a:pt x="433" y="69"/>
                    <a:pt x="402" y="93"/>
                  </a:cubicBezTo>
                  <a:cubicBezTo>
                    <a:pt x="390" y="112"/>
                    <a:pt x="371" y="118"/>
                    <a:pt x="359" y="143"/>
                  </a:cubicBezTo>
                  <a:cubicBezTo>
                    <a:pt x="352" y="155"/>
                    <a:pt x="334" y="161"/>
                    <a:pt x="328" y="180"/>
                  </a:cubicBezTo>
                  <a:cubicBezTo>
                    <a:pt x="297" y="211"/>
                    <a:pt x="278" y="242"/>
                    <a:pt x="260" y="272"/>
                  </a:cubicBezTo>
                  <a:cubicBezTo>
                    <a:pt x="235" y="303"/>
                    <a:pt x="210" y="340"/>
                    <a:pt x="198" y="371"/>
                  </a:cubicBezTo>
                  <a:cubicBezTo>
                    <a:pt x="155" y="433"/>
                    <a:pt x="124" y="501"/>
                    <a:pt x="93" y="575"/>
                  </a:cubicBezTo>
                  <a:cubicBezTo>
                    <a:pt x="81" y="612"/>
                    <a:pt x="62" y="649"/>
                    <a:pt x="50" y="680"/>
                  </a:cubicBezTo>
                  <a:cubicBezTo>
                    <a:pt x="50" y="686"/>
                    <a:pt x="44" y="699"/>
                    <a:pt x="44" y="705"/>
                  </a:cubicBezTo>
                  <a:lnTo>
                    <a:pt x="44" y="736"/>
                  </a:lnTo>
                  <a:cubicBezTo>
                    <a:pt x="44" y="742"/>
                    <a:pt x="25" y="767"/>
                    <a:pt x="25" y="773"/>
                  </a:cubicBezTo>
                  <a:cubicBezTo>
                    <a:pt x="0" y="822"/>
                    <a:pt x="62" y="853"/>
                    <a:pt x="87" y="810"/>
                  </a:cubicBezTo>
                  <a:cubicBezTo>
                    <a:pt x="93" y="804"/>
                    <a:pt x="105" y="791"/>
                    <a:pt x="112" y="779"/>
                  </a:cubicBezTo>
                  <a:cubicBezTo>
                    <a:pt x="124" y="779"/>
                    <a:pt x="136" y="773"/>
                    <a:pt x="149" y="767"/>
                  </a:cubicBezTo>
                  <a:cubicBezTo>
                    <a:pt x="167" y="748"/>
                    <a:pt x="173" y="736"/>
                    <a:pt x="186" y="717"/>
                  </a:cubicBezTo>
                  <a:cubicBezTo>
                    <a:pt x="210" y="699"/>
                    <a:pt x="235" y="662"/>
                    <a:pt x="260" y="631"/>
                  </a:cubicBezTo>
                  <a:cubicBezTo>
                    <a:pt x="303" y="575"/>
                    <a:pt x="352" y="520"/>
                    <a:pt x="390" y="458"/>
                  </a:cubicBezTo>
                  <a:cubicBezTo>
                    <a:pt x="402" y="427"/>
                    <a:pt x="427" y="396"/>
                    <a:pt x="445" y="371"/>
                  </a:cubicBezTo>
                  <a:cubicBezTo>
                    <a:pt x="451" y="353"/>
                    <a:pt x="464" y="340"/>
                    <a:pt x="476" y="322"/>
                  </a:cubicBezTo>
                  <a:cubicBezTo>
                    <a:pt x="482" y="310"/>
                    <a:pt x="488" y="285"/>
                    <a:pt x="495" y="272"/>
                  </a:cubicBezTo>
                  <a:cubicBezTo>
                    <a:pt x="507" y="254"/>
                    <a:pt x="513" y="248"/>
                    <a:pt x="519" y="229"/>
                  </a:cubicBezTo>
                  <a:cubicBezTo>
                    <a:pt x="525" y="211"/>
                    <a:pt x="538" y="192"/>
                    <a:pt x="538" y="167"/>
                  </a:cubicBezTo>
                  <a:cubicBezTo>
                    <a:pt x="544" y="130"/>
                    <a:pt x="569" y="100"/>
                    <a:pt x="569" y="62"/>
                  </a:cubicBezTo>
                  <a:cubicBezTo>
                    <a:pt x="550" y="19"/>
                    <a:pt x="519" y="1"/>
                    <a:pt x="488" y="19"/>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43"/>
            <p:cNvSpPr/>
            <p:nvPr/>
          </p:nvSpPr>
          <p:spPr>
            <a:xfrm flipH="1">
              <a:off x="7431243" y="2959324"/>
              <a:ext cx="15842" cy="20130"/>
            </a:xfrm>
            <a:custGeom>
              <a:avLst/>
              <a:gdLst/>
              <a:ahLst/>
              <a:cxnLst/>
              <a:rect l="l" t="t" r="r" b="b"/>
              <a:pathLst>
                <a:path w="229" h="291" extrusionOk="0">
                  <a:moveTo>
                    <a:pt x="229" y="62"/>
                  </a:moveTo>
                  <a:cubicBezTo>
                    <a:pt x="229" y="43"/>
                    <a:pt x="222" y="31"/>
                    <a:pt x="210" y="19"/>
                  </a:cubicBezTo>
                  <a:cubicBezTo>
                    <a:pt x="198" y="13"/>
                    <a:pt x="192" y="6"/>
                    <a:pt x="179" y="6"/>
                  </a:cubicBezTo>
                  <a:cubicBezTo>
                    <a:pt x="161" y="0"/>
                    <a:pt x="136" y="0"/>
                    <a:pt x="124" y="6"/>
                  </a:cubicBezTo>
                  <a:cubicBezTo>
                    <a:pt x="93" y="13"/>
                    <a:pt x="68" y="31"/>
                    <a:pt x="43" y="50"/>
                  </a:cubicBezTo>
                  <a:cubicBezTo>
                    <a:pt x="37" y="62"/>
                    <a:pt x="25" y="68"/>
                    <a:pt x="25" y="74"/>
                  </a:cubicBezTo>
                  <a:cubicBezTo>
                    <a:pt x="12" y="80"/>
                    <a:pt x="12" y="99"/>
                    <a:pt x="6" y="105"/>
                  </a:cubicBezTo>
                  <a:cubicBezTo>
                    <a:pt x="0" y="124"/>
                    <a:pt x="0" y="142"/>
                    <a:pt x="0" y="161"/>
                  </a:cubicBezTo>
                  <a:cubicBezTo>
                    <a:pt x="0" y="198"/>
                    <a:pt x="6" y="235"/>
                    <a:pt x="37" y="266"/>
                  </a:cubicBezTo>
                  <a:cubicBezTo>
                    <a:pt x="56" y="284"/>
                    <a:pt x="87" y="291"/>
                    <a:pt x="105" y="284"/>
                  </a:cubicBezTo>
                  <a:lnTo>
                    <a:pt x="124" y="284"/>
                  </a:lnTo>
                  <a:cubicBezTo>
                    <a:pt x="148" y="284"/>
                    <a:pt x="161" y="266"/>
                    <a:pt x="161" y="241"/>
                  </a:cubicBezTo>
                  <a:cubicBezTo>
                    <a:pt x="161" y="229"/>
                    <a:pt x="155" y="216"/>
                    <a:pt x="136" y="204"/>
                  </a:cubicBezTo>
                  <a:cubicBezTo>
                    <a:pt x="136" y="198"/>
                    <a:pt x="130" y="198"/>
                    <a:pt x="130" y="192"/>
                  </a:cubicBezTo>
                  <a:lnTo>
                    <a:pt x="130" y="192"/>
                  </a:lnTo>
                  <a:lnTo>
                    <a:pt x="130" y="198"/>
                  </a:lnTo>
                  <a:lnTo>
                    <a:pt x="130" y="192"/>
                  </a:lnTo>
                  <a:lnTo>
                    <a:pt x="130" y="192"/>
                  </a:lnTo>
                  <a:lnTo>
                    <a:pt x="130" y="179"/>
                  </a:lnTo>
                  <a:lnTo>
                    <a:pt x="130" y="179"/>
                  </a:lnTo>
                  <a:lnTo>
                    <a:pt x="130" y="173"/>
                  </a:lnTo>
                  <a:cubicBezTo>
                    <a:pt x="130" y="167"/>
                    <a:pt x="130" y="161"/>
                    <a:pt x="136" y="148"/>
                  </a:cubicBezTo>
                  <a:cubicBezTo>
                    <a:pt x="136" y="142"/>
                    <a:pt x="136" y="142"/>
                    <a:pt x="148" y="136"/>
                  </a:cubicBezTo>
                  <a:cubicBezTo>
                    <a:pt x="155" y="130"/>
                    <a:pt x="155" y="118"/>
                    <a:pt x="155" y="111"/>
                  </a:cubicBezTo>
                  <a:lnTo>
                    <a:pt x="155" y="111"/>
                  </a:lnTo>
                  <a:lnTo>
                    <a:pt x="161" y="105"/>
                  </a:lnTo>
                  <a:lnTo>
                    <a:pt x="161" y="105"/>
                  </a:lnTo>
                  <a:lnTo>
                    <a:pt x="167" y="105"/>
                  </a:lnTo>
                  <a:lnTo>
                    <a:pt x="161" y="105"/>
                  </a:lnTo>
                  <a:lnTo>
                    <a:pt x="161" y="105"/>
                  </a:lnTo>
                  <a:cubicBezTo>
                    <a:pt x="167" y="105"/>
                    <a:pt x="179" y="111"/>
                    <a:pt x="185" y="111"/>
                  </a:cubicBezTo>
                  <a:cubicBezTo>
                    <a:pt x="192" y="111"/>
                    <a:pt x="198" y="111"/>
                    <a:pt x="185" y="111"/>
                  </a:cubicBezTo>
                  <a:cubicBezTo>
                    <a:pt x="198" y="111"/>
                    <a:pt x="216" y="111"/>
                    <a:pt x="222" y="105"/>
                  </a:cubicBezTo>
                  <a:cubicBezTo>
                    <a:pt x="229" y="93"/>
                    <a:pt x="229" y="74"/>
                    <a:pt x="229" y="62"/>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43"/>
            <p:cNvSpPr/>
            <p:nvPr/>
          </p:nvSpPr>
          <p:spPr>
            <a:xfrm flipH="1">
              <a:off x="7352590" y="2985818"/>
              <a:ext cx="13766" cy="39776"/>
            </a:xfrm>
            <a:custGeom>
              <a:avLst/>
              <a:gdLst/>
              <a:ahLst/>
              <a:cxnLst/>
              <a:rect l="l" t="t" r="r" b="b"/>
              <a:pathLst>
                <a:path w="199" h="575" extrusionOk="0">
                  <a:moveTo>
                    <a:pt x="174" y="25"/>
                  </a:moveTo>
                  <a:cubicBezTo>
                    <a:pt x="161" y="0"/>
                    <a:pt x="130" y="0"/>
                    <a:pt x="106" y="13"/>
                  </a:cubicBezTo>
                  <a:cubicBezTo>
                    <a:pt x="75" y="43"/>
                    <a:pt x="75" y="93"/>
                    <a:pt x="63" y="130"/>
                  </a:cubicBezTo>
                  <a:cubicBezTo>
                    <a:pt x="50" y="167"/>
                    <a:pt x="44" y="216"/>
                    <a:pt x="38" y="254"/>
                  </a:cubicBezTo>
                  <a:cubicBezTo>
                    <a:pt x="19" y="334"/>
                    <a:pt x="7" y="420"/>
                    <a:pt x="1" y="501"/>
                  </a:cubicBezTo>
                  <a:cubicBezTo>
                    <a:pt x="1" y="525"/>
                    <a:pt x="7" y="556"/>
                    <a:pt x="32" y="562"/>
                  </a:cubicBezTo>
                  <a:cubicBezTo>
                    <a:pt x="50" y="575"/>
                    <a:pt x="81" y="556"/>
                    <a:pt x="93" y="532"/>
                  </a:cubicBezTo>
                  <a:cubicBezTo>
                    <a:pt x="112" y="451"/>
                    <a:pt x="130" y="371"/>
                    <a:pt x="143" y="284"/>
                  </a:cubicBezTo>
                  <a:lnTo>
                    <a:pt x="168" y="173"/>
                  </a:lnTo>
                  <a:cubicBezTo>
                    <a:pt x="186" y="118"/>
                    <a:pt x="198" y="62"/>
                    <a:pt x="174" y="25"/>
                  </a:cubicBezTo>
                  <a:close/>
                </a:path>
              </a:pathLst>
            </a:custGeom>
            <a:solidFill>
              <a:srgbClr val="F596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43"/>
            <p:cNvSpPr/>
            <p:nvPr/>
          </p:nvSpPr>
          <p:spPr>
            <a:xfrm flipH="1">
              <a:off x="7366287" y="3224682"/>
              <a:ext cx="11622" cy="32166"/>
            </a:xfrm>
            <a:custGeom>
              <a:avLst/>
              <a:gdLst/>
              <a:ahLst/>
              <a:cxnLst/>
              <a:rect l="l" t="t" r="r" b="b"/>
              <a:pathLst>
                <a:path w="168" h="465" extrusionOk="0">
                  <a:moveTo>
                    <a:pt x="118" y="25"/>
                  </a:moveTo>
                  <a:cubicBezTo>
                    <a:pt x="106" y="56"/>
                    <a:pt x="94" y="87"/>
                    <a:pt x="87" y="118"/>
                  </a:cubicBezTo>
                  <a:cubicBezTo>
                    <a:pt x="81" y="149"/>
                    <a:pt x="63" y="180"/>
                    <a:pt x="57" y="211"/>
                  </a:cubicBezTo>
                  <a:cubicBezTo>
                    <a:pt x="32" y="273"/>
                    <a:pt x="26" y="334"/>
                    <a:pt x="13" y="396"/>
                  </a:cubicBezTo>
                  <a:cubicBezTo>
                    <a:pt x="1" y="439"/>
                    <a:pt x="75" y="464"/>
                    <a:pt x="87" y="415"/>
                  </a:cubicBezTo>
                  <a:cubicBezTo>
                    <a:pt x="106" y="353"/>
                    <a:pt x="124" y="291"/>
                    <a:pt x="137" y="229"/>
                  </a:cubicBezTo>
                  <a:cubicBezTo>
                    <a:pt x="143" y="198"/>
                    <a:pt x="149" y="168"/>
                    <a:pt x="149" y="137"/>
                  </a:cubicBezTo>
                  <a:cubicBezTo>
                    <a:pt x="155" y="106"/>
                    <a:pt x="168" y="75"/>
                    <a:pt x="168" y="38"/>
                  </a:cubicBezTo>
                  <a:cubicBezTo>
                    <a:pt x="168" y="7"/>
                    <a:pt x="137" y="1"/>
                    <a:pt x="118" y="25"/>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43"/>
            <p:cNvSpPr/>
            <p:nvPr/>
          </p:nvSpPr>
          <p:spPr>
            <a:xfrm flipH="1">
              <a:off x="7321392" y="3781131"/>
              <a:ext cx="14596" cy="27462"/>
            </a:xfrm>
            <a:custGeom>
              <a:avLst/>
              <a:gdLst/>
              <a:ahLst/>
              <a:cxnLst/>
              <a:rect l="l" t="t" r="r" b="b"/>
              <a:pathLst>
                <a:path w="211" h="397" extrusionOk="0">
                  <a:moveTo>
                    <a:pt x="161" y="25"/>
                  </a:moveTo>
                  <a:cubicBezTo>
                    <a:pt x="124" y="1"/>
                    <a:pt x="75" y="19"/>
                    <a:pt x="56" y="56"/>
                  </a:cubicBezTo>
                  <a:cubicBezTo>
                    <a:pt x="44" y="75"/>
                    <a:pt x="37" y="87"/>
                    <a:pt x="37" y="99"/>
                  </a:cubicBezTo>
                  <a:cubicBezTo>
                    <a:pt x="31" y="124"/>
                    <a:pt x="31" y="149"/>
                    <a:pt x="19" y="174"/>
                  </a:cubicBezTo>
                  <a:cubicBezTo>
                    <a:pt x="13" y="192"/>
                    <a:pt x="13" y="217"/>
                    <a:pt x="7" y="242"/>
                  </a:cubicBezTo>
                  <a:cubicBezTo>
                    <a:pt x="7" y="254"/>
                    <a:pt x="0" y="272"/>
                    <a:pt x="0" y="285"/>
                  </a:cubicBezTo>
                  <a:cubicBezTo>
                    <a:pt x="0" y="303"/>
                    <a:pt x="0" y="310"/>
                    <a:pt x="7" y="328"/>
                  </a:cubicBezTo>
                  <a:cubicBezTo>
                    <a:pt x="7" y="347"/>
                    <a:pt x="19" y="384"/>
                    <a:pt x="50" y="390"/>
                  </a:cubicBezTo>
                  <a:cubicBezTo>
                    <a:pt x="81" y="396"/>
                    <a:pt x="105" y="377"/>
                    <a:pt x="124" y="359"/>
                  </a:cubicBezTo>
                  <a:cubicBezTo>
                    <a:pt x="136" y="334"/>
                    <a:pt x="155" y="310"/>
                    <a:pt x="155" y="285"/>
                  </a:cubicBezTo>
                  <a:cubicBezTo>
                    <a:pt x="161" y="266"/>
                    <a:pt x="161" y="248"/>
                    <a:pt x="167" y="229"/>
                  </a:cubicBezTo>
                  <a:cubicBezTo>
                    <a:pt x="173" y="204"/>
                    <a:pt x="173" y="186"/>
                    <a:pt x="186" y="167"/>
                  </a:cubicBezTo>
                  <a:cubicBezTo>
                    <a:pt x="192" y="143"/>
                    <a:pt x="192" y="112"/>
                    <a:pt x="192" y="87"/>
                  </a:cubicBezTo>
                  <a:cubicBezTo>
                    <a:pt x="210" y="62"/>
                    <a:pt x="192" y="44"/>
                    <a:pt x="161" y="25"/>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43"/>
            <p:cNvSpPr/>
            <p:nvPr/>
          </p:nvSpPr>
          <p:spPr>
            <a:xfrm flipH="1">
              <a:off x="7285075" y="3804651"/>
              <a:ext cx="16741" cy="12036"/>
            </a:xfrm>
            <a:custGeom>
              <a:avLst/>
              <a:gdLst/>
              <a:ahLst/>
              <a:cxnLst/>
              <a:rect l="l" t="t" r="r" b="b"/>
              <a:pathLst>
                <a:path w="242" h="174" extrusionOk="0">
                  <a:moveTo>
                    <a:pt x="242" y="56"/>
                  </a:moveTo>
                  <a:cubicBezTo>
                    <a:pt x="242" y="44"/>
                    <a:pt x="242" y="25"/>
                    <a:pt x="223" y="19"/>
                  </a:cubicBezTo>
                  <a:cubicBezTo>
                    <a:pt x="217" y="13"/>
                    <a:pt x="198" y="13"/>
                    <a:pt x="186" y="13"/>
                  </a:cubicBezTo>
                  <a:cubicBezTo>
                    <a:pt x="180" y="13"/>
                    <a:pt x="167" y="0"/>
                    <a:pt x="155" y="0"/>
                  </a:cubicBezTo>
                  <a:cubicBezTo>
                    <a:pt x="149" y="0"/>
                    <a:pt x="137" y="0"/>
                    <a:pt x="124" y="13"/>
                  </a:cubicBezTo>
                  <a:cubicBezTo>
                    <a:pt x="106" y="13"/>
                    <a:pt x="99" y="19"/>
                    <a:pt x="81" y="25"/>
                  </a:cubicBezTo>
                  <a:lnTo>
                    <a:pt x="38" y="50"/>
                  </a:lnTo>
                  <a:cubicBezTo>
                    <a:pt x="13" y="62"/>
                    <a:pt x="1" y="93"/>
                    <a:pt x="13" y="124"/>
                  </a:cubicBezTo>
                  <a:cubicBezTo>
                    <a:pt x="25" y="155"/>
                    <a:pt x="62" y="173"/>
                    <a:pt x="87" y="167"/>
                  </a:cubicBezTo>
                  <a:cubicBezTo>
                    <a:pt x="99" y="155"/>
                    <a:pt x="118" y="155"/>
                    <a:pt x="130" y="149"/>
                  </a:cubicBezTo>
                  <a:cubicBezTo>
                    <a:pt x="149" y="143"/>
                    <a:pt x="155" y="143"/>
                    <a:pt x="167" y="130"/>
                  </a:cubicBezTo>
                  <a:cubicBezTo>
                    <a:pt x="180" y="130"/>
                    <a:pt x="180" y="124"/>
                    <a:pt x="186" y="118"/>
                  </a:cubicBezTo>
                  <a:cubicBezTo>
                    <a:pt x="192" y="112"/>
                    <a:pt x="198" y="99"/>
                    <a:pt x="211" y="87"/>
                  </a:cubicBezTo>
                  <a:cubicBezTo>
                    <a:pt x="229" y="81"/>
                    <a:pt x="242" y="68"/>
                    <a:pt x="242" y="56"/>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43"/>
            <p:cNvSpPr/>
            <p:nvPr/>
          </p:nvSpPr>
          <p:spPr>
            <a:xfrm flipH="1">
              <a:off x="7238035" y="3887524"/>
              <a:ext cx="14181" cy="23589"/>
            </a:xfrm>
            <a:custGeom>
              <a:avLst/>
              <a:gdLst/>
              <a:ahLst/>
              <a:cxnLst/>
              <a:rect l="l" t="t" r="r" b="b"/>
              <a:pathLst>
                <a:path w="205" h="341" extrusionOk="0">
                  <a:moveTo>
                    <a:pt x="161" y="19"/>
                  </a:moveTo>
                  <a:cubicBezTo>
                    <a:pt x="149" y="26"/>
                    <a:pt x="142" y="32"/>
                    <a:pt x="130" y="50"/>
                  </a:cubicBezTo>
                  <a:cubicBezTo>
                    <a:pt x="124" y="57"/>
                    <a:pt x="118" y="69"/>
                    <a:pt x="111" y="81"/>
                  </a:cubicBezTo>
                  <a:cubicBezTo>
                    <a:pt x="93" y="100"/>
                    <a:pt x="87" y="118"/>
                    <a:pt x="68" y="137"/>
                  </a:cubicBezTo>
                  <a:cubicBezTo>
                    <a:pt x="50" y="180"/>
                    <a:pt x="25" y="223"/>
                    <a:pt x="6" y="273"/>
                  </a:cubicBezTo>
                  <a:cubicBezTo>
                    <a:pt x="0" y="291"/>
                    <a:pt x="0" y="316"/>
                    <a:pt x="25" y="335"/>
                  </a:cubicBezTo>
                  <a:cubicBezTo>
                    <a:pt x="50" y="341"/>
                    <a:pt x="68" y="341"/>
                    <a:pt x="87" y="316"/>
                  </a:cubicBezTo>
                  <a:cubicBezTo>
                    <a:pt x="111" y="273"/>
                    <a:pt x="142" y="230"/>
                    <a:pt x="155" y="186"/>
                  </a:cubicBezTo>
                  <a:cubicBezTo>
                    <a:pt x="161" y="162"/>
                    <a:pt x="173" y="137"/>
                    <a:pt x="179" y="125"/>
                  </a:cubicBezTo>
                  <a:cubicBezTo>
                    <a:pt x="186" y="100"/>
                    <a:pt x="204" y="75"/>
                    <a:pt x="204" y="57"/>
                  </a:cubicBezTo>
                  <a:cubicBezTo>
                    <a:pt x="204" y="19"/>
                    <a:pt x="179" y="1"/>
                    <a:pt x="161" y="19"/>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43"/>
            <p:cNvSpPr/>
            <p:nvPr/>
          </p:nvSpPr>
          <p:spPr>
            <a:xfrm flipH="1">
              <a:off x="7310255" y="3646100"/>
              <a:ext cx="19301" cy="11137"/>
            </a:xfrm>
            <a:custGeom>
              <a:avLst/>
              <a:gdLst/>
              <a:ahLst/>
              <a:cxnLst/>
              <a:rect l="l" t="t" r="r" b="b"/>
              <a:pathLst>
                <a:path w="279" h="161" extrusionOk="0">
                  <a:moveTo>
                    <a:pt x="241" y="19"/>
                  </a:moveTo>
                  <a:cubicBezTo>
                    <a:pt x="241" y="19"/>
                    <a:pt x="229" y="19"/>
                    <a:pt x="229" y="7"/>
                  </a:cubicBezTo>
                  <a:cubicBezTo>
                    <a:pt x="216" y="0"/>
                    <a:pt x="210" y="7"/>
                    <a:pt x="192" y="7"/>
                  </a:cubicBezTo>
                  <a:cubicBezTo>
                    <a:pt x="179" y="19"/>
                    <a:pt x="154" y="19"/>
                    <a:pt x="136" y="25"/>
                  </a:cubicBezTo>
                  <a:cubicBezTo>
                    <a:pt x="124" y="31"/>
                    <a:pt x="99" y="31"/>
                    <a:pt x="87" y="37"/>
                  </a:cubicBezTo>
                  <a:cubicBezTo>
                    <a:pt x="68" y="37"/>
                    <a:pt x="62" y="50"/>
                    <a:pt x="43" y="56"/>
                  </a:cubicBezTo>
                  <a:cubicBezTo>
                    <a:pt x="37" y="62"/>
                    <a:pt x="31" y="68"/>
                    <a:pt x="12" y="81"/>
                  </a:cubicBezTo>
                  <a:cubicBezTo>
                    <a:pt x="6" y="93"/>
                    <a:pt x="0" y="112"/>
                    <a:pt x="0" y="124"/>
                  </a:cubicBezTo>
                  <a:cubicBezTo>
                    <a:pt x="6" y="142"/>
                    <a:pt x="12" y="155"/>
                    <a:pt x="31" y="155"/>
                  </a:cubicBezTo>
                  <a:cubicBezTo>
                    <a:pt x="43" y="155"/>
                    <a:pt x="56" y="161"/>
                    <a:pt x="68" y="161"/>
                  </a:cubicBezTo>
                  <a:cubicBezTo>
                    <a:pt x="87" y="161"/>
                    <a:pt x="93" y="155"/>
                    <a:pt x="105" y="155"/>
                  </a:cubicBezTo>
                  <a:cubicBezTo>
                    <a:pt x="124" y="149"/>
                    <a:pt x="148" y="142"/>
                    <a:pt x="161" y="142"/>
                  </a:cubicBezTo>
                  <a:cubicBezTo>
                    <a:pt x="179" y="130"/>
                    <a:pt x="198" y="124"/>
                    <a:pt x="216" y="124"/>
                  </a:cubicBezTo>
                  <a:cubicBezTo>
                    <a:pt x="229" y="118"/>
                    <a:pt x="241" y="118"/>
                    <a:pt x="247" y="105"/>
                  </a:cubicBezTo>
                  <a:lnTo>
                    <a:pt x="260" y="93"/>
                  </a:lnTo>
                  <a:cubicBezTo>
                    <a:pt x="272" y="74"/>
                    <a:pt x="278" y="68"/>
                    <a:pt x="272" y="56"/>
                  </a:cubicBezTo>
                  <a:cubicBezTo>
                    <a:pt x="272" y="31"/>
                    <a:pt x="253" y="25"/>
                    <a:pt x="241" y="19"/>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43"/>
            <p:cNvSpPr/>
            <p:nvPr/>
          </p:nvSpPr>
          <p:spPr>
            <a:xfrm flipH="1">
              <a:off x="7109437" y="3661042"/>
              <a:ext cx="14181" cy="14181"/>
            </a:xfrm>
            <a:custGeom>
              <a:avLst/>
              <a:gdLst/>
              <a:ahLst/>
              <a:cxnLst/>
              <a:rect l="l" t="t" r="r" b="b"/>
              <a:pathLst>
                <a:path w="205" h="205" extrusionOk="0">
                  <a:moveTo>
                    <a:pt x="168" y="7"/>
                  </a:moveTo>
                  <a:cubicBezTo>
                    <a:pt x="168" y="7"/>
                    <a:pt x="155" y="7"/>
                    <a:pt x="155" y="19"/>
                  </a:cubicBezTo>
                  <a:cubicBezTo>
                    <a:pt x="149" y="19"/>
                    <a:pt x="149" y="25"/>
                    <a:pt x="143" y="25"/>
                  </a:cubicBezTo>
                  <a:lnTo>
                    <a:pt x="124" y="38"/>
                  </a:lnTo>
                  <a:cubicBezTo>
                    <a:pt x="112" y="50"/>
                    <a:pt x="106" y="62"/>
                    <a:pt x="87" y="69"/>
                  </a:cubicBezTo>
                  <a:cubicBezTo>
                    <a:pt x="63" y="87"/>
                    <a:pt x="44" y="112"/>
                    <a:pt x="19" y="124"/>
                  </a:cubicBezTo>
                  <a:cubicBezTo>
                    <a:pt x="13" y="130"/>
                    <a:pt x="1" y="149"/>
                    <a:pt x="1" y="155"/>
                  </a:cubicBezTo>
                  <a:cubicBezTo>
                    <a:pt x="1" y="161"/>
                    <a:pt x="13" y="180"/>
                    <a:pt x="19" y="186"/>
                  </a:cubicBezTo>
                  <a:cubicBezTo>
                    <a:pt x="26" y="192"/>
                    <a:pt x="44" y="204"/>
                    <a:pt x="50" y="204"/>
                  </a:cubicBezTo>
                  <a:cubicBezTo>
                    <a:pt x="56" y="204"/>
                    <a:pt x="75" y="192"/>
                    <a:pt x="81" y="186"/>
                  </a:cubicBezTo>
                  <a:cubicBezTo>
                    <a:pt x="94" y="161"/>
                    <a:pt x="118" y="143"/>
                    <a:pt x="137" y="118"/>
                  </a:cubicBezTo>
                  <a:cubicBezTo>
                    <a:pt x="143" y="112"/>
                    <a:pt x="149" y="93"/>
                    <a:pt x="168" y="87"/>
                  </a:cubicBezTo>
                  <a:lnTo>
                    <a:pt x="180" y="69"/>
                  </a:lnTo>
                  <a:cubicBezTo>
                    <a:pt x="180" y="62"/>
                    <a:pt x="186" y="62"/>
                    <a:pt x="186" y="56"/>
                  </a:cubicBezTo>
                  <a:cubicBezTo>
                    <a:pt x="186" y="50"/>
                    <a:pt x="199" y="50"/>
                    <a:pt x="199" y="38"/>
                  </a:cubicBezTo>
                  <a:cubicBezTo>
                    <a:pt x="205" y="19"/>
                    <a:pt x="180" y="1"/>
                    <a:pt x="168" y="7"/>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43"/>
            <p:cNvSpPr/>
            <p:nvPr/>
          </p:nvSpPr>
          <p:spPr>
            <a:xfrm flipH="1">
              <a:off x="7433803" y="3916162"/>
              <a:ext cx="21445" cy="21029"/>
            </a:xfrm>
            <a:custGeom>
              <a:avLst/>
              <a:gdLst/>
              <a:ahLst/>
              <a:cxnLst/>
              <a:rect l="l" t="t" r="r" b="b"/>
              <a:pathLst>
                <a:path w="310" h="304" extrusionOk="0">
                  <a:moveTo>
                    <a:pt x="285" y="19"/>
                  </a:moveTo>
                  <a:cubicBezTo>
                    <a:pt x="273" y="1"/>
                    <a:pt x="248" y="1"/>
                    <a:pt x="235" y="13"/>
                  </a:cubicBezTo>
                  <a:cubicBezTo>
                    <a:pt x="223" y="19"/>
                    <a:pt x="217" y="19"/>
                    <a:pt x="198" y="26"/>
                  </a:cubicBezTo>
                  <a:cubicBezTo>
                    <a:pt x="186" y="38"/>
                    <a:pt x="180" y="44"/>
                    <a:pt x="167" y="56"/>
                  </a:cubicBezTo>
                  <a:lnTo>
                    <a:pt x="124" y="106"/>
                  </a:lnTo>
                  <a:lnTo>
                    <a:pt x="25" y="199"/>
                  </a:lnTo>
                  <a:cubicBezTo>
                    <a:pt x="1" y="223"/>
                    <a:pt x="1" y="260"/>
                    <a:pt x="25" y="285"/>
                  </a:cubicBezTo>
                  <a:cubicBezTo>
                    <a:pt x="44" y="304"/>
                    <a:pt x="87" y="304"/>
                    <a:pt x="106" y="285"/>
                  </a:cubicBezTo>
                  <a:lnTo>
                    <a:pt x="198" y="192"/>
                  </a:lnTo>
                  <a:lnTo>
                    <a:pt x="248" y="143"/>
                  </a:lnTo>
                  <a:lnTo>
                    <a:pt x="279" y="112"/>
                  </a:lnTo>
                  <a:cubicBezTo>
                    <a:pt x="285" y="106"/>
                    <a:pt x="285" y="100"/>
                    <a:pt x="291" y="81"/>
                  </a:cubicBezTo>
                  <a:cubicBezTo>
                    <a:pt x="310" y="69"/>
                    <a:pt x="303" y="38"/>
                    <a:pt x="285" y="19"/>
                  </a:cubicBezTo>
                  <a:close/>
                </a:path>
              </a:pathLst>
            </a:custGeom>
            <a:solidFill>
              <a:srgbClr val="F596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43"/>
            <p:cNvSpPr/>
            <p:nvPr/>
          </p:nvSpPr>
          <p:spPr>
            <a:xfrm flipH="1">
              <a:off x="8571961" y="4311087"/>
              <a:ext cx="17156" cy="33412"/>
            </a:xfrm>
            <a:custGeom>
              <a:avLst/>
              <a:gdLst/>
              <a:ahLst/>
              <a:cxnLst/>
              <a:rect l="l" t="t" r="r" b="b"/>
              <a:pathLst>
                <a:path w="248" h="483" extrusionOk="0">
                  <a:moveTo>
                    <a:pt x="192" y="31"/>
                  </a:moveTo>
                  <a:cubicBezTo>
                    <a:pt x="149" y="0"/>
                    <a:pt x="81" y="25"/>
                    <a:pt x="62" y="75"/>
                  </a:cubicBezTo>
                  <a:cubicBezTo>
                    <a:pt x="56" y="87"/>
                    <a:pt x="44" y="112"/>
                    <a:pt x="38" y="124"/>
                  </a:cubicBezTo>
                  <a:cubicBezTo>
                    <a:pt x="31" y="155"/>
                    <a:pt x="25" y="180"/>
                    <a:pt x="25" y="210"/>
                  </a:cubicBezTo>
                  <a:cubicBezTo>
                    <a:pt x="13" y="241"/>
                    <a:pt x="13" y="272"/>
                    <a:pt x="7" y="297"/>
                  </a:cubicBezTo>
                  <a:cubicBezTo>
                    <a:pt x="7" y="322"/>
                    <a:pt x="1" y="334"/>
                    <a:pt x="1" y="359"/>
                  </a:cubicBezTo>
                  <a:cubicBezTo>
                    <a:pt x="1" y="371"/>
                    <a:pt x="1" y="390"/>
                    <a:pt x="7" y="402"/>
                  </a:cubicBezTo>
                  <a:cubicBezTo>
                    <a:pt x="7" y="433"/>
                    <a:pt x="31" y="464"/>
                    <a:pt x="62" y="476"/>
                  </a:cubicBezTo>
                  <a:cubicBezTo>
                    <a:pt x="93" y="482"/>
                    <a:pt x="130" y="464"/>
                    <a:pt x="143" y="445"/>
                  </a:cubicBezTo>
                  <a:cubicBezTo>
                    <a:pt x="161" y="421"/>
                    <a:pt x="180" y="390"/>
                    <a:pt x="186" y="359"/>
                  </a:cubicBezTo>
                  <a:lnTo>
                    <a:pt x="204" y="291"/>
                  </a:lnTo>
                  <a:lnTo>
                    <a:pt x="229" y="217"/>
                  </a:lnTo>
                  <a:cubicBezTo>
                    <a:pt x="235" y="186"/>
                    <a:pt x="248" y="155"/>
                    <a:pt x="248" y="124"/>
                  </a:cubicBezTo>
                  <a:cubicBezTo>
                    <a:pt x="242" y="81"/>
                    <a:pt x="223" y="50"/>
                    <a:pt x="192" y="31"/>
                  </a:cubicBezTo>
                  <a:close/>
                </a:path>
              </a:pathLst>
            </a:custGeom>
            <a:solidFill>
              <a:srgbClr val="F596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43"/>
            <p:cNvSpPr/>
            <p:nvPr/>
          </p:nvSpPr>
          <p:spPr>
            <a:xfrm flipH="1">
              <a:off x="8528795" y="4339310"/>
              <a:ext cx="18885" cy="14181"/>
            </a:xfrm>
            <a:custGeom>
              <a:avLst/>
              <a:gdLst/>
              <a:ahLst/>
              <a:cxnLst/>
              <a:rect l="l" t="t" r="r" b="b"/>
              <a:pathLst>
                <a:path w="273" h="205" extrusionOk="0">
                  <a:moveTo>
                    <a:pt x="273" y="68"/>
                  </a:moveTo>
                  <a:cubicBezTo>
                    <a:pt x="273" y="43"/>
                    <a:pt x="273" y="25"/>
                    <a:pt x="260" y="19"/>
                  </a:cubicBezTo>
                  <a:cubicBezTo>
                    <a:pt x="242" y="13"/>
                    <a:pt x="229" y="13"/>
                    <a:pt x="211" y="13"/>
                  </a:cubicBezTo>
                  <a:cubicBezTo>
                    <a:pt x="205" y="0"/>
                    <a:pt x="186" y="0"/>
                    <a:pt x="180" y="0"/>
                  </a:cubicBezTo>
                  <a:cubicBezTo>
                    <a:pt x="174" y="0"/>
                    <a:pt x="155" y="0"/>
                    <a:pt x="149" y="13"/>
                  </a:cubicBezTo>
                  <a:cubicBezTo>
                    <a:pt x="137" y="19"/>
                    <a:pt x="118" y="19"/>
                    <a:pt x="106" y="25"/>
                  </a:cubicBezTo>
                  <a:cubicBezTo>
                    <a:pt x="87" y="37"/>
                    <a:pt x="63" y="50"/>
                    <a:pt x="50" y="56"/>
                  </a:cubicBezTo>
                  <a:cubicBezTo>
                    <a:pt x="19" y="74"/>
                    <a:pt x="1" y="118"/>
                    <a:pt x="19" y="148"/>
                  </a:cubicBezTo>
                  <a:cubicBezTo>
                    <a:pt x="32" y="179"/>
                    <a:pt x="75" y="204"/>
                    <a:pt x="100" y="198"/>
                  </a:cubicBezTo>
                  <a:cubicBezTo>
                    <a:pt x="124" y="192"/>
                    <a:pt x="143" y="179"/>
                    <a:pt x="161" y="179"/>
                  </a:cubicBezTo>
                  <a:cubicBezTo>
                    <a:pt x="180" y="173"/>
                    <a:pt x="199" y="173"/>
                    <a:pt x="211" y="161"/>
                  </a:cubicBezTo>
                  <a:cubicBezTo>
                    <a:pt x="217" y="148"/>
                    <a:pt x="223" y="148"/>
                    <a:pt x="236" y="142"/>
                  </a:cubicBezTo>
                  <a:cubicBezTo>
                    <a:pt x="248" y="136"/>
                    <a:pt x="254" y="118"/>
                    <a:pt x="254" y="105"/>
                  </a:cubicBezTo>
                  <a:cubicBezTo>
                    <a:pt x="260" y="99"/>
                    <a:pt x="273" y="81"/>
                    <a:pt x="273" y="68"/>
                  </a:cubicBezTo>
                  <a:close/>
                </a:path>
              </a:pathLst>
            </a:custGeom>
            <a:solidFill>
              <a:srgbClr val="F596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43"/>
            <p:cNvSpPr/>
            <p:nvPr/>
          </p:nvSpPr>
          <p:spPr>
            <a:xfrm flipH="1">
              <a:off x="8471933" y="4438439"/>
              <a:ext cx="17156" cy="28293"/>
            </a:xfrm>
            <a:custGeom>
              <a:avLst/>
              <a:gdLst/>
              <a:ahLst/>
              <a:cxnLst/>
              <a:rect l="l" t="t" r="r" b="b"/>
              <a:pathLst>
                <a:path w="248" h="409" extrusionOk="0">
                  <a:moveTo>
                    <a:pt x="192" y="13"/>
                  </a:moveTo>
                  <a:cubicBezTo>
                    <a:pt x="173" y="25"/>
                    <a:pt x="167" y="38"/>
                    <a:pt x="161" y="56"/>
                  </a:cubicBezTo>
                  <a:cubicBezTo>
                    <a:pt x="155" y="68"/>
                    <a:pt x="142" y="75"/>
                    <a:pt x="136" y="93"/>
                  </a:cubicBezTo>
                  <a:lnTo>
                    <a:pt x="93" y="161"/>
                  </a:lnTo>
                  <a:cubicBezTo>
                    <a:pt x="62" y="211"/>
                    <a:pt x="37" y="260"/>
                    <a:pt x="13" y="316"/>
                  </a:cubicBezTo>
                  <a:cubicBezTo>
                    <a:pt x="0" y="340"/>
                    <a:pt x="6" y="377"/>
                    <a:pt x="31" y="396"/>
                  </a:cubicBezTo>
                  <a:cubicBezTo>
                    <a:pt x="50" y="408"/>
                    <a:pt x="93" y="402"/>
                    <a:pt x="105" y="377"/>
                  </a:cubicBezTo>
                  <a:cubicBezTo>
                    <a:pt x="136" y="322"/>
                    <a:pt x="167" y="279"/>
                    <a:pt x="192" y="217"/>
                  </a:cubicBezTo>
                  <a:cubicBezTo>
                    <a:pt x="198" y="192"/>
                    <a:pt x="204" y="161"/>
                    <a:pt x="223" y="136"/>
                  </a:cubicBezTo>
                  <a:cubicBezTo>
                    <a:pt x="229" y="106"/>
                    <a:pt x="247" y="81"/>
                    <a:pt x="247" y="56"/>
                  </a:cubicBezTo>
                  <a:cubicBezTo>
                    <a:pt x="235" y="13"/>
                    <a:pt x="204" y="1"/>
                    <a:pt x="192" y="13"/>
                  </a:cubicBezTo>
                  <a:close/>
                </a:path>
              </a:pathLst>
            </a:custGeom>
            <a:solidFill>
              <a:srgbClr val="F596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43"/>
            <p:cNvSpPr/>
            <p:nvPr/>
          </p:nvSpPr>
          <p:spPr>
            <a:xfrm flipH="1">
              <a:off x="8578809" y="2334044"/>
              <a:ext cx="17156" cy="28293"/>
            </a:xfrm>
            <a:custGeom>
              <a:avLst/>
              <a:gdLst/>
              <a:ahLst/>
              <a:cxnLst/>
              <a:rect l="l" t="t" r="r" b="b"/>
              <a:pathLst>
                <a:path w="248" h="409" extrusionOk="0">
                  <a:moveTo>
                    <a:pt x="192" y="19"/>
                  </a:moveTo>
                  <a:cubicBezTo>
                    <a:pt x="174" y="25"/>
                    <a:pt x="168" y="38"/>
                    <a:pt x="161" y="56"/>
                  </a:cubicBezTo>
                  <a:cubicBezTo>
                    <a:pt x="155" y="69"/>
                    <a:pt x="143" y="81"/>
                    <a:pt x="137" y="93"/>
                  </a:cubicBezTo>
                  <a:lnTo>
                    <a:pt x="93" y="161"/>
                  </a:lnTo>
                  <a:cubicBezTo>
                    <a:pt x="62" y="211"/>
                    <a:pt x="38" y="266"/>
                    <a:pt x="13" y="316"/>
                  </a:cubicBezTo>
                  <a:cubicBezTo>
                    <a:pt x="1" y="340"/>
                    <a:pt x="7" y="377"/>
                    <a:pt x="32" y="396"/>
                  </a:cubicBezTo>
                  <a:cubicBezTo>
                    <a:pt x="50" y="408"/>
                    <a:pt x="93" y="402"/>
                    <a:pt x="106" y="377"/>
                  </a:cubicBezTo>
                  <a:cubicBezTo>
                    <a:pt x="137" y="328"/>
                    <a:pt x="168" y="279"/>
                    <a:pt x="192" y="217"/>
                  </a:cubicBezTo>
                  <a:cubicBezTo>
                    <a:pt x="198" y="192"/>
                    <a:pt x="205" y="161"/>
                    <a:pt x="223" y="143"/>
                  </a:cubicBezTo>
                  <a:cubicBezTo>
                    <a:pt x="229" y="112"/>
                    <a:pt x="248" y="87"/>
                    <a:pt x="248" y="56"/>
                  </a:cubicBezTo>
                  <a:cubicBezTo>
                    <a:pt x="248" y="25"/>
                    <a:pt x="217" y="1"/>
                    <a:pt x="192" y="19"/>
                  </a:cubicBezTo>
                  <a:close/>
                </a:path>
              </a:pathLst>
            </a:custGeom>
            <a:solidFill>
              <a:srgbClr val="F596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43"/>
            <p:cNvSpPr/>
            <p:nvPr/>
          </p:nvSpPr>
          <p:spPr>
            <a:xfrm flipH="1">
              <a:off x="8706162" y="4472612"/>
              <a:ext cx="25665" cy="24419"/>
            </a:xfrm>
            <a:custGeom>
              <a:avLst/>
              <a:gdLst/>
              <a:ahLst/>
              <a:cxnLst/>
              <a:rect l="l" t="t" r="r" b="b"/>
              <a:pathLst>
                <a:path w="371" h="353" extrusionOk="0">
                  <a:moveTo>
                    <a:pt x="346" y="25"/>
                  </a:moveTo>
                  <a:cubicBezTo>
                    <a:pt x="334" y="7"/>
                    <a:pt x="303" y="1"/>
                    <a:pt x="278" y="13"/>
                  </a:cubicBezTo>
                  <a:cubicBezTo>
                    <a:pt x="272" y="25"/>
                    <a:pt x="253" y="25"/>
                    <a:pt x="247" y="32"/>
                  </a:cubicBezTo>
                  <a:cubicBezTo>
                    <a:pt x="235" y="38"/>
                    <a:pt x="216" y="56"/>
                    <a:pt x="210" y="63"/>
                  </a:cubicBezTo>
                  <a:cubicBezTo>
                    <a:pt x="185" y="75"/>
                    <a:pt x="173" y="100"/>
                    <a:pt x="148" y="118"/>
                  </a:cubicBezTo>
                  <a:lnTo>
                    <a:pt x="31" y="223"/>
                  </a:lnTo>
                  <a:cubicBezTo>
                    <a:pt x="0" y="248"/>
                    <a:pt x="0" y="303"/>
                    <a:pt x="31" y="322"/>
                  </a:cubicBezTo>
                  <a:cubicBezTo>
                    <a:pt x="62" y="347"/>
                    <a:pt x="99" y="353"/>
                    <a:pt x="130" y="322"/>
                  </a:cubicBezTo>
                  <a:cubicBezTo>
                    <a:pt x="173" y="285"/>
                    <a:pt x="210" y="248"/>
                    <a:pt x="247" y="217"/>
                  </a:cubicBezTo>
                  <a:lnTo>
                    <a:pt x="303" y="161"/>
                  </a:lnTo>
                  <a:lnTo>
                    <a:pt x="340" y="124"/>
                  </a:lnTo>
                  <a:cubicBezTo>
                    <a:pt x="346" y="118"/>
                    <a:pt x="358" y="100"/>
                    <a:pt x="365" y="93"/>
                  </a:cubicBezTo>
                  <a:cubicBezTo>
                    <a:pt x="371" y="69"/>
                    <a:pt x="365" y="38"/>
                    <a:pt x="346" y="25"/>
                  </a:cubicBezTo>
                  <a:close/>
                </a:path>
              </a:pathLst>
            </a:custGeom>
            <a:solidFill>
              <a:srgbClr val="F596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43"/>
            <p:cNvSpPr/>
            <p:nvPr/>
          </p:nvSpPr>
          <p:spPr>
            <a:xfrm flipH="1">
              <a:off x="5548623" y="4081561"/>
              <a:ext cx="10792" cy="35141"/>
            </a:xfrm>
            <a:custGeom>
              <a:avLst/>
              <a:gdLst/>
              <a:ahLst/>
              <a:cxnLst/>
              <a:rect l="l" t="t" r="r" b="b"/>
              <a:pathLst>
                <a:path w="156" h="508" extrusionOk="0">
                  <a:moveTo>
                    <a:pt x="124" y="38"/>
                  </a:moveTo>
                  <a:cubicBezTo>
                    <a:pt x="106" y="1"/>
                    <a:pt x="50" y="1"/>
                    <a:pt x="25" y="38"/>
                  </a:cubicBezTo>
                  <a:cubicBezTo>
                    <a:pt x="13" y="63"/>
                    <a:pt x="1" y="75"/>
                    <a:pt x="1" y="106"/>
                  </a:cubicBezTo>
                  <a:lnTo>
                    <a:pt x="1" y="155"/>
                  </a:lnTo>
                  <a:lnTo>
                    <a:pt x="1" y="248"/>
                  </a:lnTo>
                  <a:cubicBezTo>
                    <a:pt x="1" y="310"/>
                    <a:pt x="1" y="371"/>
                    <a:pt x="7" y="439"/>
                  </a:cubicBezTo>
                  <a:cubicBezTo>
                    <a:pt x="7" y="477"/>
                    <a:pt x="38" y="507"/>
                    <a:pt x="81" y="507"/>
                  </a:cubicBezTo>
                  <a:cubicBezTo>
                    <a:pt x="118" y="507"/>
                    <a:pt x="149" y="477"/>
                    <a:pt x="149" y="439"/>
                  </a:cubicBezTo>
                  <a:cubicBezTo>
                    <a:pt x="149" y="378"/>
                    <a:pt x="149" y="316"/>
                    <a:pt x="155" y="248"/>
                  </a:cubicBezTo>
                  <a:lnTo>
                    <a:pt x="155" y="155"/>
                  </a:lnTo>
                  <a:lnTo>
                    <a:pt x="155" y="106"/>
                  </a:lnTo>
                  <a:cubicBezTo>
                    <a:pt x="149" y="87"/>
                    <a:pt x="143" y="63"/>
                    <a:pt x="124" y="38"/>
                  </a:cubicBez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43"/>
            <p:cNvSpPr/>
            <p:nvPr/>
          </p:nvSpPr>
          <p:spPr>
            <a:xfrm flipH="1">
              <a:off x="5451223" y="4138424"/>
              <a:ext cx="12867" cy="30852"/>
            </a:xfrm>
            <a:custGeom>
              <a:avLst/>
              <a:gdLst/>
              <a:ahLst/>
              <a:cxnLst/>
              <a:rect l="l" t="t" r="r" b="b"/>
              <a:pathLst>
                <a:path w="186" h="446" extrusionOk="0">
                  <a:moveTo>
                    <a:pt x="149" y="316"/>
                  </a:moveTo>
                  <a:lnTo>
                    <a:pt x="149" y="316"/>
                  </a:lnTo>
                  <a:cubicBezTo>
                    <a:pt x="136" y="303"/>
                    <a:pt x="136" y="303"/>
                    <a:pt x="149" y="316"/>
                  </a:cubicBezTo>
                  <a:cubicBezTo>
                    <a:pt x="136" y="297"/>
                    <a:pt x="130" y="297"/>
                    <a:pt x="130" y="291"/>
                  </a:cubicBezTo>
                  <a:lnTo>
                    <a:pt x="130" y="285"/>
                  </a:lnTo>
                  <a:lnTo>
                    <a:pt x="130" y="285"/>
                  </a:lnTo>
                  <a:cubicBezTo>
                    <a:pt x="124" y="266"/>
                    <a:pt x="124" y="260"/>
                    <a:pt x="124" y="241"/>
                  </a:cubicBezTo>
                  <a:lnTo>
                    <a:pt x="124" y="241"/>
                  </a:lnTo>
                  <a:lnTo>
                    <a:pt x="124" y="235"/>
                  </a:lnTo>
                  <a:lnTo>
                    <a:pt x="124" y="211"/>
                  </a:lnTo>
                  <a:lnTo>
                    <a:pt x="124" y="198"/>
                  </a:lnTo>
                  <a:lnTo>
                    <a:pt x="124" y="198"/>
                  </a:lnTo>
                  <a:lnTo>
                    <a:pt x="124" y="192"/>
                  </a:lnTo>
                  <a:cubicBezTo>
                    <a:pt x="124" y="180"/>
                    <a:pt x="124" y="173"/>
                    <a:pt x="130" y="173"/>
                  </a:cubicBezTo>
                  <a:lnTo>
                    <a:pt x="130" y="167"/>
                  </a:lnTo>
                  <a:cubicBezTo>
                    <a:pt x="136" y="155"/>
                    <a:pt x="149" y="143"/>
                    <a:pt x="149" y="136"/>
                  </a:cubicBezTo>
                  <a:cubicBezTo>
                    <a:pt x="149" y="124"/>
                    <a:pt x="155" y="124"/>
                    <a:pt x="155" y="118"/>
                  </a:cubicBezTo>
                  <a:lnTo>
                    <a:pt x="155" y="118"/>
                  </a:lnTo>
                  <a:lnTo>
                    <a:pt x="161" y="112"/>
                  </a:lnTo>
                  <a:cubicBezTo>
                    <a:pt x="173" y="87"/>
                    <a:pt x="186" y="56"/>
                    <a:pt x="167" y="31"/>
                  </a:cubicBezTo>
                  <a:cubicBezTo>
                    <a:pt x="155" y="13"/>
                    <a:pt x="124" y="0"/>
                    <a:pt x="99" y="19"/>
                  </a:cubicBezTo>
                  <a:cubicBezTo>
                    <a:pt x="81" y="25"/>
                    <a:pt x="68" y="44"/>
                    <a:pt x="50" y="56"/>
                  </a:cubicBezTo>
                  <a:cubicBezTo>
                    <a:pt x="38" y="75"/>
                    <a:pt x="31" y="87"/>
                    <a:pt x="19" y="112"/>
                  </a:cubicBezTo>
                  <a:cubicBezTo>
                    <a:pt x="7" y="143"/>
                    <a:pt x="0" y="180"/>
                    <a:pt x="0" y="217"/>
                  </a:cubicBezTo>
                  <a:cubicBezTo>
                    <a:pt x="0" y="291"/>
                    <a:pt x="31" y="365"/>
                    <a:pt x="81" y="421"/>
                  </a:cubicBezTo>
                  <a:cubicBezTo>
                    <a:pt x="106" y="445"/>
                    <a:pt x="143" y="445"/>
                    <a:pt x="161" y="421"/>
                  </a:cubicBezTo>
                  <a:cubicBezTo>
                    <a:pt x="186" y="396"/>
                    <a:pt x="186" y="365"/>
                    <a:pt x="161" y="340"/>
                  </a:cubicBezTo>
                  <a:cubicBezTo>
                    <a:pt x="155" y="322"/>
                    <a:pt x="149" y="316"/>
                    <a:pt x="149" y="316"/>
                  </a:cubicBez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43"/>
            <p:cNvSpPr/>
            <p:nvPr/>
          </p:nvSpPr>
          <p:spPr>
            <a:xfrm flipH="1">
              <a:off x="5472114" y="4653852"/>
              <a:ext cx="8647" cy="26978"/>
            </a:xfrm>
            <a:custGeom>
              <a:avLst/>
              <a:gdLst/>
              <a:ahLst/>
              <a:cxnLst/>
              <a:rect l="l" t="t" r="r" b="b"/>
              <a:pathLst>
                <a:path w="125" h="390" extrusionOk="0">
                  <a:moveTo>
                    <a:pt x="112" y="93"/>
                  </a:moveTo>
                  <a:cubicBezTo>
                    <a:pt x="99" y="68"/>
                    <a:pt x="99" y="37"/>
                    <a:pt x="87" y="13"/>
                  </a:cubicBezTo>
                  <a:cubicBezTo>
                    <a:pt x="69" y="0"/>
                    <a:pt x="50" y="0"/>
                    <a:pt x="31" y="13"/>
                  </a:cubicBezTo>
                  <a:cubicBezTo>
                    <a:pt x="19" y="37"/>
                    <a:pt x="19" y="68"/>
                    <a:pt x="7" y="93"/>
                  </a:cubicBezTo>
                  <a:cubicBezTo>
                    <a:pt x="1" y="124"/>
                    <a:pt x="1" y="155"/>
                    <a:pt x="1" y="186"/>
                  </a:cubicBezTo>
                  <a:cubicBezTo>
                    <a:pt x="1" y="235"/>
                    <a:pt x="7" y="291"/>
                    <a:pt x="13" y="346"/>
                  </a:cubicBezTo>
                  <a:cubicBezTo>
                    <a:pt x="13" y="371"/>
                    <a:pt x="31" y="389"/>
                    <a:pt x="62" y="389"/>
                  </a:cubicBezTo>
                  <a:cubicBezTo>
                    <a:pt x="87" y="389"/>
                    <a:pt x="106" y="371"/>
                    <a:pt x="106" y="346"/>
                  </a:cubicBezTo>
                  <a:cubicBezTo>
                    <a:pt x="118" y="291"/>
                    <a:pt x="118" y="235"/>
                    <a:pt x="124" y="186"/>
                  </a:cubicBezTo>
                  <a:cubicBezTo>
                    <a:pt x="112" y="155"/>
                    <a:pt x="118" y="124"/>
                    <a:pt x="112" y="93"/>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43"/>
            <p:cNvSpPr/>
            <p:nvPr/>
          </p:nvSpPr>
          <p:spPr>
            <a:xfrm flipH="1">
              <a:off x="5444789" y="4564062"/>
              <a:ext cx="26979" cy="9477"/>
            </a:xfrm>
            <a:custGeom>
              <a:avLst/>
              <a:gdLst/>
              <a:ahLst/>
              <a:cxnLst/>
              <a:rect l="l" t="t" r="r" b="b"/>
              <a:pathLst>
                <a:path w="390" h="137" extrusionOk="0">
                  <a:moveTo>
                    <a:pt x="359" y="1"/>
                  </a:moveTo>
                  <a:cubicBezTo>
                    <a:pt x="303" y="1"/>
                    <a:pt x="247" y="7"/>
                    <a:pt x="204" y="13"/>
                  </a:cubicBezTo>
                  <a:cubicBezTo>
                    <a:pt x="173" y="13"/>
                    <a:pt x="142" y="13"/>
                    <a:pt x="118" y="19"/>
                  </a:cubicBezTo>
                  <a:cubicBezTo>
                    <a:pt x="93" y="32"/>
                    <a:pt x="62" y="32"/>
                    <a:pt x="44" y="38"/>
                  </a:cubicBezTo>
                  <a:cubicBezTo>
                    <a:pt x="19" y="44"/>
                    <a:pt x="0" y="75"/>
                    <a:pt x="13" y="100"/>
                  </a:cubicBezTo>
                  <a:cubicBezTo>
                    <a:pt x="19" y="131"/>
                    <a:pt x="44" y="137"/>
                    <a:pt x="74" y="131"/>
                  </a:cubicBezTo>
                  <a:cubicBezTo>
                    <a:pt x="93" y="124"/>
                    <a:pt x="124" y="124"/>
                    <a:pt x="149" y="112"/>
                  </a:cubicBezTo>
                  <a:cubicBezTo>
                    <a:pt x="167" y="112"/>
                    <a:pt x="173" y="106"/>
                    <a:pt x="186" y="100"/>
                  </a:cubicBezTo>
                  <a:cubicBezTo>
                    <a:pt x="204" y="94"/>
                    <a:pt x="210" y="94"/>
                    <a:pt x="229" y="81"/>
                  </a:cubicBezTo>
                  <a:cubicBezTo>
                    <a:pt x="278" y="69"/>
                    <a:pt x="334" y="63"/>
                    <a:pt x="383" y="38"/>
                  </a:cubicBezTo>
                  <a:cubicBezTo>
                    <a:pt x="390" y="32"/>
                    <a:pt x="383" y="1"/>
                    <a:pt x="35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43"/>
            <p:cNvSpPr/>
            <p:nvPr/>
          </p:nvSpPr>
          <p:spPr>
            <a:xfrm flipH="1">
              <a:off x="5375545" y="4558943"/>
              <a:ext cx="13766" cy="22759"/>
            </a:xfrm>
            <a:custGeom>
              <a:avLst/>
              <a:gdLst/>
              <a:ahLst/>
              <a:cxnLst/>
              <a:rect l="l" t="t" r="r" b="b"/>
              <a:pathLst>
                <a:path w="199" h="329" extrusionOk="0">
                  <a:moveTo>
                    <a:pt x="180" y="13"/>
                  </a:moveTo>
                  <a:cubicBezTo>
                    <a:pt x="161" y="1"/>
                    <a:pt x="149" y="1"/>
                    <a:pt x="137" y="19"/>
                  </a:cubicBezTo>
                  <a:cubicBezTo>
                    <a:pt x="130" y="25"/>
                    <a:pt x="124" y="32"/>
                    <a:pt x="118" y="50"/>
                  </a:cubicBezTo>
                  <a:cubicBezTo>
                    <a:pt x="106" y="56"/>
                    <a:pt x="106" y="75"/>
                    <a:pt x="100" y="81"/>
                  </a:cubicBezTo>
                  <a:cubicBezTo>
                    <a:pt x="93" y="106"/>
                    <a:pt x="75" y="124"/>
                    <a:pt x="69" y="143"/>
                  </a:cubicBezTo>
                  <a:cubicBezTo>
                    <a:pt x="44" y="180"/>
                    <a:pt x="32" y="229"/>
                    <a:pt x="7" y="266"/>
                  </a:cubicBezTo>
                  <a:cubicBezTo>
                    <a:pt x="1" y="279"/>
                    <a:pt x="1" y="310"/>
                    <a:pt x="19" y="322"/>
                  </a:cubicBezTo>
                  <a:cubicBezTo>
                    <a:pt x="38" y="328"/>
                    <a:pt x="69" y="328"/>
                    <a:pt x="75" y="303"/>
                  </a:cubicBezTo>
                  <a:lnTo>
                    <a:pt x="137" y="180"/>
                  </a:lnTo>
                  <a:cubicBezTo>
                    <a:pt x="143" y="155"/>
                    <a:pt x="161" y="143"/>
                    <a:pt x="167" y="118"/>
                  </a:cubicBezTo>
                  <a:cubicBezTo>
                    <a:pt x="174" y="112"/>
                    <a:pt x="174" y="93"/>
                    <a:pt x="186" y="87"/>
                  </a:cubicBezTo>
                  <a:cubicBezTo>
                    <a:pt x="192" y="75"/>
                    <a:pt x="192" y="63"/>
                    <a:pt x="198" y="50"/>
                  </a:cubicBezTo>
                  <a:cubicBezTo>
                    <a:pt x="192" y="32"/>
                    <a:pt x="186" y="19"/>
                    <a:pt x="180" y="13"/>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43"/>
            <p:cNvSpPr/>
            <p:nvPr/>
          </p:nvSpPr>
          <p:spPr>
            <a:xfrm flipH="1">
              <a:off x="5728134" y="3174253"/>
              <a:ext cx="15012" cy="24903"/>
            </a:xfrm>
            <a:custGeom>
              <a:avLst/>
              <a:gdLst/>
              <a:ahLst/>
              <a:cxnLst/>
              <a:rect l="l" t="t" r="r" b="b"/>
              <a:pathLst>
                <a:path w="217" h="360" extrusionOk="0">
                  <a:moveTo>
                    <a:pt x="167" y="25"/>
                  </a:moveTo>
                  <a:lnTo>
                    <a:pt x="118" y="75"/>
                  </a:lnTo>
                  <a:cubicBezTo>
                    <a:pt x="105" y="87"/>
                    <a:pt x="87" y="112"/>
                    <a:pt x="74" y="137"/>
                  </a:cubicBezTo>
                  <a:cubicBezTo>
                    <a:pt x="62" y="143"/>
                    <a:pt x="56" y="149"/>
                    <a:pt x="56" y="168"/>
                  </a:cubicBezTo>
                  <a:cubicBezTo>
                    <a:pt x="56" y="174"/>
                    <a:pt x="50" y="180"/>
                    <a:pt x="50" y="186"/>
                  </a:cubicBezTo>
                  <a:cubicBezTo>
                    <a:pt x="50" y="198"/>
                    <a:pt x="50" y="198"/>
                    <a:pt x="43" y="205"/>
                  </a:cubicBezTo>
                  <a:cubicBezTo>
                    <a:pt x="31" y="229"/>
                    <a:pt x="25" y="248"/>
                    <a:pt x="13" y="273"/>
                  </a:cubicBezTo>
                  <a:cubicBezTo>
                    <a:pt x="0" y="291"/>
                    <a:pt x="0" y="297"/>
                    <a:pt x="0" y="310"/>
                  </a:cubicBezTo>
                  <a:cubicBezTo>
                    <a:pt x="0" y="322"/>
                    <a:pt x="19" y="334"/>
                    <a:pt x="25" y="341"/>
                  </a:cubicBezTo>
                  <a:cubicBezTo>
                    <a:pt x="50" y="359"/>
                    <a:pt x="81" y="353"/>
                    <a:pt x="93" y="328"/>
                  </a:cubicBezTo>
                  <a:cubicBezTo>
                    <a:pt x="111" y="303"/>
                    <a:pt x="118" y="291"/>
                    <a:pt x="136" y="266"/>
                  </a:cubicBezTo>
                  <a:cubicBezTo>
                    <a:pt x="136" y="254"/>
                    <a:pt x="142" y="254"/>
                    <a:pt x="142" y="248"/>
                  </a:cubicBezTo>
                  <a:lnTo>
                    <a:pt x="142" y="248"/>
                  </a:lnTo>
                  <a:cubicBezTo>
                    <a:pt x="148" y="248"/>
                    <a:pt x="148" y="242"/>
                    <a:pt x="155" y="236"/>
                  </a:cubicBezTo>
                  <a:cubicBezTo>
                    <a:pt x="167" y="223"/>
                    <a:pt x="167" y="211"/>
                    <a:pt x="173" y="205"/>
                  </a:cubicBezTo>
                  <a:cubicBezTo>
                    <a:pt x="179" y="198"/>
                    <a:pt x="179" y="180"/>
                    <a:pt x="186" y="174"/>
                  </a:cubicBezTo>
                  <a:cubicBezTo>
                    <a:pt x="198" y="155"/>
                    <a:pt x="198" y="149"/>
                    <a:pt x="204" y="137"/>
                  </a:cubicBezTo>
                  <a:cubicBezTo>
                    <a:pt x="210" y="112"/>
                    <a:pt x="210" y="87"/>
                    <a:pt x="216" y="63"/>
                  </a:cubicBezTo>
                  <a:cubicBezTo>
                    <a:pt x="216" y="25"/>
                    <a:pt x="186" y="1"/>
                    <a:pt x="167" y="25"/>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43"/>
            <p:cNvSpPr/>
            <p:nvPr/>
          </p:nvSpPr>
          <p:spPr>
            <a:xfrm flipH="1">
              <a:off x="5683723" y="3192238"/>
              <a:ext cx="6434" cy="18885"/>
            </a:xfrm>
            <a:custGeom>
              <a:avLst/>
              <a:gdLst/>
              <a:ahLst/>
              <a:cxnLst/>
              <a:rect l="l" t="t" r="r" b="b"/>
              <a:pathLst>
                <a:path w="93" h="273" extrusionOk="0">
                  <a:moveTo>
                    <a:pt x="81" y="13"/>
                  </a:moveTo>
                  <a:cubicBezTo>
                    <a:pt x="62" y="0"/>
                    <a:pt x="37" y="0"/>
                    <a:pt x="19" y="13"/>
                  </a:cubicBezTo>
                  <a:cubicBezTo>
                    <a:pt x="0" y="31"/>
                    <a:pt x="0" y="62"/>
                    <a:pt x="0" y="81"/>
                  </a:cubicBezTo>
                  <a:lnTo>
                    <a:pt x="0" y="229"/>
                  </a:lnTo>
                  <a:cubicBezTo>
                    <a:pt x="0" y="254"/>
                    <a:pt x="25" y="272"/>
                    <a:pt x="50" y="272"/>
                  </a:cubicBezTo>
                  <a:cubicBezTo>
                    <a:pt x="68" y="272"/>
                    <a:pt x="93" y="254"/>
                    <a:pt x="93" y="229"/>
                  </a:cubicBezTo>
                  <a:lnTo>
                    <a:pt x="93" y="81"/>
                  </a:lnTo>
                  <a:cubicBezTo>
                    <a:pt x="93" y="50"/>
                    <a:pt x="93" y="31"/>
                    <a:pt x="81" y="13"/>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43"/>
            <p:cNvSpPr/>
            <p:nvPr/>
          </p:nvSpPr>
          <p:spPr>
            <a:xfrm flipH="1">
              <a:off x="5738856" y="3461885"/>
              <a:ext cx="7333" cy="10791"/>
            </a:xfrm>
            <a:custGeom>
              <a:avLst/>
              <a:gdLst/>
              <a:ahLst/>
              <a:cxnLst/>
              <a:rect l="l" t="t" r="r" b="b"/>
              <a:pathLst>
                <a:path w="106" h="156" extrusionOk="0">
                  <a:moveTo>
                    <a:pt x="100" y="31"/>
                  </a:moveTo>
                  <a:lnTo>
                    <a:pt x="94" y="25"/>
                  </a:lnTo>
                  <a:lnTo>
                    <a:pt x="87" y="13"/>
                  </a:lnTo>
                  <a:lnTo>
                    <a:pt x="75" y="7"/>
                  </a:lnTo>
                  <a:lnTo>
                    <a:pt x="69" y="7"/>
                  </a:lnTo>
                  <a:lnTo>
                    <a:pt x="69" y="7"/>
                  </a:lnTo>
                  <a:lnTo>
                    <a:pt x="69" y="7"/>
                  </a:lnTo>
                  <a:cubicBezTo>
                    <a:pt x="63" y="7"/>
                    <a:pt x="63" y="1"/>
                    <a:pt x="57" y="1"/>
                  </a:cubicBezTo>
                  <a:cubicBezTo>
                    <a:pt x="44" y="1"/>
                    <a:pt x="38" y="1"/>
                    <a:pt x="38" y="7"/>
                  </a:cubicBezTo>
                  <a:cubicBezTo>
                    <a:pt x="38" y="7"/>
                    <a:pt x="32" y="7"/>
                    <a:pt x="32" y="13"/>
                  </a:cubicBezTo>
                  <a:lnTo>
                    <a:pt x="26" y="13"/>
                  </a:lnTo>
                  <a:cubicBezTo>
                    <a:pt x="13" y="13"/>
                    <a:pt x="13" y="25"/>
                    <a:pt x="7" y="31"/>
                  </a:cubicBezTo>
                  <a:cubicBezTo>
                    <a:pt x="7" y="38"/>
                    <a:pt x="7" y="38"/>
                    <a:pt x="1" y="44"/>
                  </a:cubicBezTo>
                  <a:lnTo>
                    <a:pt x="1" y="75"/>
                  </a:lnTo>
                  <a:cubicBezTo>
                    <a:pt x="1" y="93"/>
                    <a:pt x="7" y="106"/>
                    <a:pt x="7" y="118"/>
                  </a:cubicBezTo>
                  <a:cubicBezTo>
                    <a:pt x="7" y="118"/>
                    <a:pt x="7" y="124"/>
                    <a:pt x="13" y="124"/>
                  </a:cubicBezTo>
                  <a:cubicBezTo>
                    <a:pt x="13" y="130"/>
                    <a:pt x="26" y="130"/>
                    <a:pt x="32" y="137"/>
                  </a:cubicBezTo>
                  <a:lnTo>
                    <a:pt x="38" y="149"/>
                  </a:lnTo>
                  <a:cubicBezTo>
                    <a:pt x="44" y="149"/>
                    <a:pt x="44" y="155"/>
                    <a:pt x="57" y="155"/>
                  </a:cubicBezTo>
                  <a:cubicBezTo>
                    <a:pt x="63" y="155"/>
                    <a:pt x="69" y="155"/>
                    <a:pt x="75" y="149"/>
                  </a:cubicBezTo>
                  <a:cubicBezTo>
                    <a:pt x="87" y="149"/>
                    <a:pt x="87" y="137"/>
                    <a:pt x="94" y="130"/>
                  </a:cubicBezTo>
                  <a:cubicBezTo>
                    <a:pt x="100" y="124"/>
                    <a:pt x="100" y="124"/>
                    <a:pt x="100" y="118"/>
                  </a:cubicBezTo>
                  <a:cubicBezTo>
                    <a:pt x="100" y="99"/>
                    <a:pt x="106" y="87"/>
                    <a:pt x="106" y="75"/>
                  </a:cubicBezTo>
                  <a:lnTo>
                    <a:pt x="106" y="56"/>
                  </a:lnTo>
                  <a:cubicBezTo>
                    <a:pt x="100" y="44"/>
                    <a:pt x="100" y="38"/>
                    <a:pt x="100" y="31"/>
                  </a:cubicBez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43"/>
            <p:cNvSpPr/>
            <p:nvPr/>
          </p:nvSpPr>
          <p:spPr>
            <a:xfrm flipH="1">
              <a:off x="5686282" y="3376868"/>
              <a:ext cx="26979" cy="21444"/>
            </a:xfrm>
            <a:custGeom>
              <a:avLst/>
              <a:gdLst/>
              <a:ahLst/>
              <a:cxnLst/>
              <a:rect l="l" t="t" r="r" b="b"/>
              <a:pathLst>
                <a:path w="390" h="310" extrusionOk="0">
                  <a:moveTo>
                    <a:pt x="198" y="0"/>
                  </a:moveTo>
                  <a:cubicBezTo>
                    <a:pt x="1" y="0"/>
                    <a:pt x="1" y="303"/>
                    <a:pt x="198" y="303"/>
                  </a:cubicBezTo>
                  <a:cubicBezTo>
                    <a:pt x="390" y="309"/>
                    <a:pt x="390" y="0"/>
                    <a:pt x="198" y="0"/>
                  </a:cubicBez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43"/>
            <p:cNvSpPr/>
            <p:nvPr/>
          </p:nvSpPr>
          <p:spPr>
            <a:xfrm flipH="1">
              <a:off x="5605485" y="3315302"/>
              <a:ext cx="8163" cy="15910"/>
            </a:xfrm>
            <a:custGeom>
              <a:avLst/>
              <a:gdLst/>
              <a:ahLst/>
              <a:cxnLst/>
              <a:rect l="l" t="t" r="r" b="b"/>
              <a:pathLst>
                <a:path w="118" h="230" extrusionOk="0">
                  <a:moveTo>
                    <a:pt x="105" y="112"/>
                  </a:moveTo>
                  <a:lnTo>
                    <a:pt x="105" y="81"/>
                  </a:lnTo>
                  <a:lnTo>
                    <a:pt x="105" y="50"/>
                  </a:lnTo>
                  <a:cubicBezTo>
                    <a:pt x="105" y="31"/>
                    <a:pt x="99" y="25"/>
                    <a:pt x="80" y="19"/>
                  </a:cubicBezTo>
                  <a:cubicBezTo>
                    <a:pt x="68" y="1"/>
                    <a:pt x="37" y="1"/>
                    <a:pt x="19" y="19"/>
                  </a:cubicBezTo>
                  <a:cubicBezTo>
                    <a:pt x="13" y="25"/>
                    <a:pt x="6" y="31"/>
                    <a:pt x="0" y="50"/>
                  </a:cubicBezTo>
                  <a:lnTo>
                    <a:pt x="0" y="81"/>
                  </a:lnTo>
                  <a:lnTo>
                    <a:pt x="0" y="112"/>
                  </a:lnTo>
                  <a:lnTo>
                    <a:pt x="0" y="173"/>
                  </a:lnTo>
                  <a:cubicBezTo>
                    <a:pt x="0" y="186"/>
                    <a:pt x="6" y="204"/>
                    <a:pt x="13" y="211"/>
                  </a:cubicBezTo>
                  <a:cubicBezTo>
                    <a:pt x="19" y="217"/>
                    <a:pt x="37" y="229"/>
                    <a:pt x="50" y="229"/>
                  </a:cubicBezTo>
                  <a:cubicBezTo>
                    <a:pt x="68" y="229"/>
                    <a:pt x="80" y="217"/>
                    <a:pt x="93" y="211"/>
                  </a:cubicBezTo>
                  <a:cubicBezTo>
                    <a:pt x="99" y="204"/>
                    <a:pt x="105" y="186"/>
                    <a:pt x="105" y="173"/>
                  </a:cubicBezTo>
                  <a:cubicBezTo>
                    <a:pt x="118" y="155"/>
                    <a:pt x="118" y="136"/>
                    <a:pt x="105" y="112"/>
                  </a:cubicBez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43"/>
            <p:cNvSpPr/>
            <p:nvPr/>
          </p:nvSpPr>
          <p:spPr>
            <a:xfrm flipH="1">
              <a:off x="5619182" y="3439680"/>
              <a:ext cx="9892" cy="9892"/>
            </a:xfrm>
            <a:custGeom>
              <a:avLst/>
              <a:gdLst/>
              <a:ahLst/>
              <a:cxnLst/>
              <a:rect l="l" t="t" r="r" b="b"/>
              <a:pathLst>
                <a:path w="143" h="143" extrusionOk="0">
                  <a:moveTo>
                    <a:pt x="137" y="37"/>
                  </a:moveTo>
                  <a:cubicBezTo>
                    <a:pt x="137" y="25"/>
                    <a:pt x="130" y="25"/>
                    <a:pt x="130" y="19"/>
                  </a:cubicBezTo>
                  <a:cubicBezTo>
                    <a:pt x="124" y="13"/>
                    <a:pt x="106" y="0"/>
                    <a:pt x="100" y="0"/>
                  </a:cubicBezTo>
                  <a:lnTo>
                    <a:pt x="81" y="0"/>
                  </a:lnTo>
                  <a:cubicBezTo>
                    <a:pt x="75" y="0"/>
                    <a:pt x="69" y="13"/>
                    <a:pt x="63" y="19"/>
                  </a:cubicBezTo>
                  <a:cubicBezTo>
                    <a:pt x="50" y="37"/>
                    <a:pt x="44" y="44"/>
                    <a:pt x="32" y="56"/>
                  </a:cubicBezTo>
                  <a:lnTo>
                    <a:pt x="13" y="74"/>
                  </a:lnTo>
                  <a:cubicBezTo>
                    <a:pt x="7" y="81"/>
                    <a:pt x="7" y="81"/>
                    <a:pt x="7" y="87"/>
                  </a:cubicBezTo>
                  <a:cubicBezTo>
                    <a:pt x="7" y="87"/>
                    <a:pt x="7" y="99"/>
                    <a:pt x="1" y="99"/>
                  </a:cubicBezTo>
                  <a:lnTo>
                    <a:pt x="1" y="105"/>
                  </a:lnTo>
                  <a:lnTo>
                    <a:pt x="1" y="118"/>
                  </a:lnTo>
                  <a:cubicBezTo>
                    <a:pt x="1" y="130"/>
                    <a:pt x="1" y="136"/>
                    <a:pt x="7" y="136"/>
                  </a:cubicBezTo>
                  <a:cubicBezTo>
                    <a:pt x="13" y="136"/>
                    <a:pt x="13" y="142"/>
                    <a:pt x="19" y="142"/>
                  </a:cubicBezTo>
                  <a:lnTo>
                    <a:pt x="38" y="142"/>
                  </a:lnTo>
                  <a:lnTo>
                    <a:pt x="50" y="142"/>
                  </a:lnTo>
                  <a:cubicBezTo>
                    <a:pt x="50" y="142"/>
                    <a:pt x="56" y="142"/>
                    <a:pt x="56" y="136"/>
                  </a:cubicBezTo>
                  <a:cubicBezTo>
                    <a:pt x="69" y="136"/>
                    <a:pt x="69" y="130"/>
                    <a:pt x="75" y="130"/>
                  </a:cubicBezTo>
                  <a:cubicBezTo>
                    <a:pt x="81" y="118"/>
                    <a:pt x="87" y="118"/>
                    <a:pt x="87" y="112"/>
                  </a:cubicBezTo>
                  <a:cubicBezTo>
                    <a:pt x="106" y="105"/>
                    <a:pt x="112" y="99"/>
                    <a:pt x="130" y="81"/>
                  </a:cubicBezTo>
                  <a:cubicBezTo>
                    <a:pt x="137" y="74"/>
                    <a:pt x="137" y="74"/>
                    <a:pt x="137" y="68"/>
                  </a:cubicBezTo>
                  <a:cubicBezTo>
                    <a:pt x="137" y="56"/>
                    <a:pt x="143" y="56"/>
                    <a:pt x="143" y="50"/>
                  </a:cubicBezTo>
                  <a:cubicBezTo>
                    <a:pt x="137" y="44"/>
                    <a:pt x="137" y="44"/>
                    <a:pt x="137" y="37"/>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43"/>
            <p:cNvSpPr/>
            <p:nvPr/>
          </p:nvSpPr>
          <p:spPr>
            <a:xfrm flipH="1">
              <a:off x="5803328" y="3723024"/>
              <a:ext cx="7333" cy="6018"/>
            </a:xfrm>
            <a:custGeom>
              <a:avLst/>
              <a:gdLst/>
              <a:ahLst/>
              <a:cxnLst/>
              <a:rect l="l" t="t" r="r" b="b"/>
              <a:pathLst>
                <a:path w="106" h="87" extrusionOk="0">
                  <a:moveTo>
                    <a:pt x="49" y="0"/>
                  </a:moveTo>
                  <a:cubicBezTo>
                    <a:pt x="0" y="0"/>
                    <a:pt x="0" y="87"/>
                    <a:pt x="49" y="87"/>
                  </a:cubicBezTo>
                  <a:cubicBezTo>
                    <a:pt x="105" y="87"/>
                    <a:pt x="105" y="0"/>
                    <a:pt x="49" y="0"/>
                  </a:cubicBezTo>
                  <a:close/>
                </a:path>
              </a:pathLst>
            </a:custGeom>
            <a:solidFill>
              <a:srgbClr val="F596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43"/>
            <p:cNvSpPr/>
            <p:nvPr/>
          </p:nvSpPr>
          <p:spPr>
            <a:xfrm flipH="1">
              <a:off x="5408472" y="2695211"/>
              <a:ext cx="16741" cy="13282"/>
            </a:xfrm>
            <a:custGeom>
              <a:avLst/>
              <a:gdLst/>
              <a:ahLst/>
              <a:cxnLst/>
              <a:rect l="l" t="t" r="r" b="b"/>
              <a:pathLst>
                <a:path w="242" h="192" extrusionOk="0">
                  <a:moveTo>
                    <a:pt x="118" y="0"/>
                  </a:moveTo>
                  <a:cubicBezTo>
                    <a:pt x="1" y="0"/>
                    <a:pt x="1" y="185"/>
                    <a:pt x="118" y="185"/>
                  </a:cubicBezTo>
                  <a:cubicBezTo>
                    <a:pt x="242" y="192"/>
                    <a:pt x="242" y="0"/>
                    <a:pt x="11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43"/>
            <p:cNvSpPr/>
            <p:nvPr/>
          </p:nvSpPr>
          <p:spPr>
            <a:xfrm flipH="1">
              <a:off x="5346076" y="2898172"/>
              <a:ext cx="12867" cy="10307"/>
            </a:xfrm>
            <a:custGeom>
              <a:avLst/>
              <a:gdLst/>
              <a:ahLst/>
              <a:cxnLst/>
              <a:rect l="l" t="t" r="r" b="b"/>
              <a:pathLst>
                <a:path w="186" h="149" extrusionOk="0">
                  <a:moveTo>
                    <a:pt x="93" y="1"/>
                  </a:moveTo>
                  <a:cubicBezTo>
                    <a:pt x="0" y="1"/>
                    <a:pt x="0" y="149"/>
                    <a:pt x="93" y="149"/>
                  </a:cubicBezTo>
                  <a:cubicBezTo>
                    <a:pt x="186" y="149"/>
                    <a:pt x="186" y="1"/>
                    <a:pt x="9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43"/>
            <p:cNvSpPr/>
            <p:nvPr/>
          </p:nvSpPr>
          <p:spPr>
            <a:xfrm flipH="1">
              <a:off x="5313978" y="2865729"/>
              <a:ext cx="9062" cy="6848"/>
            </a:xfrm>
            <a:custGeom>
              <a:avLst/>
              <a:gdLst/>
              <a:ahLst/>
              <a:cxnLst/>
              <a:rect l="l" t="t" r="r" b="b"/>
              <a:pathLst>
                <a:path w="131" h="99" extrusionOk="0">
                  <a:moveTo>
                    <a:pt x="68" y="0"/>
                  </a:moveTo>
                  <a:cubicBezTo>
                    <a:pt x="0" y="0"/>
                    <a:pt x="0" y="99"/>
                    <a:pt x="68" y="99"/>
                  </a:cubicBezTo>
                  <a:cubicBezTo>
                    <a:pt x="130" y="99"/>
                    <a:pt x="130" y="0"/>
                    <a:pt x="6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43"/>
            <p:cNvSpPr/>
            <p:nvPr/>
          </p:nvSpPr>
          <p:spPr>
            <a:xfrm flipH="1">
              <a:off x="5987543" y="3735821"/>
              <a:ext cx="12037" cy="11621"/>
            </a:xfrm>
            <a:custGeom>
              <a:avLst/>
              <a:gdLst/>
              <a:ahLst/>
              <a:cxnLst/>
              <a:rect l="l" t="t" r="r" b="b"/>
              <a:pathLst>
                <a:path w="174" h="168" extrusionOk="0">
                  <a:moveTo>
                    <a:pt x="167" y="81"/>
                  </a:moveTo>
                  <a:cubicBezTo>
                    <a:pt x="155" y="63"/>
                    <a:pt x="149" y="56"/>
                    <a:pt x="142" y="38"/>
                  </a:cubicBezTo>
                  <a:cubicBezTo>
                    <a:pt x="142" y="32"/>
                    <a:pt x="136" y="32"/>
                    <a:pt x="136" y="25"/>
                  </a:cubicBezTo>
                  <a:cubicBezTo>
                    <a:pt x="136" y="25"/>
                    <a:pt x="124" y="13"/>
                    <a:pt x="118" y="13"/>
                  </a:cubicBezTo>
                  <a:lnTo>
                    <a:pt x="112" y="13"/>
                  </a:lnTo>
                  <a:lnTo>
                    <a:pt x="105" y="7"/>
                  </a:lnTo>
                  <a:lnTo>
                    <a:pt x="93" y="1"/>
                  </a:lnTo>
                  <a:lnTo>
                    <a:pt x="87" y="1"/>
                  </a:lnTo>
                  <a:lnTo>
                    <a:pt x="87" y="1"/>
                  </a:lnTo>
                  <a:lnTo>
                    <a:pt x="81" y="1"/>
                  </a:lnTo>
                  <a:lnTo>
                    <a:pt x="74" y="1"/>
                  </a:lnTo>
                  <a:lnTo>
                    <a:pt x="44" y="1"/>
                  </a:lnTo>
                  <a:cubicBezTo>
                    <a:pt x="31" y="1"/>
                    <a:pt x="25" y="7"/>
                    <a:pt x="19" y="13"/>
                  </a:cubicBezTo>
                  <a:cubicBezTo>
                    <a:pt x="13" y="25"/>
                    <a:pt x="13" y="32"/>
                    <a:pt x="0" y="38"/>
                  </a:cubicBezTo>
                  <a:lnTo>
                    <a:pt x="0" y="69"/>
                  </a:lnTo>
                  <a:cubicBezTo>
                    <a:pt x="0" y="75"/>
                    <a:pt x="13" y="93"/>
                    <a:pt x="19" y="100"/>
                  </a:cubicBezTo>
                  <a:lnTo>
                    <a:pt x="25" y="106"/>
                  </a:lnTo>
                  <a:lnTo>
                    <a:pt x="25" y="118"/>
                  </a:lnTo>
                  <a:cubicBezTo>
                    <a:pt x="25" y="118"/>
                    <a:pt x="25" y="124"/>
                    <a:pt x="31" y="124"/>
                  </a:cubicBezTo>
                  <a:lnTo>
                    <a:pt x="50" y="137"/>
                  </a:lnTo>
                  <a:cubicBezTo>
                    <a:pt x="62" y="149"/>
                    <a:pt x="74" y="155"/>
                    <a:pt x="87" y="161"/>
                  </a:cubicBezTo>
                  <a:cubicBezTo>
                    <a:pt x="93" y="161"/>
                    <a:pt x="93" y="161"/>
                    <a:pt x="99" y="168"/>
                  </a:cubicBezTo>
                  <a:lnTo>
                    <a:pt x="124" y="168"/>
                  </a:lnTo>
                  <a:lnTo>
                    <a:pt x="142" y="168"/>
                  </a:lnTo>
                  <a:cubicBezTo>
                    <a:pt x="149" y="168"/>
                    <a:pt x="155" y="161"/>
                    <a:pt x="155" y="161"/>
                  </a:cubicBezTo>
                  <a:lnTo>
                    <a:pt x="161" y="155"/>
                  </a:lnTo>
                  <a:cubicBezTo>
                    <a:pt x="161" y="149"/>
                    <a:pt x="161" y="149"/>
                    <a:pt x="173" y="137"/>
                  </a:cubicBezTo>
                  <a:lnTo>
                    <a:pt x="173" y="118"/>
                  </a:lnTo>
                  <a:cubicBezTo>
                    <a:pt x="173" y="93"/>
                    <a:pt x="173" y="87"/>
                    <a:pt x="167" y="81"/>
                  </a:cubicBez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43"/>
            <p:cNvSpPr/>
            <p:nvPr/>
          </p:nvSpPr>
          <p:spPr>
            <a:xfrm flipH="1">
              <a:off x="6229036" y="4279058"/>
              <a:ext cx="21445" cy="16740"/>
            </a:xfrm>
            <a:custGeom>
              <a:avLst/>
              <a:gdLst/>
              <a:ahLst/>
              <a:cxnLst/>
              <a:rect l="l" t="t" r="r" b="b"/>
              <a:pathLst>
                <a:path w="310" h="242" extrusionOk="0">
                  <a:moveTo>
                    <a:pt x="155" y="0"/>
                  </a:moveTo>
                  <a:cubicBezTo>
                    <a:pt x="1" y="0"/>
                    <a:pt x="1" y="241"/>
                    <a:pt x="155" y="241"/>
                  </a:cubicBezTo>
                  <a:cubicBezTo>
                    <a:pt x="310" y="241"/>
                    <a:pt x="310" y="0"/>
                    <a:pt x="155" y="0"/>
                  </a:cubicBez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43"/>
            <p:cNvSpPr/>
            <p:nvPr/>
          </p:nvSpPr>
          <p:spPr>
            <a:xfrm flipH="1">
              <a:off x="6135026" y="4117464"/>
              <a:ext cx="8993" cy="6502"/>
            </a:xfrm>
            <a:custGeom>
              <a:avLst/>
              <a:gdLst/>
              <a:ahLst/>
              <a:cxnLst/>
              <a:rect l="l" t="t" r="r" b="b"/>
              <a:pathLst>
                <a:path w="130" h="94" extrusionOk="0">
                  <a:moveTo>
                    <a:pt x="124" y="19"/>
                  </a:moveTo>
                  <a:cubicBezTo>
                    <a:pt x="111" y="13"/>
                    <a:pt x="111" y="13"/>
                    <a:pt x="105" y="13"/>
                  </a:cubicBezTo>
                  <a:lnTo>
                    <a:pt x="74" y="13"/>
                  </a:lnTo>
                  <a:cubicBezTo>
                    <a:pt x="68" y="7"/>
                    <a:pt x="62" y="1"/>
                    <a:pt x="43" y="1"/>
                  </a:cubicBezTo>
                  <a:cubicBezTo>
                    <a:pt x="37" y="1"/>
                    <a:pt x="19" y="7"/>
                    <a:pt x="12" y="13"/>
                  </a:cubicBezTo>
                  <a:cubicBezTo>
                    <a:pt x="6" y="19"/>
                    <a:pt x="0" y="38"/>
                    <a:pt x="0" y="44"/>
                  </a:cubicBezTo>
                  <a:cubicBezTo>
                    <a:pt x="0" y="50"/>
                    <a:pt x="6" y="69"/>
                    <a:pt x="12" y="75"/>
                  </a:cubicBezTo>
                  <a:cubicBezTo>
                    <a:pt x="19" y="81"/>
                    <a:pt x="25" y="93"/>
                    <a:pt x="43" y="93"/>
                  </a:cubicBezTo>
                  <a:lnTo>
                    <a:pt x="50" y="93"/>
                  </a:lnTo>
                  <a:cubicBezTo>
                    <a:pt x="62" y="93"/>
                    <a:pt x="62" y="93"/>
                    <a:pt x="68" y="81"/>
                  </a:cubicBezTo>
                  <a:lnTo>
                    <a:pt x="74" y="75"/>
                  </a:lnTo>
                  <a:lnTo>
                    <a:pt x="105" y="75"/>
                  </a:lnTo>
                  <a:cubicBezTo>
                    <a:pt x="111" y="75"/>
                    <a:pt x="111" y="75"/>
                    <a:pt x="118" y="69"/>
                  </a:cubicBezTo>
                  <a:cubicBezTo>
                    <a:pt x="130" y="63"/>
                    <a:pt x="130" y="63"/>
                    <a:pt x="130" y="50"/>
                  </a:cubicBezTo>
                  <a:cubicBezTo>
                    <a:pt x="130" y="38"/>
                    <a:pt x="124" y="32"/>
                    <a:pt x="124" y="19"/>
                  </a:cubicBez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43"/>
            <p:cNvSpPr/>
            <p:nvPr/>
          </p:nvSpPr>
          <p:spPr>
            <a:xfrm flipH="1">
              <a:off x="6072145" y="4150806"/>
              <a:ext cx="9477" cy="7748"/>
            </a:xfrm>
            <a:custGeom>
              <a:avLst/>
              <a:gdLst/>
              <a:ahLst/>
              <a:cxnLst/>
              <a:rect l="l" t="t" r="r" b="b"/>
              <a:pathLst>
                <a:path w="137" h="112" extrusionOk="0">
                  <a:moveTo>
                    <a:pt x="68" y="1"/>
                  </a:moveTo>
                  <a:cubicBezTo>
                    <a:pt x="0" y="1"/>
                    <a:pt x="0" y="112"/>
                    <a:pt x="68" y="112"/>
                  </a:cubicBezTo>
                  <a:cubicBezTo>
                    <a:pt x="136" y="112"/>
                    <a:pt x="136" y="1"/>
                    <a:pt x="68" y="1"/>
                  </a:cubicBez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43"/>
            <p:cNvSpPr/>
            <p:nvPr/>
          </p:nvSpPr>
          <p:spPr>
            <a:xfrm flipH="1">
              <a:off x="7192802" y="4120922"/>
              <a:ext cx="13766" cy="14596"/>
            </a:xfrm>
            <a:custGeom>
              <a:avLst/>
              <a:gdLst/>
              <a:ahLst/>
              <a:cxnLst/>
              <a:rect l="l" t="t" r="r" b="b"/>
              <a:pathLst>
                <a:path w="199" h="211" extrusionOk="0">
                  <a:moveTo>
                    <a:pt x="180" y="81"/>
                  </a:moveTo>
                  <a:cubicBezTo>
                    <a:pt x="180" y="74"/>
                    <a:pt x="168" y="56"/>
                    <a:pt x="161" y="50"/>
                  </a:cubicBezTo>
                  <a:lnTo>
                    <a:pt x="130" y="19"/>
                  </a:lnTo>
                  <a:cubicBezTo>
                    <a:pt x="124" y="13"/>
                    <a:pt x="124" y="13"/>
                    <a:pt x="118" y="13"/>
                  </a:cubicBezTo>
                  <a:cubicBezTo>
                    <a:pt x="106" y="13"/>
                    <a:pt x="100" y="0"/>
                    <a:pt x="100" y="0"/>
                  </a:cubicBezTo>
                  <a:lnTo>
                    <a:pt x="81" y="0"/>
                  </a:lnTo>
                  <a:cubicBezTo>
                    <a:pt x="75" y="0"/>
                    <a:pt x="69" y="13"/>
                    <a:pt x="63" y="19"/>
                  </a:cubicBezTo>
                  <a:lnTo>
                    <a:pt x="32" y="50"/>
                  </a:lnTo>
                  <a:cubicBezTo>
                    <a:pt x="19" y="56"/>
                    <a:pt x="19" y="62"/>
                    <a:pt x="13" y="62"/>
                  </a:cubicBezTo>
                  <a:cubicBezTo>
                    <a:pt x="13" y="74"/>
                    <a:pt x="7" y="81"/>
                    <a:pt x="7" y="87"/>
                  </a:cubicBezTo>
                  <a:cubicBezTo>
                    <a:pt x="7" y="105"/>
                    <a:pt x="1" y="111"/>
                    <a:pt x="7" y="124"/>
                  </a:cubicBezTo>
                  <a:cubicBezTo>
                    <a:pt x="7" y="136"/>
                    <a:pt x="7" y="142"/>
                    <a:pt x="13" y="148"/>
                  </a:cubicBezTo>
                  <a:cubicBezTo>
                    <a:pt x="13" y="155"/>
                    <a:pt x="19" y="167"/>
                    <a:pt x="32" y="173"/>
                  </a:cubicBezTo>
                  <a:cubicBezTo>
                    <a:pt x="38" y="179"/>
                    <a:pt x="38" y="186"/>
                    <a:pt x="44" y="186"/>
                  </a:cubicBezTo>
                  <a:cubicBezTo>
                    <a:pt x="50" y="198"/>
                    <a:pt x="63" y="198"/>
                    <a:pt x="69" y="204"/>
                  </a:cubicBezTo>
                  <a:cubicBezTo>
                    <a:pt x="75" y="210"/>
                    <a:pt x="93" y="210"/>
                    <a:pt x="106" y="210"/>
                  </a:cubicBezTo>
                  <a:lnTo>
                    <a:pt x="130" y="210"/>
                  </a:lnTo>
                  <a:cubicBezTo>
                    <a:pt x="137" y="210"/>
                    <a:pt x="143" y="204"/>
                    <a:pt x="155" y="204"/>
                  </a:cubicBezTo>
                  <a:cubicBezTo>
                    <a:pt x="161" y="198"/>
                    <a:pt x="168" y="198"/>
                    <a:pt x="168" y="186"/>
                  </a:cubicBezTo>
                  <a:cubicBezTo>
                    <a:pt x="174" y="179"/>
                    <a:pt x="174" y="173"/>
                    <a:pt x="186" y="173"/>
                  </a:cubicBezTo>
                  <a:cubicBezTo>
                    <a:pt x="186" y="167"/>
                    <a:pt x="192" y="155"/>
                    <a:pt x="192" y="148"/>
                  </a:cubicBezTo>
                  <a:cubicBezTo>
                    <a:pt x="192" y="136"/>
                    <a:pt x="198" y="124"/>
                    <a:pt x="192" y="111"/>
                  </a:cubicBezTo>
                  <a:cubicBezTo>
                    <a:pt x="186" y="93"/>
                    <a:pt x="186" y="87"/>
                    <a:pt x="180" y="81"/>
                  </a:cubicBezTo>
                  <a:close/>
                </a:path>
              </a:pathLst>
            </a:custGeom>
            <a:solidFill>
              <a:srgbClr val="F596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43"/>
            <p:cNvSpPr/>
            <p:nvPr/>
          </p:nvSpPr>
          <p:spPr>
            <a:xfrm flipH="1">
              <a:off x="7003468" y="4027743"/>
              <a:ext cx="6918" cy="9892"/>
            </a:xfrm>
            <a:custGeom>
              <a:avLst/>
              <a:gdLst/>
              <a:ahLst/>
              <a:cxnLst/>
              <a:rect l="l" t="t" r="r" b="b"/>
              <a:pathLst>
                <a:path w="100" h="143" extrusionOk="0">
                  <a:moveTo>
                    <a:pt x="99" y="81"/>
                  </a:moveTo>
                  <a:cubicBezTo>
                    <a:pt x="99" y="75"/>
                    <a:pt x="93" y="62"/>
                    <a:pt x="93" y="50"/>
                  </a:cubicBezTo>
                  <a:lnTo>
                    <a:pt x="81" y="37"/>
                  </a:lnTo>
                  <a:cubicBezTo>
                    <a:pt x="81" y="31"/>
                    <a:pt x="75" y="19"/>
                    <a:pt x="75" y="13"/>
                  </a:cubicBezTo>
                  <a:cubicBezTo>
                    <a:pt x="68" y="7"/>
                    <a:pt x="62" y="0"/>
                    <a:pt x="50" y="0"/>
                  </a:cubicBezTo>
                  <a:cubicBezTo>
                    <a:pt x="44" y="0"/>
                    <a:pt x="31" y="7"/>
                    <a:pt x="31" y="13"/>
                  </a:cubicBezTo>
                  <a:cubicBezTo>
                    <a:pt x="31" y="19"/>
                    <a:pt x="19" y="31"/>
                    <a:pt x="19" y="37"/>
                  </a:cubicBezTo>
                  <a:cubicBezTo>
                    <a:pt x="19" y="44"/>
                    <a:pt x="19" y="44"/>
                    <a:pt x="13" y="50"/>
                  </a:cubicBezTo>
                  <a:cubicBezTo>
                    <a:pt x="13" y="62"/>
                    <a:pt x="7" y="75"/>
                    <a:pt x="7" y="81"/>
                  </a:cubicBezTo>
                  <a:cubicBezTo>
                    <a:pt x="1" y="99"/>
                    <a:pt x="7" y="124"/>
                    <a:pt x="19" y="130"/>
                  </a:cubicBezTo>
                  <a:cubicBezTo>
                    <a:pt x="31" y="136"/>
                    <a:pt x="44" y="142"/>
                    <a:pt x="62" y="142"/>
                  </a:cubicBezTo>
                  <a:cubicBezTo>
                    <a:pt x="75" y="142"/>
                    <a:pt x="81" y="136"/>
                    <a:pt x="99" y="130"/>
                  </a:cubicBezTo>
                  <a:close/>
                </a:path>
              </a:pathLst>
            </a:custGeom>
            <a:solidFill>
              <a:srgbClr val="F596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43"/>
            <p:cNvSpPr/>
            <p:nvPr/>
          </p:nvSpPr>
          <p:spPr>
            <a:xfrm flipH="1">
              <a:off x="6982508" y="4090969"/>
              <a:ext cx="9962" cy="6087"/>
            </a:xfrm>
            <a:custGeom>
              <a:avLst/>
              <a:gdLst/>
              <a:ahLst/>
              <a:cxnLst/>
              <a:rect l="l" t="t" r="r" b="b"/>
              <a:pathLst>
                <a:path w="144" h="88" extrusionOk="0">
                  <a:moveTo>
                    <a:pt x="131" y="19"/>
                  </a:moveTo>
                  <a:lnTo>
                    <a:pt x="125" y="13"/>
                  </a:lnTo>
                  <a:cubicBezTo>
                    <a:pt x="118" y="1"/>
                    <a:pt x="112" y="1"/>
                    <a:pt x="100" y="1"/>
                  </a:cubicBezTo>
                  <a:cubicBezTo>
                    <a:pt x="81" y="1"/>
                    <a:pt x="63" y="13"/>
                    <a:pt x="38" y="13"/>
                  </a:cubicBezTo>
                  <a:lnTo>
                    <a:pt x="26" y="13"/>
                  </a:lnTo>
                  <a:cubicBezTo>
                    <a:pt x="20" y="13"/>
                    <a:pt x="20" y="19"/>
                    <a:pt x="7" y="19"/>
                  </a:cubicBezTo>
                  <a:cubicBezTo>
                    <a:pt x="1" y="25"/>
                    <a:pt x="1" y="32"/>
                    <a:pt x="1" y="44"/>
                  </a:cubicBezTo>
                  <a:cubicBezTo>
                    <a:pt x="1" y="50"/>
                    <a:pt x="1" y="56"/>
                    <a:pt x="7" y="63"/>
                  </a:cubicBezTo>
                  <a:cubicBezTo>
                    <a:pt x="7" y="63"/>
                    <a:pt x="20" y="63"/>
                    <a:pt x="20" y="75"/>
                  </a:cubicBezTo>
                  <a:cubicBezTo>
                    <a:pt x="26" y="75"/>
                    <a:pt x="32" y="81"/>
                    <a:pt x="32" y="81"/>
                  </a:cubicBezTo>
                  <a:cubicBezTo>
                    <a:pt x="57" y="81"/>
                    <a:pt x="69" y="87"/>
                    <a:pt x="94" y="87"/>
                  </a:cubicBezTo>
                  <a:lnTo>
                    <a:pt x="112" y="87"/>
                  </a:lnTo>
                  <a:cubicBezTo>
                    <a:pt x="118" y="87"/>
                    <a:pt x="118" y="81"/>
                    <a:pt x="125" y="81"/>
                  </a:cubicBezTo>
                  <a:cubicBezTo>
                    <a:pt x="131" y="75"/>
                    <a:pt x="131" y="75"/>
                    <a:pt x="131" y="63"/>
                  </a:cubicBezTo>
                  <a:cubicBezTo>
                    <a:pt x="131" y="56"/>
                    <a:pt x="143" y="56"/>
                    <a:pt x="131" y="50"/>
                  </a:cubicBezTo>
                  <a:cubicBezTo>
                    <a:pt x="143" y="44"/>
                    <a:pt x="143" y="25"/>
                    <a:pt x="131" y="19"/>
                  </a:cubicBezTo>
                  <a:close/>
                </a:path>
              </a:pathLst>
            </a:custGeom>
            <a:solidFill>
              <a:srgbClr val="F596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43"/>
            <p:cNvSpPr/>
            <p:nvPr/>
          </p:nvSpPr>
          <p:spPr>
            <a:xfrm flipH="1">
              <a:off x="7749668" y="4564961"/>
              <a:ext cx="8647" cy="10722"/>
            </a:xfrm>
            <a:custGeom>
              <a:avLst/>
              <a:gdLst/>
              <a:ahLst/>
              <a:cxnLst/>
              <a:rect l="l" t="t" r="r" b="b"/>
              <a:pathLst>
                <a:path w="125" h="155" extrusionOk="0">
                  <a:moveTo>
                    <a:pt x="106" y="50"/>
                  </a:moveTo>
                  <a:cubicBezTo>
                    <a:pt x="100" y="37"/>
                    <a:pt x="93" y="37"/>
                    <a:pt x="93" y="31"/>
                  </a:cubicBezTo>
                  <a:cubicBezTo>
                    <a:pt x="69" y="6"/>
                    <a:pt x="50" y="0"/>
                    <a:pt x="38" y="0"/>
                  </a:cubicBezTo>
                  <a:cubicBezTo>
                    <a:pt x="7" y="0"/>
                    <a:pt x="1" y="37"/>
                    <a:pt x="1" y="68"/>
                  </a:cubicBezTo>
                  <a:cubicBezTo>
                    <a:pt x="1" y="105"/>
                    <a:pt x="7" y="148"/>
                    <a:pt x="38" y="148"/>
                  </a:cubicBezTo>
                  <a:cubicBezTo>
                    <a:pt x="50" y="155"/>
                    <a:pt x="69" y="148"/>
                    <a:pt x="93" y="118"/>
                  </a:cubicBezTo>
                  <a:cubicBezTo>
                    <a:pt x="100" y="105"/>
                    <a:pt x="106" y="105"/>
                    <a:pt x="106" y="99"/>
                  </a:cubicBezTo>
                  <a:cubicBezTo>
                    <a:pt x="124" y="87"/>
                    <a:pt x="124" y="62"/>
                    <a:pt x="106" y="50"/>
                  </a:cubicBezTo>
                  <a:close/>
                </a:path>
              </a:pathLst>
            </a:custGeom>
            <a:solidFill>
              <a:srgbClr val="F596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43"/>
            <p:cNvSpPr/>
            <p:nvPr/>
          </p:nvSpPr>
          <p:spPr>
            <a:xfrm flipH="1">
              <a:off x="7514600" y="5135454"/>
              <a:ext cx="17156" cy="13351"/>
            </a:xfrm>
            <a:custGeom>
              <a:avLst/>
              <a:gdLst/>
              <a:ahLst/>
              <a:cxnLst/>
              <a:rect l="l" t="t" r="r" b="b"/>
              <a:pathLst>
                <a:path w="248" h="193" extrusionOk="0">
                  <a:moveTo>
                    <a:pt x="124" y="1"/>
                  </a:moveTo>
                  <a:cubicBezTo>
                    <a:pt x="1" y="1"/>
                    <a:pt x="1" y="186"/>
                    <a:pt x="124" y="186"/>
                  </a:cubicBezTo>
                  <a:cubicBezTo>
                    <a:pt x="248" y="192"/>
                    <a:pt x="248" y="1"/>
                    <a:pt x="12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43"/>
            <p:cNvSpPr/>
            <p:nvPr/>
          </p:nvSpPr>
          <p:spPr>
            <a:xfrm flipH="1">
              <a:off x="7394027" y="5066278"/>
              <a:ext cx="14181" cy="10722"/>
            </a:xfrm>
            <a:custGeom>
              <a:avLst/>
              <a:gdLst/>
              <a:ahLst/>
              <a:cxnLst/>
              <a:rect l="l" t="t" r="r" b="b"/>
              <a:pathLst>
                <a:path w="205" h="155" extrusionOk="0">
                  <a:moveTo>
                    <a:pt x="99" y="0"/>
                  </a:moveTo>
                  <a:cubicBezTo>
                    <a:pt x="0" y="0"/>
                    <a:pt x="0" y="155"/>
                    <a:pt x="99" y="155"/>
                  </a:cubicBezTo>
                  <a:cubicBezTo>
                    <a:pt x="204" y="155"/>
                    <a:pt x="204" y="0"/>
                    <a:pt x="9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43"/>
            <p:cNvSpPr/>
            <p:nvPr/>
          </p:nvSpPr>
          <p:spPr>
            <a:xfrm flipH="1">
              <a:off x="7334213" y="5106950"/>
              <a:ext cx="15183" cy="14319"/>
            </a:xfrm>
            <a:custGeom>
              <a:avLst/>
              <a:gdLst/>
              <a:ahLst/>
              <a:cxnLst/>
              <a:rect l="l" t="t" r="r" b="b"/>
              <a:pathLst>
                <a:path w="211" h="199" extrusionOk="0">
                  <a:moveTo>
                    <a:pt x="198" y="13"/>
                  </a:moveTo>
                  <a:cubicBezTo>
                    <a:pt x="179" y="1"/>
                    <a:pt x="167" y="1"/>
                    <a:pt x="142" y="7"/>
                  </a:cubicBezTo>
                  <a:cubicBezTo>
                    <a:pt x="136" y="7"/>
                    <a:pt x="136" y="13"/>
                    <a:pt x="124" y="13"/>
                  </a:cubicBezTo>
                  <a:cubicBezTo>
                    <a:pt x="117" y="25"/>
                    <a:pt x="111" y="25"/>
                    <a:pt x="105" y="32"/>
                  </a:cubicBezTo>
                  <a:lnTo>
                    <a:pt x="80" y="56"/>
                  </a:lnTo>
                  <a:cubicBezTo>
                    <a:pt x="62" y="69"/>
                    <a:pt x="43" y="87"/>
                    <a:pt x="25" y="93"/>
                  </a:cubicBezTo>
                  <a:cubicBezTo>
                    <a:pt x="19" y="100"/>
                    <a:pt x="19" y="106"/>
                    <a:pt x="12" y="118"/>
                  </a:cubicBezTo>
                  <a:cubicBezTo>
                    <a:pt x="0" y="124"/>
                    <a:pt x="0" y="130"/>
                    <a:pt x="0" y="137"/>
                  </a:cubicBezTo>
                  <a:cubicBezTo>
                    <a:pt x="0" y="155"/>
                    <a:pt x="12" y="167"/>
                    <a:pt x="19" y="186"/>
                  </a:cubicBezTo>
                  <a:cubicBezTo>
                    <a:pt x="31" y="192"/>
                    <a:pt x="49" y="198"/>
                    <a:pt x="62" y="198"/>
                  </a:cubicBezTo>
                  <a:lnTo>
                    <a:pt x="80" y="198"/>
                  </a:lnTo>
                  <a:cubicBezTo>
                    <a:pt x="87" y="198"/>
                    <a:pt x="105" y="192"/>
                    <a:pt x="111" y="186"/>
                  </a:cubicBezTo>
                  <a:cubicBezTo>
                    <a:pt x="124" y="167"/>
                    <a:pt x="142" y="149"/>
                    <a:pt x="148" y="130"/>
                  </a:cubicBezTo>
                  <a:lnTo>
                    <a:pt x="173" y="106"/>
                  </a:lnTo>
                  <a:cubicBezTo>
                    <a:pt x="179" y="100"/>
                    <a:pt x="185" y="93"/>
                    <a:pt x="185" y="87"/>
                  </a:cubicBezTo>
                  <a:cubicBezTo>
                    <a:pt x="185" y="75"/>
                    <a:pt x="198" y="75"/>
                    <a:pt x="198" y="69"/>
                  </a:cubicBezTo>
                  <a:cubicBezTo>
                    <a:pt x="210" y="56"/>
                    <a:pt x="210" y="32"/>
                    <a:pt x="198" y="13"/>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43"/>
            <p:cNvSpPr/>
            <p:nvPr/>
          </p:nvSpPr>
          <p:spPr>
            <a:xfrm flipH="1">
              <a:off x="7230771" y="5073956"/>
              <a:ext cx="30853" cy="31267"/>
            </a:xfrm>
            <a:custGeom>
              <a:avLst/>
              <a:gdLst/>
              <a:ahLst/>
              <a:cxnLst/>
              <a:rect l="l" t="t" r="r" b="b"/>
              <a:pathLst>
                <a:path w="446" h="452" extrusionOk="0">
                  <a:moveTo>
                    <a:pt x="445" y="44"/>
                  </a:moveTo>
                  <a:cubicBezTo>
                    <a:pt x="445" y="25"/>
                    <a:pt x="420" y="13"/>
                    <a:pt x="408" y="0"/>
                  </a:cubicBezTo>
                  <a:lnTo>
                    <a:pt x="383" y="0"/>
                  </a:lnTo>
                  <a:cubicBezTo>
                    <a:pt x="371" y="0"/>
                    <a:pt x="359" y="13"/>
                    <a:pt x="346" y="13"/>
                  </a:cubicBezTo>
                  <a:cubicBezTo>
                    <a:pt x="340" y="19"/>
                    <a:pt x="322" y="19"/>
                    <a:pt x="315" y="25"/>
                  </a:cubicBezTo>
                  <a:cubicBezTo>
                    <a:pt x="297" y="31"/>
                    <a:pt x="285" y="44"/>
                    <a:pt x="266" y="56"/>
                  </a:cubicBezTo>
                  <a:cubicBezTo>
                    <a:pt x="260" y="56"/>
                    <a:pt x="254" y="56"/>
                    <a:pt x="247" y="62"/>
                  </a:cubicBezTo>
                  <a:cubicBezTo>
                    <a:pt x="235" y="62"/>
                    <a:pt x="235" y="74"/>
                    <a:pt x="229" y="81"/>
                  </a:cubicBezTo>
                  <a:lnTo>
                    <a:pt x="204" y="105"/>
                  </a:lnTo>
                  <a:cubicBezTo>
                    <a:pt x="186" y="118"/>
                    <a:pt x="155" y="142"/>
                    <a:pt x="130" y="155"/>
                  </a:cubicBezTo>
                  <a:lnTo>
                    <a:pt x="81" y="204"/>
                  </a:lnTo>
                  <a:cubicBezTo>
                    <a:pt x="68" y="217"/>
                    <a:pt x="50" y="241"/>
                    <a:pt x="31" y="260"/>
                  </a:cubicBezTo>
                  <a:cubicBezTo>
                    <a:pt x="7" y="278"/>
                    <a:pt x="0" y="303"/>
                    <a:pt x="0" y="334"/>
                  </a:cubicBezTo>
                  <a:cubicBezTo>
                    <a:pt x="0" y="359"/>
                    <a:pt x="13" y="396"/>
                    <a:pt x="31" y="414"/>
                  </a:cubicBezTo>
                  <a:cubicBezTo>
                    <a:pt x="75" y="451"/>
                    <a:pt x="136" y="451"/>
                    <a:pt x="186" y="414"/>
                  </a:cubicBezTo>
                  <a:cubicBezTo>
                    <a:pt x="198" y="396"/>
                    <a:pt x="217" y="383"/>
                    <a:pt x="235" y="365"/>
                  </a:cubicBezTo>
                  <a:cubicBezTo>
                    <a:pt x="254" y="352"/>
                    <a:pt x="278" y="334"/>
                    <a:pt x="291" y="322"/>
                  </a:cubicBezTo>
                  <a:cubicBezTo>
                    <a:pt x="309" y="303"/>
                    <a:pt x="322" y="278"/>
                    <a:pt x="328" y="266"/>
                  </a:cubicBezTo>
                  <a:cubicBezTo>
                    <a:pt x="346" y="241"/>
                    <a:pt x="377" y="210"/>
                    <a:pt x="383" y="186"/>
                  </a:cubicBezTo>
                  <a:cubicBezTo>
                    <a:pt x="402" y="173"/>
                    <a:pt x="408" y="155"/>
                    <a:pt x="414" y="136"/>
                  </a:cubicBezTo>
                  <a:cubicBezTo>
                    <a:pt x="420" y="124"/>
                    <a:pt x="420" y="112"/>
                    <a:pt x="433" y="105"/>
                  </a:cubicBezTo>
                  <a:cubicBezTo>
                    <a:pt x="445" y="81"/>
                    <a:pt x="445" y="62"/>
                    <a:pt x="445" y="4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43"/>
            <p:cNvSpPr/>
            <p:nvPr/>
          </p:nvSpPr>
          <p:spPr>
            <a:xfrm flipH="1">
              <a:off x="7261140" y="4958571"/>
              <a:ext cx="9892" cy="7333"/>
            </a:xfrm>
            <a:custGeom>
              <a:avLst/>
              <a:gdLst/>
              <a:ahLst/>
              <a:cxnLst/>
              <a:rect l="l" t="t" r="r" b="b"/>
              <a:pathLst>
                <a:path w="143" h="106" extrusionOk="0">
                  <a:moveTo>
                    <a:pt x="75" y="0"/>
                  </a:moveTo>
                  <a:cubicBezTo>
                    <a:pt x="0" y="0"/>
                    <a:pt x="0" y="105"/>
                    <a:pt x="75" y="105"/>
                  </a:cubicBezTo>
                  <a:cubicBezTo>
                    <a:pt x="143" y="105"/>
                    <a:pt x="143" y="0"/>
                    <a:pt x="7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43"/>
            <p:cNvSpPr/>
            <p:nvPr/>
          </p:nvSpPr>
          <p:spPr>
            <a:xfrm flipH="1">
              <a:off x="7427370" y="4874384"/>
              <a:ext cx="11207" cy="8578"/>
            </a:xfrm>
            <a:custGeom>
              <a:avLst/>
              <a:gdLst/>
              <a:ahLst/>
              <a:cxnLst/>
              <a:rect l="l" t="t" r="r" b="b"/>
              <a:pathLst>
                <a:path w="162" h="124" extrusionOk="0">
                  <a:moveTo>
                    <a:pt x="75" y="0"/>
                  </a:moveTo>
                  <a:cubicBezTo>
                    <a:pt x="1" y="0"/>
                    <a:pt x="1" y="124"/>
                    <a:pt x="75" y="124"/>
                  </a:cubicBezTo>
                  <a:cubicBezTo>
                    <a:pt x="161" y="124"/>
                    <a:pt x="161" y="0"/>
                    <a:pt x="7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43"/>
            <p:cNvSpPr/>
            <p:nvPr/>
          </p:nvSpPr>
          <p:spPr>
            <a:xfrm flipH="1">
              <a:off x="5858945" y="3447358"/>
              <a:ext cx="35972" cy="44964"/>
            </a:xfrm>
            <a:custGeom>
              <a:avLst/>
              <a:gdLst/>
              <a:ahLst/>
              <a:cxnLst/>
              <a:rect l="l" t="t" r="r" b="b"/>
              <a:pathLst>
                <a:path w="520" h="650" extrusionOk="0">
                  <a:moveTo>
                    <a:pt x="433" y="19"/>
                  </a:moveTo>
                  <a:cubicBezTo>
                    <a:pt x="390" y="7"/>
                    <a:pt x="341" y="1"/>
                    <a:pt x="298" y="25"/>
                  </a:cubicBezTo>
                  <a:cubicBezTo>
                    <a:pt x="267" y="38"/>
                    <a:pt x="236" y="62"/>
                    <a:pt x="211" y="87"/>
                  </a:cubicBezTo>
                  <a:cubicBezTo>
                    <a:pt x="168" y="124"/>
                    <a:pt x="118" y="174"/>
                    <a:pt x="87" y="223"/>
                  </a:cubicBezTo>
                  <a:cubicBezTo>
                    <a:pt x="81" y="235"/>
                    <a:pt x="81" y="235"/>
                    <a:pt x="81" y="241"/>
                  </a:cubicBezTo>
                  <a:cubicBezTo>
                    <a:pt x="75" y="248"/>
                    <a:pt x="75" y="254"/>
                    <a:pt x="63" y="272"/>
                  </a:cubicBezTo>
                  <a:lnTo>
                    <a:pt x="63" y="272"/>
                  </a:lnTo>
                  <a:lnTo>
                    <a:pt x="63" y="279"/>
                  </a:lnTo>
                  <a:cubicBezTo>
                    <a:pt x="63" y="285"/>
                    <a:pt x="57" y="297"/>
                    <a:pt x="57" y="297"/>
                  </a:cubicBezTo>
                  <a:cubicBezTo>
                    <a:pt x="44" y="328"/>
                    <a:pt x="26" y="359"/>
                    <a:pt x="19" y="390"/>
                  </a:cubicBezTo>
                  <a:cubicBezTo>
                    <a:pt x="13" y="421"/>
                    <a:pt x="1" y="452"/>
                    <a:pt x="1" y="470"/>
                  </a:cubicBezTo>
                  <a:lnTo>
                    <a:pt x="1" y="513"/>
                  </a:lnTo>
                  <a:lnTo>
                    <a:pt x="1" y="519"/>
                  </a:lnTo>
                  <a:lnTo>
                    <a:pt x="1" y="526"/>
                  </a:lnTo>
                  <a:lnTo>
                    <a:pt x="1" y="575"/>
                  </a:lnTo>
                  <a:cubicBezTo>
                    <a:pt x="1" y="612"/>
                    <a:pt x="26" y="637"/>
                    <a:pt x="63" y="643"/>
                  </a:cubicBezTo>
                  <a:cubicBezTo>
                    <a:pt x="94" y="649"/>
                    <a:pt x="137" y="625"/>
                    <a:pt x="143" y="587"/>
                  </a:cubicBezTo>
                  <a:cubicBezTo>
                    <a:pt x="143" y="581"/>
                    <a:pt x="149" y="563"/>
                    <a:pt x="149" y="557"/>
                  </a:cubicBezTo>
                  <a:lnTo>
                    <a:pt x="149" y="550"/>
                  </a:lnTo>
                  <a:lnTo>
                    <a:pt x="155" y="544"/>
                  </a:lnTo>
                  <a:cubicBezTo>
                    <a:pt x="168" y="526"/>
                    <a:pt x="174" y="513"/>
                    <a:pt x="174" y="495"/>
                  </a:cubicBezTo>
                  <a:lnTo>
                    <a:pt x="174" y="489"/>
                  </a:lnTo>
                  <a:lnTo>
                    <a:pt x="180" y="482"/>
                  </a:lnTo>
                  <a:cubicBezTo>
                    <a:pt x="199" y="452"/>
                    <a:pt x="211" y="408"/>
                    <a:pt x="236" y="377"/>
                  </a:cubicBezTo>
                  <a:cubicBezTo>
                    <a:pt x="242" y="377"/>
                    <a:pt x="242" y="371"/>
                    <a:pt x="248" y="371"/>
                  </a:cubicBezTo>
                  <a:lnTo>
                    <a:pt x="267" y="359"/>
                  </a:lnTo>
                  <a:lnTo>
                    <a:pt x="298" y="328"/>
                  </a:lnTo>
                  <a:cubicBezTo>
                    <a:pt x="304" y="316"/>
                    <a:pt x="322" y="309"/>
                    <a:pt x="328" y="297"/>
                  </a:cubicBezTo>
                  <a:lnTo>
                    <a:pt x="341" y="279"/>
                  </a:lnTo>
                  <a:lnTo>
                    <a:pt x="341" y="279"/>
                  </a:lnTo>
                  <a:lnTo>
                    <a:pt x="409" y="235"/>
                  </a:lnTo>
                  <a:cubicBezTo>
                    <a:pt x="440" y="217"/>
                    <a:pt x="458" y="204"/>
                    <a:pt x="477" y="180"/>
                  </a:cubicBezTo>
                  <a:cubicBezTo>
                    <a:pt x="483" y="167"/>
                    <a:pt x="489" y="155"/>
                    <a:pt x="495" y="149"/>
                  </a:cubicBezTo>
                  <a:cubicBezTo>
                    <a:pt x="520" y="99"/>
                    <a:pt x="489" y="25"/>
                    <a:pt x="433" y="19"/>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43"/>
            <p:cNvSpPr/>
            <p:nvPr/>
          </p:nvSpPr>
          <p:spPr>
            <a:xfrm flipH="1">
              <a:off x="6178192" y="3756781"/>
              <a:ext cx="17156" cy="12867"/>
            </a:xfrm>
            <a:custGeom>
              <a:avLst/>
              <a:gdLst/>
              <a:ahLst/>
              <a:cxnLst/>
              <a:rect l="l" t="t" r="r" b="b"/>
              <a:pathLst>
                <a:path w="248" h="186" extrusionOk="0">
                  <a:moveTo>
                    <a:pt x="124" y="0"/>
                  </a:moveTo>
                  <a:cubicBezTo>
                    <a:pt x="1" y="0"/>
                    <a:pt x="1" y="186"/>
                    <a:pt x="124" y="186"/>
                  </a:cubicBezTo>
                  <a:cubicBezTo>
                    <a:pt x="248" y="186"/>
                    <a:pt x="248" y="0"/>
                    <a:pt x="124" y="0"/>
                  </a:cubicBez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43"/>
            <p:cNvSpPr/>
            <p:nvPr/>
          </p:nvSpPr>
          <p:spPr>
            <a:xfrm flipH="1">
              <a:off x="6057618" y="3686706"/>
              <a:ext cx="14181" cy="11137"/>
            </a:xfrm>
            <a:custGeom>
              <a:avLst/>
              <a:gdLst/>
              <a:ahLst/>
              <a:cxnLst/>
              <a:rect l="l" t="t" r="r" b="b"/>
              <a:pathLst>
                <a:path w="205" h="161" extrusionOk="0">
                  <a:moveTo>
                    <a:pt x="105" y="0"/>
                  </a:moveTo>
                  <a:cubicBezTo>
                    <a:pt x="0" y="0"/>
                    <a:pt x="0" y="155"/>
                    <a:pt x="105" y="155"/>
                  </a:cubicBezTo>
                  <a:cubicBezTo>
                    <a:pt x="204" y="161"/>
                    <a:pt x="204" y="0"/>
                    <a:pt x="105" y="0"/>
                  </a:cubicBez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43"/>
            <p:cNvSpPr/>
            <p:nvPr/>
          </p:nvSpPr>
          <p:spPr>
            <a:xfrm flipH="1">
              <a:off x="6758093" y="4228629"/>
              <a:ext cx="13766" cy="10722"/>
            </a:xfrm>
            <a:custGeom>
              <a:avLst/>
              <a:gdLst/>
              <a:ahLst/>
              <a:cxnLst/>
              <a:rect l="l" t="t" r="r" b="b"/>
              <a:pathLst>
                <a:path w="199" h="155" extrusionOk="0">
                  <a:moveTo>
                    <a:pt x="99" y="0"/>
                  </a:moveTo>
                  <a:cubicBezTo>
                    <a:pt x="0" y="0"/>
                    <a:pt x="0" y="155"/>
                    <a:pt x="99" y="155"/>
                  </a:cubicBezTo>
                  <a:cubicBezTo>
                    <a:pt x="198" y="155"/>
                    <a:pt x="198" y="0"/>
                    <a:pt x="99" y="0"/>
                  </a:cubicBezTo>
                  <a:close/>
                </a:path>
              </a:pathLst>
            </a:custGeom>
            <a:solidFill>
              <a:srgbClr val="F596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43"/>
            <p:cNvSpPr/>
            <p:nvPr/>
          </p:nvSpPr>
          <p:spPr>
            <a:xfrm flipH="1">
              <a:off x="5971771" y="3875556"/>
              <a:ext cx="14112" cy="14181"/>
            </a:xfrm>
            <a:custGeom>
              <a:avLst/>
              <a:gdLst/>
              <a:ahLst/>
              <a:cxnLst/>
              <a:rect l="l" t="t" r="r" b="b"/>
              <a:pathLst>
                <a:path w="204" h="205" extrusionOk="0">
                  <a:moveTo>
                    <a:pt x="192" y="20"/>
                  </a:moveTo>
                  <a:cubicBezTo>
                    <a:pt x="173" y="1"/>
                    <a:pt x="161" y="1"/>
                    <a:pt x="136" y="13"/>
                  </a:cubicBezTo>
                  <a:cubicBezTo>
                    <a:pt x="130" y="13"/>
                    <a:pt x="130" y="20"/>
                    <a:pt x="124" y="20"/>
                  </a:cubicBezTo>
                  <a:cubicBezTo>
                    <a:pt x="111" y="26"/>
                    <a:pt x="105" y="26"/>
                    <a:pt x="99" y="38"/>
                  </a:cubicBezTo>
                  <a:lnTo>
                    <a:pt x="74" y="57"/>
                  </a:lnTo>
                  <a:cubicBezTo>
                    <a:pt x="62" y="75"/>
                    <a:pt x="37" y="87"/>
                    <a:pt x="19" y="100"/>
                  </a:cubicBezTo>
                  <a:cubicBezTo>
                    <a:pt x="12" y="106"/>
                    <a:pt x="12" y="112"/>
                    <a:pt x="6" y="118"/>
                  </a:cubicBezTo>
                  <a:cubicBezTo>
                    <a:pt x="0" y="125"/>
                    <a:pt x="0" y="137"/>
                    <a:pt x="0" y="143"/>
                  </a:cubicBezTo>
                  <a:cubicBezTo>
                    <a:pt x="0" y="155"/>
                    <a:pt x="6" y="174"/>
                    <a:pt x="12" y="186"/>
                  </a:cubicBezTo>
                  <a:cubicBezTo>
                    <a:pt x="31" y="199"/>
                    <a:pt x="43" y="205"/>
                    <a:pt x="62" y="205"/>
                  </a:cubicBezTo>
                  <a:lnTo>
                    <a:pt x="74" y="205"/>
                  </a:lnTo>
                  <a:cubicBezTo>
                    <a:pt x="80" y="205"/>
                    <a:pt x="99" y="199"/>
                    <a:pt x="105" y="186"/>
                  </a:cubicBezTo>
                  <a:cubicBezTo>
                    <a:pt x="124" y="174"/>
                    <a:pt x="136" y="149"/>
                    <a:pt x="142" y="137"/>
                  </a:cubicBezTo>
                  <a:lnTo>
                    <a:pt x="167" y="112"/>
                  </a:lnTo>
                  <a:cubicBezTo>
                    <a:pt x="173" y="106"/>
                    <a:pt x="185" y="94"/>
                    <a:pt x="185" y="87"/>
                  </a:cubicBezTo>
                  <a:cubicBezTo>
                    <a:pt x="185" y="81"/>
                    <a:pt x="192" y="81"/>
                    <a:pt x="192" y="75"/>
                  </a:cubicBezTo>
                  <a:cubicBezTo>
                    <a:pt x="204" y="50"/>
                    <a:pt x="204" y="26"/>
                    <a:pt x="192" y="20"/>
                  </a:cubicBez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43"/>
            <p:cNvSpPr/>
            <p:nvPr/>
          </p:nvSpPr>
          <p:spPr>
            <a:xfrm flipH="1">
              <a:off x="5925147" y="3579415"/>
              <a:ext cx="9062" cy="7333"/>
            </a:xfrm>
            <a:custGeom>
              <a:avLst/>
              <a:gdLst/>
              <a:ahLst/>
              <a:cxnLst/>
              <a:rect l="l" t="t" r="r" b="b"/>
              <a:pathLst>
                <a:path w="131" h="106" extrusionOk="0">
                  <a:moveTo>
                    <a:pt x="69" y="1"/>
                  </a:moveTo>
                  <a:cubicBezTo>
                    <a:pt x="1" y="1"/>
                    <a:pt x="1" y="99"/>
                    <a:pt x="69" y="99"/>
                  </a:cubicBezTo>
                  <a:cubicBezTo>
                    <a:pt x="130" y="106"/>
                    <a:pt x="130" y="1"/>
                    <a:pt x="69" y="1"/>
                  </a:cubicBez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43"/>
            <p:cNvSpPr/>
            <p:nvPr/>
          </p:nvSpPr>
          <p:spPr>
            <a:xfrm flipH="1">
              <a:off x="6091376" y="3495643"/>
              <a:ext cx="10792" cy="8647"/>
            </a:xfrm>
            <a:custGeom>
              <a:avLst/>
              <a:gdLst/>
              <a:ahLst/>
              <a:cxnLst/>
              <a:rect l="l" t="t" r="r" b="b"/>
              <a:pathLst>
                <a:path w="156" h="125" extrusionOk="0">
                  <a:moveTo>
                    <a:pt x="81" y="1"/>
                  </a:moveTo>
                  <a:cubicBezTo>
                    <a:pt x="1" y="1"/>
                    <a:pt x="1" y="124"/>
                    <a:pt x="81" y="124"/>
                  </a:cubicBezTo>
                  <a:cubicBezTo>
                    <a:pt x="155" y="124"/>
                    <a:pt x="155" y="1"/>
                    <a:pt x="81" y="1"/>
                  </a:cubicBez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43"/>
            <p:cNvSpPr/>
            <p:nvPr/>
          </p:nvSpPr>
          <p:spPr>
            <a:xfrm flipH="1">
              <a:off x="6947012" y="5027332"/>
              <a:ext cx="16326" cy="11621"/>
            </a:xfrm>
            <a:custGeom>
              <a:avLst/>
              <a:gdLst/>
              <a:ahLst/>
              <a:cxnLst/>
              <a:rect l="l" t="t" r="r" b="b"/>
              <a:pathLst>
                <a:path w="236" h="168" extrusionOk="0">
                  <a:moveTo>
                    <a:pt x="217" y="44"/>
                  </a:moveTo>
                  <a:cubicBezTo>
                    <a:pt x="211" y="44"/>
                    <a:pt x="211" y="38"/>
                    <a:pt x="205" y="38"/>
                  </a:cubicBezTo>
                  <a:cubicBezTo>
                    <a:pt x="198" y="26"/>
                    <a:pt x="186" y="26"/>
                    <a:pt x="174" y="26"/>
                  </a:cubicBezTo>
                  <a:cubicBezTo>
                    <a:pt x="155" y="26"/>
                    <a:pt x="143" y="26"/>
                    <a:pt x="124" y="19"/>
                  </a:cubicBezTo>
                  <a:lnTo>
                    <a:pt x="118" y="13"/>
                  </a:lnTo>
                  <a:cubicBezTo>
                    <a:pt x="112" y="13"/>
                    <a:pt x="106" y="1"/>
                    <a:pt x="106" y="1"/>
                  </a:cubicBezTo>
                  <a:lnTo>
                    <a:pt x="75" y="1"/>
                  </a:lnTo>
                  <a:cubicBezTo>
                    <a:pt x="62" y="1"/>
                    <a:pt x="50" y="1"/>
                    <a:pt x="44" y="13"/>
                  </a:cubicBezTo>
                  <a:lnTo>
                    <a:pt x="25" y="26"/>
                  </a:lnTo>
                  <a:cubicBezTo>
                    <a:pt x="19" y="38"/>
                    <a:pt x="13" y="44"/>
                    <a:pt x="13" y="50"/>
                  </a:cubicBezTo>
                  <a:cubicBezTo>
                    <a:pt x="1" y="57"/>
                    <a:pt x="1" y="75"/>
                    <a:pt x="1" y="81"/>
                  </a:cubicBezTo>
                  <a:lnTo>
                    <a:pt x="1" y="106"/>
                  </a:lnTo>
                  <a:cubicBezTo>
                    <a:pt x="1" y="112"/>
                    <a:pt x="13" y="124"/>
                    <a:pt x="19" y="137"/>
                  </a:cubicBezTo>
                  <a:lnTo>
                    <a:pt x="44" y="155"/>
                  </a:lnTo>
                  <a:cubicBezTo>
                    <a:pt x="50" y="155"/>
                    <a:pt x="56" y="168"/>
                    <a:pt x="56" y="168"/>
                  </a:cubicBezTo>
                  <a:lnTo>
                    <a:pt x="87" y="168"/>
                  </a:lnTo>
                  <a:cubicBezTo>
                    <a:pt x="93" y="168"/>
                    <a:pt x="112" y="168"/>
                    <a:pt x="118" y="155"/>
                  </a:cubicBezTo>
                  <a:cubicBezTo>
                    <a:pt x="118" y="155"/>
                    <a:pt x="124" y="155"/>
                    <a:pt x="124" y="149"/>
                  </a:cubicBezTo>
                  <a:cubicBezTo>
                    <a:pt x="143" y="149"/>
                    <a:pt x="155" y="149"/>
                    <a:pt x="174" y="143"/>
                  </a:cubicBezTo>
                  <a:cubicBezTo>
                    <a:pt x="180" y="143"/>
                    <a:pt x="186" y="143"/>
                    <a:pt x="198" y="137"/>
                  </a:cubicBezTo>
                  <a:cubicBezTo>
                    <a:pt x="205" y="137"/>
                    <a:pt x="211" y="124"/>
                    <a:pt x="211" y="118"/>
                  </a:cubicBezTo>
                  <a:cubicBezTo>
                    <a:pt x="217" y="112"/>
                    <a:pt x="229" y="87"/>
                    <a:pt x="229" y="81"/>
                  </a:cubicBezTo>
                  <a:cubicBezTo>
                    <a:pt x="235" y="69"/>
                    <a:pt x="235" y="50"/>
                    <a:pt x="217" y="4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43"/>
            <p:cNvSpPr/>
            <p:nvPr/>
          </p:nvSpPr>
          <p:spPr>
            <a:xfrm flipH="1">
              <a:off x="6765841" y="5002567"/>
              <a:ext cx="14112" cy="10791"/>
            </a:xfrm>
            <a:custGeom>
              <a:avLst/>
              <a:gdLst/>
              <a:ahLst/>
              <a:cxnLst/>
              <a:rect l="l" t="t" r="r" b="b"/>
              <a:pathLst>
                <a:path w="204" h="156" extrusionOk="0">
                  <a:moveTo>
                    <a:pt x="179" y="25"/>
                  </a:moveTo>
                  <a:cubicBezTo>
                    <a:pt x="161" y="7"/>
                    <a:pt x="130" y="1"/>
                    <a:pt x="105" y="7"/>
                  </a:cubicBezTo>
                  <a:cubicBezTo>
                    <a:pt x="93" y="13"/>
                    <a:pt x="74" y="13"/>
                    <a:pt x="62" y="25"/>
                  </a:cubicBezTo>
                  <a:lnTo>
                    <a:pt x="56" y="25"/>
                  </a:lnTo>
                  <a:cubicBezTo>
                    <a:pt x="50" y="25"/>
                    <a:pt x="37" y="31"/>
                    <a:pt x="31" y="31"/>
                  </a:cubicBezTo>
                  <a:cubicBezTo>
                    <a:pt x="25" y="31"/>
                    <a:pt x="25" y="38"/>
                    <a:pt x="19" y="44"/>
                  </a:cubicBezTo>
                  <a:cubicBezTo>
                    <a:pt x="6" y="56"/>
                    <a:pt x="0" y="62"/>
                    <a:pt x="0" y="75"/>
                  </a:cubicBezTo>
                  <a:cubicBezTo>
                    <a:pt x="0" y="93"/>
                    <a:pt x="6" y="99"/>
                    <a:pt x="19" y="106"/>
                  </a:cubicBezTo>
                  <a:lnTo>
                    <a:pt x="31" y="124"/>
                  </a:lnTo>
                  <a:cubicBezTo>
                    <a:pt x="37" y="124"/>
                    <a:pt x="43" y="130"/>
                    <a:pt x="56" y="130"/>
                  </a:cubicBezTo>
                  <a:lnTo>
                    <a:pt x="62" y="130"/>
                  </a:lnTo>
                  <a:cubicBezTo>
                    <a:pt x="74" y="137"/>
                    <a:pt x="93" y="137"/>
                    <a:pt x="105" y="149"/>
                  </a:cubicBezTo>
                  <a:cubicBezTo>
                    <a:pt x="130" y="155"/>
                    <a:pt x="155" y="149"/>
                    <a:pt x="179" y="130"/>
                  </a:cubicBezTo>
                  <a:cubicBezTo>
                    <a:pt x="192" y="118"/>
                    <a:pt x="204" y="99"/>
                    <a:pt x="204" y="87"/>
                  </a:cubicBezTo>
                  <a:cubicBezTo>
                    <a:pt x="192" y="56"/>
                    <a:pt x="185" y="31"/>
                    <a:pt x="179" y="25"/>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43"/>
            <p:cNvSpPr/>
            <p:nvPr/>
          </p:nvSpPr>
          <p:spPr>
            <a:xfrm flipH="1">
              <a:off x="8294151" y="1882742"/>
              <a:ext cx="24005" cy="30437"/>
            </a:xfrm>
            <a:custGeom>
              <a:avLst/>
              <a:gdLst/>
              <a:ahLst/>
              <a:cxnLst/>
              <a:rect l="l" t="t" r="r" b="b"/>
              <a:pathLst>
                <a:path w="347" h="440" extrusionOk="0">
                  <a:moveTo>
                    <a:pt x="291" y="25"/>
                  </a:moveTo>
                  <a:cubicBezTo>
                    <a:pt x="254" y="1"/>
                    <a:pt x="217" y="13"/>
                    <a:pt x="192" y="56"/>
                  </a:cubicBezTo>
                  <a:cubicBezTo>
                    <a:pt x="161" y="99"/>
                    <a:pt x="124" y="149"/>
                    <a:pt x="99" y="192"/>
                  </a:cubicBezTo>
                  <a:cubicBezTo>
                    <a:pt x="68" y="242"/>
                    <a:pt x="38" y="285"/>
                    <a:pt x="13" y="334"/>
                  </a:cubicBezTo>
                  <a:cubicBezTo>
                    <a:pt x="0" y="353"/>
                    <a:pt x="7" y="396"/>
                    <a:pt x="31" y="414"/>
                  </a:cubicBezTo>
                  <a:cubicBezTo>
                    <a:pt x="50" y="433"/>
                    <a:pt x="93" y="439"/>
                    <a:pt x="112" y="408"/>
                  </a:cubicBezTo>
                  <a:cubicBezTo>
                    <a:pt x="155" y="365"/>
                    <a:pt x="186" y="322"/>
                    <a:pt x="223" y="279"/>
                  </a:cubicBezTo>
                  <a:cubicBezTo>
                    <a:pt x="260" y="229"/>
                    <a:pt x="291" y="180"/>
                    <a:pt x="328" y="130"/>
                  </a:cubicBezTo>
                  <a:cubicBezTo>
                    <a:pt x="346" y="93"/>
                    <a:pt x="328" y="38"/>
                    <a:pt x="291" y="25"/>
                  </a:cubicBezTo>
                  <a:close/>
                </a:path>
              </a:pathLst>
            </a:custGeom>
            <a:solidFill>
              <a:srgbClr val="F596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43"/>
            <p:cNvSpPr/>
            <p:nvPr/>
          </p:nvSpPr>
          <p:spPr>
            <a:xfrm flipH="1">
              <a:off x="8109520" y="1835287"/>
              <a:ext cx="13766" cy="13351"/>
            </a:xfrm>
            <a:custGeom>
              <a:avLst/>
              <a:gdLst/>
              <a:ahLst/>
              <a:cxnLst/>
              <a:rect l="l" t="t" r="r" b="b"/>
              <a:pathLst>
                <a:path w="199" h="193" extrusionOk="0">
                  <a:moveTo>
                    <a:pt x="186" y="13"/>
                  </a:moveTo>
                  <a:cubicBezTo>
                    <a:pt x="180" y="7"/>
                    <a:pt x="161" y="1"/>
                    <a:pt x="149" y="1"/>
                  </a:cubicBezTo>
                  <a:lnTo>
                    <a:pt x="124" y="1"/>
                  </a:lnTo>
                  <a:lnTo>
                    <a:pt x="106" y="1"/>
                  </a:lnTo>
                  <a:lnTo>
                    <a:pt x="100" y="1"/>
                  </a:lnTo>
                  <a:cubicBezTo>
                    <a:pt x="87" y="7"/>
                    <a:pt x="75" y="7"/>
                    <a:pt x="62" y="19"/>
                  </a:cubicBezTo>
                  <a:cubicBezTo>
                    <a:pt x="44" y="38"/>
                    <a:pt x="32" y="44"/>
                    <a:pt x="25" y="63"/>
                  </a:cubicBezTo>
                  <a:cubicBezTo>
                    <a:pt x="13" y="69"/>
                    <a:pt x="7" y="75"/>
                    <a:pt x="7" y="81"/>
                  </a:cubicBezTo>
                  <a:cubicBezTo>
                    <a:pt x="1" y="93"/>
                    <a:pt x="1" y="100"/>
                    <a:pt x="1" y="112"/>
                  </a:cubicBezTo>
                  <a:cubicBezTo>
                    <a:pt x="1" y="124"/>
                    <a:pt x="1" y="137"/>
                    <a:pt x="7" y="143"/>
                  </a:cubicBezTo>
                  <a:cubicBezTo>
                    <a:pt x="7" y="155"/>
                    <a:pt x="13" y="161"/>
                    <a:pt x="25" y="168"/>
                  </a:cubicBezTo>
                  <a:cubicBezTo>
                    <a:pt x="38" y="186"/>
                    <a:pt x="56" y="192"/>
                    <a:pt x="75" y="192"/>
                  </a:cubicBezTo>
                  <a:cubicBezTo>
                    <a:pt x="100" y="192"/>
                    <a:pt x="118" y="186"/>
                    <a:pt x="130" y="168"/>
                  </a:cubicBezTo>
                  <a:cubicBezTo>
                    <a:pt x="149" y="155"/>
                    <a:pt x="155" y="137"/>
                    <a:pt x="168" y="131"/>
                  </a:cubicBezTo>
                  <a:cubicBezTo>
                    <a:pt x="180" y="124"/>
                    <a:pt x="186" y="106"/>
                    <a:pt x="192" y="93"/>
                  </a:cubicBezTo>
                  <a:lnTo>
                    <a:pt x="192" y="81"/>
                  </a:lnTo>
                  <a:lnTo>
                    <a:pt x="192" y="69"/>
                  </a:lnTo>
                  <a:cubicBezTo>
                    <a:pt x="192" y="63"/>
                    <a:pt x="198" y="50"/>
                    <a:pt x="192" y="44"/>
                  </a:cubicBezTo>
                  <a:cubicBezTo>
                    <a:pt x="198" y="38"/>
                    <a:pt x="198" y="19"/>
                    <a:pt x="186" y="13"/>
                  </a:cubicBezTo>
                  <a:close/>
                </a:path>
              </a:pathLst>
            </a:custGeom>
            <a:solidFill>
              <a:srgbClr val="F596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43"/>
            <p:cNvSpPr/>
            <p:nvPr/>
          </p:nvSpPr>
          <p:spPr>
            <a:xfrm flipH="1">
              <a:off x="8430081" y="1472460"/>
              <a:ext cx="24420" cy="30437"/>
            </a:xfrm>
            <a:custGeom>
              <a:avLst/>
              <a:gdLst/>
              <a:ahLst/>
              <a:cxnLst/>
              <a:rect l="l" t="t" r="r" b="b"/>
              <a:pathLst>
                <a:path w="353" h="440" extrusionOk="0">
                  <a:moveTo>
                    <a:pt x="334" y="44"/>
                  </a:moveTo>
                  <a:cubicBezTo>
                    <a:pt x="316" y="31"/>
                    <a:pt x="291" y="25"/>
                    <a:pt x="272" y="13"/>
                  </a:cubicBezTo>
                  <a:cubicBezTo>
                    <a:pt x="260" y="13"/>
                    <a:pt x="254" y="7"/>
                    <a:pt x="248" y="7"/>
                  </a:cubicBezTo>
                  <a:cubicBezTo>
                    <a:pt x="217" y="1"/>
                    <a:pt x="186" y="7"/>
                    <a:pt x="155" y="25"/>
                  </a:cubicBezTo>
                  <a:cubicBezTo>
                    <a:pt x="106" y="44"/>
                    <a:pt x="75" y="87"/>
                    <a:pt x="44" y="124"/>
                  </a:cubicBezTo>
                  <a:cubicBezTo>
                    <a:pt x="13" y="167"/>
                    <a:pt x="7" y="217"/>
                    <a:pt x="1" y="260"/>
                  </a:cubicBezTo>
                  <a:cubicBezTo>
                    <a:pt x="1" y="285"/>
                    <a:pt x="7" y="310"/>
                    <a:pt x="13" y="322"/>
                  </a:cubicBezTo>
                  <a:cubicBezTo>
                    <a:pt x="13" y="334"/>
                    <a:pt x="25" y="334"/>
                    <a:pt x="25" y="340"/>
                  </a:cubicBezTo>
                  <a:cubicBezTo>
                    <a:pt x="32" y="353"/>
                    <a:pt x="38" y="377"/>
                    <a:pt x="44" y="396"/>
                  </a:cubicBezTo>
                  <a:cubicBezTo>
                    <a:pt x="62" y="427"/>
                    <a:pt x="100" y="439"/>
                    <a:pt x="130" y="427"/>
                  </a:cubicBezTo>
                  <a:cubicBezTo>
                    <a:pt x="161" y="408"/>
                    <a:pt x="174" y="377"/>
                    <a:pt x="167" y="340"/>
                  </a:cubicBezTo>
                  <a:lnTo>
                    <a:pt x="167" y="340"/>
                  </a:lnTo>
                  <a:lnTo>
                    <a:pt x="167" y="334"/>
                  </a:lnTo>
                  <a:lnTo>
                    <a:pt x="167" y="334"/>
                  </a:lnTo>
                  <a:lnTo>
                    <a:pt x="167" y="334"/>
                  </a:lnTo>
                  <a:lnTo>
                    <a:pt x="167" y="334"/>
                  </a:lnTo>
                  <a:lnTo>
                    <a:pt x="167" y="334"/>
                  </a:lnTo>
                  <a:lnTo>
                    <a:pt x="167" y="334"/>
                  </a:lnTo>
                  <a:cubicBezTo>
                    <a:pt x="174" y="316"/>
                    <a:pt x="186" y="303"/>
                    <a:pt x="186" y="285"/>
                  </a:cubicBezTo>
                  <a:cubicBezTo>
                    <a:pt x="186" y="279"/>
                    <a:pt x="192" y="272"/>
                    <a:pt x="192" y="254"/>
                  </a:cubicBezTo>
                  <a:cubicBezTo>
                    <a:pt x="198" y="248"/>
                    <a:pt x="198" y="229"/>
                    <a:pt x="205" y="223"/>
                  </a:cubicBezTo>
                  <a:cubicBezTo>
                    <a:pt x="223" y="211"/>
                    <a:pt x="229" y="192"/>
                    <a:pt x="248" y="186"/>
                  </a:cubicBezTo>
                  <a:cubicBezTo>
                    <a:pt x="254" y="180"/>
                    <a:pt x="260" y="180"/>
                    <a:pt x="266" y="167"/>
                  </a:cubicBezTo>
                  <a:cubicBezTo>
                    <a:pt x="279" y="161"/>
                    <a:pt x="285" y="149"/>
                    <a:pt x="291" y="137"/>
                  </a:cubicBezTo>
                  <a:lnTo>
                    <a:pt x="291" y="137"/>
                  </a:lnTo>
                  <a:lnTo>
                    <a:pt x="310" y="124"/>
                  </a:lnTo>
                  <a:cubicBezTo>
                    <a:pt x="347" y="99"/>
                    <a:pt x="353" y="69"/>
                    <a:pt x="334" y="44"/>
                  </a:cubicBezTo>
                  <a:close/>
                </a:path>
              </a:pathLst>
            </a:custGeom>
            <a:solidFill>
              <a:srgbClr val="F596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43"/>
            <p:cNvSpPr/>
            <p:nvPr/>
          </p:nvSpPr>
          <p:spPr>
            <a:xfrm rot="10800000" flipH="1">
              <a:off x="8441634" y="1495980"/>
              <a:ext cx="0" cy="484"/>
            </a:xfrm>
            <a:custGeom>
              <a:avLst/>
              <a:gdLst/>
              <a:ahLst/>
              <a:cxnLst/>
              <a:rect l="l" t="t" r="r" b="b"/>
              <a:pathLst>
                <a:path h="7" extrusionOk="0">
                  <a:moveTo>
                    <a:pt x="0" y="7"/>
                  </a:moveTo>
                  <a:lnTo>
                    <a:pt x="0" y="0"/>
                  </a:lnTo>
                  <a:lnTo>
                    <a:pt x="0" y="0"/>
                  </a:lnTo>
                  <a:close/>
                </a:path>
              </a:pathLst>
            </a:custGeom>
            <a:solidFill>
              <a:srgbClr val="F596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43"/>
            <p:cNvSpPr/>
            <p:nvPr/>
          </p:nvSpPr>
          <p:spPr>
            <a:xfrm flipH="1">
              <a:off x="8312551" y="1472460"/>
              <a:ext cx="24420" cy="24419"/>
            </a:xfrm>
            <a:custGeom>
              <a:avLst/>
              <a:gdLst/>
              <a:ahLst/>
              <a:cxnLst/>
              <a:rect l="l" t="t" r="r" b="b"/>
              <a:pathLst>
                <a:path w="353" h="353" extrusionOk="0">
                  <a:moveTo>
                    <a:pt x="322" y="31"/>
                  </a:moveTo>
                  <a:cubicBezTo>
                    <a:pt x="303" y="7"/>
                    <a:pt x="254" y="1"/>
                    <a:pt x="223" y="13"/>
                  </a:cubicBezTo>
                  <a:cubicBezTo>
                    <a:pt x="217" y="25"/>
                    <a:pt x="211" y="25"/>
                    <a:pt x="192" y="31"/>
                  </a:cubicBezTo>
                  <a:cubicBezTo>
                    <a:pt x="180" y="38"/>
                    <a:pt x="167" y="56"/>
                    <a:pt x="155" y="69"/>
                  </a:cubicBezTo>
                  <a:cubicBezTo>
                    <a:pt x="137" y="81"/>
                    <a:pt x="124" y="99"/>
                    <a:pt x="106" y="124"/>
                  </a:cubicBezTo>
                  <a:cubicBezTo>
                    <a:pt x="75" y="155"/>
                    <a:pt x="44" y="192"/>
                    <a:pt x="25" y="223"/>
                  </a:cubicBezTo>
                  <a:cubicBezTo>
                    <a:pt x="7" y="235"/>
                    <a:pt x="1" y="254"/>
                    <a:pt x="1" y="279"/>
                  </a:cubicBezTo>
                  <a:cubicBezTo>
                    <a:pt x="1" y="291"/>
                    <a:pt x="7" y="316"/>
                    <a:pt x="25" y="328"/>
                  </a:cubicBezTo>
                  <a:cubicBezTo>
                    <a:pt x="38" y="347"/>
                    <a:pt x="56" y="353"/>
                    <a:pt x="75" y="353"/>
                  </a:cubicBezTo>
                  <a:cubicBezTo>
                    <a:pt x="99" y="353"/>
                    <a:pt x="118" y="347"/>
                    <a:pt x="130" y="328"/>
                  </a:cubicBezTo>
                  <a:cubicBezTo>
                    <a:pt x="161" y="297"/>
                    <a:pt x="198" y="266"/>
                    <a:pt x="229" y="248"/>
                  </a:cubicBezTo>
                  <a:lnTo>
                    <a:pt x="279" y="198"/>
                  </a:lnTo>
                  <a:cubicBezTo>
                    <a:pt x="285" y="192"/>
                    <a:pt x="303" y="186"/>
                    <a:pt x="310" y="167"/>
                  </a:cubicBezTo>
                  <a:cubicBezTo>
                    <a:pt x="316" y="161"/>
                    <a:pt x="322" y="143"/>
                    <a:pt x="334" y="130"/>
                  </a:cubicBezTo>
                  <a:cubicBezTo>
                    <a:pt x="353" y="99"/>
                    <a:pt x="353" y="56"/>
                    <a:pt x="322" y="31"/>
                  </a:cubicBezTo>
                  <a:close/>
                </a:path>
              </a:pathLst>
            </a:custGeom>
            <a:solidFill>
              <a:srgbClr val="F596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43"/>
            <p:cNvSpPr/>
            <p:nvPr/>
          </p:nvSpPr>
          <p:spPr>
            <a:xfrm flipH="1">
              <a:off x="8294565" y="1622503"/>
              <a:ext cx="28709" cy="27808"/>
            </a:xfrm>
            <a:custGeom>
              <a:avLst/>
              <a:gdLst/>
              <a:ahLst/>
              <a:cxnLst/>
              <a:rect l="l" t="t" r="r" b="b"/>
              <a:pathLst>
                <a:path w="415" h="402" extrusionOk="0">
                  <a:moveTo>
                    <a:pt x="371" y="19"/>
                  </a:moveTo>
                  <a:cubicBezTo>
                    <a:pt x="359" y="6"/>
                    <a:pt x="340" y="0"/>
                    <a:pt x="328" y="0"/>
                  </a:cubicBezTo>
                  <a:lnTo>
                    <a:pt x="291" y="0"/>
                  </a:lnTo>
                  <a:cubicBezTo>
                    <a:pt x="272" y="0"/>
                    <a:pt x="247" y="6"/>
                    <a:pt x="235" y="19"/>
                  </a:cubicBezTo>
                  <a:cubicBezTo>
                    <a:pt x="186" y="31"/>
                    <a:pt x="149" y="56"/>
                    <a:pt x="112" y="87"/>
                  </a:cubicBezTo>
                  <a:cubicBezTo>
                    <a:pt x="44" y="148"/>
                    <a:pt x="0" y="241"/>
                    <a:pt x="0" y="334"/>
                  </a:cubicBezTo>
                  <a:cubicBezTo>
                    <a:pt x="0" y="371"/>
                    <a:pt x="31" y="402"/>
                    <a:pt x="74" y="402"/>
                  </a:cubicBezTo>
                  <a:cubicBezTo>
                    <a:pt x="87" y="402"/>
                    <a:pt x="112" y="396"/>
                    <a:pt x="118" y="377"/>
                  </a:cubicBezTo>
                  <a:cubicBezTo>
                    <a:pt x="136" y="365"/>
                    <a:pt x="136" y="346"/>
                    <a:pt x="142" y="334"/>
                  </a:cubicBezTo>
                  <a:cubicBezTo>
                    <a:pt x="142" y="358"/>
                    <a:pt x="142" y="340"/>
                    <a:pt x="142" y="334"/>
                  </a:cubicBezTo>
                  <a:lnTo>
                    <a:pt x="142" y="328"/>
                  </a:lnTo>
                  <a:cubicBezTo>
                    <a:pt x="142" y="315"/>
                    <a:pt x="149" y="309"/>
                    <a:pt x="149" y="303"/>
                  </a:cubicBezTo>
                  <a:lnTo>
                    <a:pt x="149" y="297"/>
                  </a:lnTo>
                  <a:cubicBezTo>
                    <a:pt x="155" y="284"/>
                    <a:pt x="155" y="278"/>
                    <a:pt x="167" y="272"/>
                  </a:cubicBezTo>
                  <a:cubicBezTo>
                    <a:pt x="173" y="266"/>
                    <a:pt x="173" y="253"/>
                    <a:pt x="180" y="247"/>
                  </a:cubicBezTo>
                  <a:lnTo>
                    <a:pt x="186" y="241"/>
                  </a:lnTo>
                  <a:lnTo>
                    <a:pt x="186" y="241"/>
                  </a:lnTo>
                  <a:cubicBezTo>
                    <a:pt x="198" y="229"/>
                    <a:pt x="204" y="216"/>
                    <a:pt x="210" y="210"/>
                  </a:cubicBezTo>
                  <a:lnTo>
                    <a:pt x="210" y="210"/>
                  </a:lnTo>
                  <a:lnTo>
                    <a:pt x="217" y="198"/>
                  </a:lnTo>
                  <a:cubicBezTo>
                    <a:pt x="223" y="185"/>
                    <a:pt x="241" y="179"/>
                    <a:pt x="254" y="161"/>
                  </a:cubicBezTo>
                  <a:lnTo>
                    <a:pt x="266" y="155"/>
                  </a:lnTo>
                  <a:cubicBezTo>
                    <a:pt x="272" y="148"/>
                    <a:pt x="278" y="148"/>
                    <a:pt x="285" y="142"/>
                  </a:cubicBezTo>
                  <a:cubicBezTo>
                    <a:pt x="297" y="130"/>
                    <a:pt x="303" y="130"/>
                    <a:pt x="309" y="124"/>
                  </a:cubicBezTo>
                  <a:lnTo>
                    <a:pt x="309" y="124"/>
                  </a:lnTo>
                  <a:cubicBezTo>
                    <a:pt x="309" y="124"/>
                    <a:pt x="315" y="124"/>
                    <a:pt x="315" y="117"/>
                  </a:cubicBezTo>
                  <a:cubicBezTo>
                    <a:pt x="328" y="117"/>
                    <a:pt x="334" y="111"/>
                    <a:pt x="340" y="111"/>
                  </a:cubicBezTo>
                  <a:cubicBezTo>
                    <a:pt x="359" y="99"/>
                    <a:pt x="365" y="93"/>
                    <a:pt x="377" y="87"/>
                  </a:cubicBezTo>
                  <a:cubicBezTo>
                    <a:pt x="414" y="68"/>
                    <a:pt x="402" y="25"/>
                    <a:pt x="371" y="19"/>
                  </a:cubicBezTo>
                  <a:close/>
                </a:path>
              </a:pathLst>
            </a:custGeom>
            <a:solidFill>
              <a:srgbClr val="F596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43"/>
            <p:cNvSpPr/>
            <p:nvPr/>
          </p:nvSpPr>
          <p:spPr>
            <a:xfrm flipH="1">
              <a:off x="7775670" y="1584041"/>
              <a:ext cx="17225" cy="16740"/>
            </a:xfrm>
            <a:custGeom>
              <a:avLst/>
              <a:gdLst/>
              <a:ahLst/>
              <a:cxnLst/>
              <a:rect l="l" t="t" r="r" b="b"/>
              <a:pathLst>
                <a:path w="249" h="242" extrusionOk="0">
                  <a:moveTo>
                    <a:pt x="242" y="50"/>
                  </a:moveTo>
                  <a:lnTo>
                    <a:pt x="236" y="31"/>
                  </a:lnTo>
                  <a:lnTo>
                    <a:pt x="236" y="31"/>
                  </a:lnTo>
                  <a:cubicBezTo>
                    <a:pt x="236" y="25"/>
                    <a:pt x="236" y="31"/>
                    <a:pt x="223" y="19"/>
                  </a:cubicBezTo>
                  <a:cubicBezTo>
                    <a:pt x="223" y="19"/>
                    <a:pt x="217" y="6"/>
                    <a:pt x="211" y="6"/>
                  </a:cubicBezTo>
                  <a:lnTo>
                    <a:pt x="211" y="6"/>
                  </a:lnTo>
                  <a:lnTo>
                    <a:pt x="211" y="6"/>
                  </a:lnTo>
                  <a:lnTo>
                    <a:pt x="205" y="6"/>
                  </a:lnTo>
                  <a:cubicBezTo>
                    <a:pt x="192" y="6"/>
                    <a:pt x="192" y="0"/>
                    <a:pt x="186" y="0"/>
                  </a:cubicBezTo>
                  <a:lnTo>
                    <a:pt x="155" y="0"/>
                  </a:lnTo>
                  <a:cubicBezTo>
                    <a:pt x="149" y="0"/>
                    <a:pt x="143" y="6"/>
                    <a:pt x="143" y="6"/>
                  </a:cubicBezTo>
                  <a:cubicBezTo>
                    <a:pt x="131" y="19"/>
                    <a:pt x="125" y="19"/>
                    <a:pt x="118" y="25"/>
                  </a:cubicBezTo>
                  <a:cubicBezTo>
                    <a:pt x="112" y="31"/>
                    <a:pt x="100" y="31"/>
                    <a:pt x="94" y="37"/>
                  </a:cubicBezTo>
                  <a:cubicBezTo>
                    <a:pt x="81" y="56"/>
                    <a:pt x="63" y="62"/>
                    <a:pt x="50" y="80"/>
                  </a:cubicBezTo>
                  <a:cubicBezTo>
                    <a:pt x="32" y="87"/>
                    <a:pt x="26" y="93"/>
                    <a:pt x="20" y="111"/>
                  </a:cubicBezTo>
                  <a:cubicBezTo>
                    <a:pt x="7" y="124"/>
                    <a:pt x="1" y="142"/>
                    <a:pt x="1" y="155"/>
                  </a:cubicBezTo>
                  <a:lnTo>
                    <a:pt x="1" y="179"/>
                  </a:lnTo>
                  <a:cubicBezTo>
                    <a:pt x="7" y="192"/>
                    <a:pt x="20" y="210"/>
                    <a:pt x="26" y="216"/>
                  </a:cubicBezTo>
                  <a:cubicBezTo>
                    <a:pt x="32" y="222"/>
                    <a:pt x="38" y="235"/>
                    <a:pt x="57" y="235"/>
                  </a:cubicBezTo>
                  <a:cubicBezTo>
                    <a:pt x="63" y="241"/>
                    <a:pt x="81" y="241"/>
                    <a:pt x="94" y="241"/>
                  </a:cubicBezTo>
                  <a:cubicBezTo>
                    <a:pt x="112" y="241"/>
                    <a:pt x="125" y="235"/>
                    <a:pt x="143" y="222"/>
                  </a:cubicBezTo>
                  <a:cubicBezTo>
                    <a:pt x="155" y="216"/>
                    <a:pt x="162" y="210"/>
                    <a:pt x="174" y="192"/>
                  </a:cubicBezTo>
                  <a:cubicBezTo>
                    <a:pt x="180" y="179"/>
                    <a:pt x="192" y="161"/>
                    <a:pt x="205" y="148"/>
                  </a:cubicBezTo>
                  <a:cubicBezTo>
                    <a:pt x="211" y="130"/>
                    <a:pt x="223" y="117"/>
                    <a:pt x="236" y="99"/>
                  </a:cubicBezTo>
                  <a:lnTo>
                    <a:pt x="236" y="93"/>
                  </a:lnTo>
                  <a:cubicBezTo>
                    <a:pt x="236" y="93"/>
                    <a:pt x="236" y="87"/>
                    <a:pt x="242" y="87"/>
                  </a:cubicBezTo>
                  <a:cubicBezTo>
                    <a:pt x="248" y="80"/>
                    <a:pt x="242" y="80"/>
                    <a:pt x="248" y="68"/>
                  </a:cubicBezTo>
                  <a:lnTo>
                    <a:pt x="248" y="62"/>
                  </a:lnTo>
                  <a:cubicBezTo>
                    <a:pt x="242" y="56"/>
                    <a:pt x="242" y="50"/>
                    <a:pt x="242" y="50"/>
                  </a:cubicBezTo>
                  <a:close/>
                </a:path>
              </a:pathLst>
            </a:custGeom>
            <a:solidFill>
              <a:srgbClr val="F596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43"/>
            <p:cNvSpPr/>
            <p:nvPr/>
          </p:nvSpPr>
          <p:spPr>
            <a:xfrm flipH="1">
              <a:off x="6855561" y="1645953"/>
              <a:ext cx="37217" cy="30022"/>
            </a:xfrm>
            <a:custGeom>
              <a:avLst/>
              <a:gdLst/>
              <a:ahLst/>
              <a:cxnLst/>
              <a:rect l="l" t="t" r="r" b="b"/>
              <a:pathLst>
                <a:path w="538" h="434" extrusionOk="0">
                  <a:moveTo>
                    <a:pt x="433" y="19"/>
                  </a:moveTo>
                  <a:cubicBezTo>
                    <a:pt x="414" y="26"/>
                    <a:pt x="389" y="32"/>
                    <a:pt x="371" y="38"/>
                  </a:cubicBezTo>
                  <a:cubicBezTo>
                    <a:pt x="358" y="50"/>
                    <a:pt x="340" y="63"/>
                    <a:pt x="328" y="81"/>
                  </a:cubicBezTo>
                  <a:cubicBezTo>
                    <a:pt x="290" y="100"/>
                    <a:pt x="260" y="131"/>
                    <a:pt x="216" y="155"/>
                  </a:cubicBezTo>
                  <a:cubicBezTo>
                    <a:pt x="155" y="205"/>
                    <a:pt x="93" y="254"/>
                    <a:pt x="31" y="304"/>
                  </a:cubicBezTo>
                  <a:cubicBezTo>
                    <a:pt x="0" y="328"/>
                    <a:pt x="6" y="372"/>
                    <a:pt x="25" y="396"/>
                  </a:cubicBezTo>
                  <a:cubicBezTo>
                    <a:pt x="49" y="421"/>
                    <a:pt x="87" y="433"/>
                    <a:pt x="117" y="409"/>
                  </a:cubicBezTo>
                  <a:cubicBezTo>
                    <a:pt x="179" y="365"/>
                    <a:pt x="247" y="316"/>
                    <a:pt x="309" y="273"/>
                  </a:cubicBezTo>
                  <a:lnTo>
                    <a:pt x="402" y="199"/>
                  </a:lnTo>
                  <a:cubicBezTo>
                    <a:pt x="420" y="186"/>
                    <a:pt x="433" y="180"/>
                    <a:pt x="451" y="162"/>
                  </a:cubicBezTo>
                  <a:lnTo>
                    <a:pt x="488" y="124"/>
                  </a:lnTo>
                  <a:cubicBezTo>
                    <a:pt x="494" y="118"/>
                    <a:pt x="494" y="112"/>
                    <a:pt x="501" y="100"/>
                  </a:cubicBezTo>
                  <a:cubicBezTo>
                    <a:pt x="538" y="63"/>
                    <a:pt x="488" y="1"/>
                    <a:pt x="433" y="19"/>
                  </a:cubicBezTo>
                  <a:close/>
                </a:path>
              </a:pathLst>
            </a:custGeom>
            <a:solidFill>
              <a:srgbClr val="F596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43"/>
            <p:cNvSpPr/>
            <p:nvPr/>
          </p:nvSpPr>
          <p:spPr>
            <a:xfrm flipH="1">
              <a:off x="6020548" y="2226753"/>
              <a:ext cx="16257" cy="22344"/>
            </a:xfrm>
            <a:custGeom>
              <a:avLst/>
              <a:gdLst/>
              <a:ahLst/>
              <a:cxnLst/>
              <a:rect l="l" t="t" r="r" b="b"/>
              <a:pathLst>
                <a:path w="235" h="323" extrusionOk="0">
                  <a:moveTo>
                    <a:pt x="204" y="7"/>
                  </a:moveTo>
                  <a:cubicBezTo>
                    <a:pt x="186" y="1"/>
                    <a:pt x="167" y="7"/>
                    <a:pt x="149" y="13"/>
                  </a:cubicBezTo>
                  <a:lnTo>
                    <a:pt x="124" y="38"/>
                  </a:lnTo>
                  <a:cubicBezTo>
                    <a:pt x="118" y="44"/>
                    <a:pt x="111" y="57"/>
                    <a:pt x="111" y="63"/>
                  </a:cubicBezTo>
                  <a:cubicBezTo>
                    <a:pt x="105" y="75"/>
                    <a:pt x="87" y="94"/>
                    <a:pt x="81" y="100"/>
                  </a:cubicBezTo>
                  <a:cubicBezTo>
                    <a:pt x="56" y="131"/>
                    <a:pt x="43" y="155"/>
                    <a:pt x="19" y="186"/>
                  </a:cubicBezTo>
                  <a:cubicBezTo>
                    <a:pt x="0" y="199"/>
                    <a:pt x="0" y="230"/>
                    <a:pt x="13" y="248"/>
                  </a:cubicBezTo>
                  <a:cubicBezTo>
                    <a:pt x="19" y="273"/>
                    <a:pt x="31" y="291"/>
                    <a:pt x="56" y="304"/>
                  </a:cubicBezTo>
                  <a:cubicBezTo>
                    <a:pt x="99" y="322"/>
                    <a:pt x="149" y="291"/>
                    <a:pt x="173" y="248"/>
                  </a:cubicBezTo>
                  <a:cubicBezTo>
                    <a:pt x="179" y="217"/>
                    <a:pt x="198" y="180"/>
                    <a:pt x="204" y="149"/>
                  </a:cubicBezTo>
                  <a:cubicBezTo>
                    <a:pt x="210" y="131"/>
                    <a:pt x="210" y="118"/>
                    <a:pt x="216" y="100"/>
                  </a:cubicBezTo>
                  <a:cubicBezTo>
                    <a:pt x="216" y="94"/>
                    <a:pt x="229" y="87"/>
                    <a:pt x="229" y="75"/>
                  </a:cubicBezTo>
                  <a:cubicBezTo>
                    <a:pt x="229" y="63"/>
                    <a:pt x="229" y="57"/>
                    <a:pt x="235" y="38"/>
                  </a:cubicBezTo>
                  <a:cubicBezTo>
                    <a:pt x="235" y="32"/>
                    <a:pt x="216" y="13"/>
                    <a:pt x="204" y="7"/>
                  </a:cubicBezTo>
                  <a:close/>
                </a:path>
              </a:pathLst>
            </a:custGeom>
            <a:solidFill>
              <a:srgbClr val="F596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43"/>
            <p:cNvSpPr/>
            <p:nvPr/>
          </p:nvSpPr>
          <p:spPr>
            <a:xfrm flipH="1">
              <a:off x="5936776" y="2123335"/>
              <a:ext cx="27809" cy="22344"/>
            </a:xfrm>
            <a:custGeom>
              <a:avLst/>
              <a:gdLst/>
              <a:ahLst/>
              <a:cxnLst/>
              <a:rect l="l" t="t" r="r" b="b"/>
              <a:pathLst>
                <a:path w="402" h="323" extrusionOk="0">
                  <a:moveTo>
                    <a:pt x="371" y="44"/>
                  </a:moveTo>
                  <a:cubicBezTo>
                    <a:pt x="359" y="32"/>
                    <a:pt x="340" y="26"/>
                    <a:pt x="315" y="19"/>
                  </a:cubicBezTo>
                  <a:cubicBezTo>
                    <a:pt x="309" y="19"/>
                    <a:pt x="303" y="13"/>
                    <a:pt x="297" y="13"/>
                  </a:cubicBezTo>
                  <a:lnTo>
                    <a:pt x="278" y="13"/>
                  </a:lnTo>
                  <a:cubicBezTo>
                    <a:pt x="272" y="13"/>
                    <a:pt x="272" y="13"/>
                    <a:pt x="278" y="13"/>
                  </a:cubicBezTo>
                  <a:lnTo>
                    <a:pt x="266" y="13"/>
                  </a:lnTo>
                  <a:cubicBezTo>
                    <a:pt x="223" y="1"/>
                    <a:pt x="173" y="26"/>
                    <a:pt x="130" y="44"/>
                  </a:cubicBezTo>
                  <a:cubicBezTo>
                    <a:pt x="93" y="63"/>
                    <a:pt x="62" y="93"/>
                    <a:pt x="37" y="124"/>
                  </a:cubicBezTo>
                  <a:cubicBezTo>
                    <a:pt x="19" y="168"/>
                    <a:pt x="0" y="211"/>
                    <a:pt x="0" y="248"/>
                  </a:cubicBezTo>
                  <a:cubicBezTo>
                    <a:pt x="0" y="279"/>
                    <a:pt x="31" y="322"/>
                    <a:pt x="62" y="316"/>
                  </a:cubicBezTo>
                  <a:cubicBezTo>
                    <a:pt x="99" y="316"/>
                    <a:pt x="124" y="285"/>
                    <a:pt x="124" y="248"/>
                  </a:cubicBezTo>
                  <a:lnTo>
                    <a:pt x="124" y="242"/>
                  </a:lnTo>
                  <a:lnTo>
                    <a:pt x="124" y="242"/>
                  </a:lnTo>
                  <a:cubicBezTo>
                    <a:pt x="124" y="236"/>
                    <a:pt x="124" y="229"/>
                    <a:pt x="130" y="217"/>
                  </a:cubicBezTo>
                  <a:lnTo>
                    <a:pt x="130" y="211"/>
                  </a:lnTo>
                  <a:lnTo>
                    <a:pt x="130" y="211"/>
                  </a:lnTo>
                  <a:cubicBezTo>
                    <a:pt x="130" y="205"/>
                    <a:pt x="136" y="199"/>
                    <a:pt x="136" y="199"/>
                  </a:cubicBezTo>
                  <a:cubicBezTo>
                    <a:pt x="136" y="186"/>
                    <a:pt x="149" y="180"/>
                    <a:pt x="155" y="180"/>
                  </a:cubicBezTo>
                  <a:lnTo>
                    <a:pt x="155" y="180"/>
                  </a:lnTo>
                  <a:cubicBezTo>
                    <a:pt x="155" y="180"/>
                    <a:pt x="155" y="174"/>
                    <a:pt x="161" y="174"/>
                  </a:cubicBezTo>
                  <a:lnTo>
                    <a:pt x="180" y="155"/>
                  </a:lnTo>
                  <a:lnTo>
                    <a:pt x="186" y="149"/>
                  </a:lnTo>
                  <a:cubicBezTo>
                    <a:pt x="198" y="143"/>
                    <a:pt x="210" y="137"/>
                    <a:pt x="223" y="124"/>
                  </a:cubicBezTo>
                  <a:lnTo>
                    <a:pt x="229" y="124"/>
                  </a:lnTo>
                  <a:cubicBezTo>
                    <a:pt x="241" y="124"/>
                    <a:pt x="254" y="118"/>
                    <a:pt x="260" y="112"/>
                  </a:cubicBezTo>
                  <a:lnTo>
                    <a:pt x="272" y="112"/>
                  </a:lnTo>
                  <a:lnTo>
                    <a:pt x="272" y="112"/>
                  </a:lnTo>
                  <a:lnTo>
                    <a:pt x="278" y="112"/>
                  </a:lnTo>
                  <a:lnTo>
                    <a:pt x="285" y="112"/>
                  </a:lnTo>
                  <a:lnTo>
                    <a:pt x="291" y="112"/>
                  </a:lnTo>
                  <a:lnTo>
                    <a:pt x="315" y="112"/>
                  </a:lnTo>
                  <a:cubicBezTo>
                    <a:pt x="315" y="112"/>
                    <a:pt x="322" y="112"/>
                    <a:pt x="315" y="112"/>
                  </a:cubicBezTo>
                  <a:lnTo>
                    <a:pt x="334" y="112"/>
                  </a:lnTo>
                  <a:cubicBezTo>
                    <a:pt x="377" y="112"/>
                    <a:pt x="402" y="56"/>
                    <a:pt x="371" y="44"/>
                  </a:cubicBezTo>
                  <a:close/>
                </a:path>
              </a:pathLst>
            </a:custGeom>
            <a:solidFill>
              <a:srgbClr val="F596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43"/>
            <p:cNvSpPr/>
            <p:nvPr/>
          </p:nvSpPr>
          <p:spPr>
            <a:xfrm flipH="1">
              <a:off x="5879083" y="2155848"/>
              <a:ext cx="38947" cy="22274"/>
            </a:xfrm>
            <a:custGeom>
              <a:avLst/>
              <a:gdLst/>
              <a:ahLst/>
              <a:cxnLst/>
              <a:rect l="l" t="t" r="r" b="b"/>
              <a:pathLst>
                <a:path w="563" h="322" extrusionOk="0">
                  <a:moveTo>
                    <a:pt x="470" y="37"/>
                  </a:moveTo>
                  <a:cubicBezTo>
                    <a:pt x="464" y="50"/>
                    <a:pt x="446" y="68"/>
                    <a:pt x="439" y="74"/>
                  </a:cubicBezTo>
                  <a:lnTo>
                    <a:pt x="415" y="99"/>
                  </a:lnTo>
                  <a:lnTo>
                    <a:pt x="409" y="105"/>
                  </a:lnTo>
                  <a:lnTo>
                    <a:pt x="409" y="105"/>
                  </a:lnTo>
                  <a:cubicBezTo>
                    <a:pt x="409" y="105"/>
                    <a:pt x="402" y="105"/>
                    <a:pt x="402" y="112"/>
                  </a:cubicBezTo>
                  <a:cubicBezTo>
                    <a:pt x="396" y="124"/>
                    <a:pt x="384" y="124"/>
                    <a:pt x="378" y="130"/>
                  </a:cubicBezTo>
                  <a:cubicBezTo>
                    <a:pt x="371" y="130"/>
                    <a:pt x="371" y="136"/>
                    <a:pt x="365" y="136"/>
                  </a:cubicBezTo>
                  <a:lnTo>
                    <a:pt x="353" y="136"/>
                  </a:lnTo>
                  <a:lnTo>
                    <a:pt x="347" y="136"/>
                  </a:lnTo>
                  <a:cubicBezTo>
                    <a:pt x="341" y="136"/>
                    <a:pt x="341" y="136"/>
                    <a:pt x="334" y="142"/>
                  </a:cubicBezTo>
                  <a:cubicBezTo>
                    <a:pt x="322" y="142"/>
                    <a:pt x="322" y="142"/>
                    <a:pt x="316" y="155"/>
                  </a:cubicBezTo>
                  <a:lnTo>
                    <a:pt x="291" y="155"/>
                  </a:lnTo>
                  <a:lnTo>
                    <a:pt x="273" y="155"/>
                  </a:lnTo>
                  <a:lnTo>
                    <a:pt x="279" y="155"/>
                  </a:lnTo>
                  <a:lnTo>
                    <a:pt x="260" y="155"/>
                  </a:lnTo>
                  <a:lnTo>
                    <a:pt x="229" y="155"/>
                  </a:lnTo>
                  <a:lnTo>
                    <a:pt x="217" y="155"/>
                  </a:lnTo>
                  <a:lnTo>
                    <a:pt x="211" y="155"/>
                  </a:lnTo>
                  <a:lnTo>
                    <a:pt x="211" y="155"/>
                  </a:lnTo>
                  <a:lnTo>
                    <a:pt x="192" y="155"/>
                  </a:lnTo>
                  <a:cubicBezTo>
                    <a:pt x="186" y="155"/>
                    <a:pt x="168" y="155"/>
                    <a:pt x="161" y="142"/>
                  </a:cubicBezTo>
                  <a:lnTo>
                    <a:pt x="161" y="142"/>
                  </a:lnTo>
                  <a:cubicBezTo>
                    <a:pt x="155" y="142"/>
                    <a:pt x="137" y="136"/>
                    <a:pt x="130" y="136"/>
                  </a:cubicBezTo>
                  <a:cubicBezTo>
                    <a:pt x="118" y="130"/>
                    <a:pt x="100" y="130"/>
                    <a:pt x="93" y="136"/>
                  </a:cubicBezTo>
                  <a:lnTo>
                    <a:pt x="87" y="130"/>
                  </a:lnTo>
                  <a:cubicBezTo>
                    <a:pt x="63" y="112"/>
                    <a:pt x="32" y="124"/>
                    <a:pt x="13" y="142"/>
                  </a:cubicBezTo>
                  <a:cubicBezTo>
                    <a:pt x="1" y="167"/>
                    <a:pt x="1" y="192"/>
                    <a:pt x="25" y="217"/>
                  </a:cubicBezTo>
                  <a:lnTo>
                    <a:pt x="38" y="229"/>
                  </a:lnTo>
                  <a:cubicBezTo>
                    <a:pt x="63" y="291"/>
                    <a:pt x="149" y="322"/>
                    <a:pt x="211" y="322"/>
                  </a:cubicBezTo>
                  <a:cubicBezTo>
                    <a:pt x="242" y="322"/>
                    <a:pt x="260" y="322"/>
                    <a:pt x="291" y="315"/>
                  </a:cubicBezTo>
                  <a:cubicBezTo>
                    <a:pt x="297" y="315"/>
                    <a:pt x="316" y="315"/>
                    <a:pt x="322" y="303"/>
                  </a:cubicBezTo>
                  <a:cubicBezTo>
                    <a:pt x="334" y="303"/>
                    <a:pt x="347" y="297"/>
                    <a:pt x="353" y="291"/>
                  </a:cubicBezTo>
                  <a:cubicBezTo>
                    <a:pt x="365" y="291"/>
                    <a:pt x="378" y="266"/>
                    <a:pt x="378" y="272"/>
                  </a:cubicBezTo>
                  <a:lnTo>
                    <a:pt x="378" y="272"/>
                  </a:lnTo>
                  <a:lnTo>
                    <a:pt x="384" y="272"/>
                  </a:lnTo>
                  <a:cubicBezTo>
                    <a:pt x="390" y="272"/>
                    <a:pt x="390" y="266"/>
                    <a:pt x="402" y="266"/>
                  </a:cubicBezTo>
                  <a:cubicBezTo>
                    <a:pt x="409" y="260"/>
                    <a:pt x="415" y="260"/>
                    <a:pt x="433" y="254"/>
                  </a:cubicBezTo>
                  <a:cubicBezTo>
                    <a:pt x="458" y="235"/>
                    <a:pt x="476" y="223"/>
                    <a:pt x="495" y="198"/>
                  </a:cubicBezTo>
                  <a:cubicBezTo>
                    <a:pt x="532" y="161"/>
                    <a:pt x="557" y="112"/>
                    <a:pt x="563" y="68"/>
                  </a:cubicBezTo>
                  <a:cubicBezTo>
                    <a:pt x="538" y="19"/>
                    <a:pt x="495" y="0"/>
                    <a:pt x="470" y="37"/>
                  </a:cubicBezTo>
                  <a:close/>
                </a:path>
              </a:pathLst>
            </a:custGeom>
            <a:solidFill>
              <a:srgbClr val="F596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43"/>
            <p:cNvSpPr/>
            <p:nvPr/>
          </p:nvSpPr>
          <p:spPr>
            <a:xfrm flipH="1">
              <a:off x="5747027" y="2052015"/>
              <a:ext cx="12867" cy="10307"/>
            </a:xfrm>
            <a:custGeom>
              <a:avLst/>
              <a:gdLst/>
              <a:ahLst/>
              <a:cxnLst/>
              <a:rect l="l" t="t" r="r" b="b"/>
              <a:pathLst>
                <a:path w="186" h="149" extrusionOk="0">
                  <a:moveTo>
                    <a:pt x="93" y="0"/>
                  </a:moveTo>
                  <a:cubicBezTo>
                    <a:pt x="1" y="0"/>
                    <a:pt x="1" y="148"/>
                    <a:pt x="93" y="148"/>
                  </a:cubicBezTo>
                  <a:cubicBezTo>
                    <a:pt x="186" y="148"/>
                    <a:pt x="186" y="0"/>
                    <a:pt x="93" y="0"/>
                  </a:cubicBezTo>
                  <a:close/>
                </a:path>
              </a:pathLst>
            </a:custGeom>
            <a:solidFill>
              <a:srgbClr val="F596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43"/>
            <p:cNvSpPr/>
            <p:nvPr/>
          </p:nvSpPr>
          <p:spPr>
            <a:xfrm flipH="1">
              <a:off x="6330802" y="1189947"/>
              <a:ext cx="15012" cy="11621"/>
            </a:xfrm>
            <a:custGeom>
              <a:avLst/>
              <a:gdLst/>
              <a:ahLst/>
              <a:cxnLst/>
              <a:rect l="l" t="t" r="r" b="b"/>
              <a:pathLst>
                <a:path w="217" h="168" extrusionOk="0">
                  <a:moveTo>
                    <a:pt x="105" y="1"/>
                  </a:moveTo>
                  <a:cubicBezTo>
                    <a:pt x="0" y="1"/>
                    <a:pt x="0" y="168"/>
                    <a:pt x="105" y="168"/>
                  </a:cubicBezTo>
                  <a:cubicBezTo>
                    <a:pt x="217" y="168"/>
                    <a:pt x="217" y="1"/>
                    <a:pt x="105" y="1"/>
                  </a:cubicBezTo>
                  <a:close/>
                </a:path>
              </a:pathLst>
            </a:custGeom>
            <a:solidFill>
              <a:srgbClr val="F596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43"/>
            <p:cNvSpPr/>
            <p:nvPr/>
          </p:nvSpPr>
          <p:spPr>
            <a:xfrm flipH="1">
              <a:off x="6538951" y="2496054"/>
              <a:ext cx="42752" cy="41920"/>
            </a:xfrm>
            <a:custGeom>
              <a:avLst/>
              <a:gdLst/>
              <a:ahLst/>
              <a:cxnLst/>
              <a:rect l="l" t="t" r="r" b="b"/>
              <a:pathLst>
                <a:path w="618" h="606" extrusionOk="0">
                  <a:moveTo>
                    <a:pt x="538" y="6"/>
                  </a:moveTo>
                  <a:cubicBezTo>
                    <a:pt x="513" y="6"/>
                    <a:pt x="494" y="12"/>
                    <a:pt x="482" y="25"/>
                  </a:cubicBezTo>
                  <a:cubicBezTo>
                    <a:pt x="464" y="31"/>
                    <a:pt x="451" y="43"/>
                    <a:pt x="445" y="56"/>
                  </a:cubicBezTo>
                  <a:cubicBezTo>
                    <a:pt x="420" y="68"/>
                    <a:pt x="402" y="93"/>
                    <a:pt x="383" y="105"/>
                  </a:cubicBezTo>
                  <a:cubicBezTo>
                    <a:pt x="340" y="142"/>
                    <a:pt x="297" y="185"/>
                    <a:pt x="260" y="223"/>
                  </a:cubicBezTo>
                  <a:lnTo>
                    <a:pt x="142" y="340"/>
                  </a:lnTo>
                  <a:cubicBezTo>
                    <a:pt x="105" y="383"/>
                    <a:pt x="62" y="426"/>
                    <a:pt x="31" y="470"/>
                  </a:cubicBezTo>
                  <a:cubicBezTo>
                    <a:pt x="13" y="501"/>
                    <a:pt x="0" y="544"/>
                    <a:pt x="31" y="575"/>
                  </a:cubicBezTo>
                  <a:cubicBezTo>
                    <a:pt x="62" y="606"/>
                    <a:pt x="111" y="599"/>
                    <a:pt x="142" y="575"/>
                  </a:cubicBezTo>
                  <a:cubicBezTo>
                    <a:pt x="185" y="538"/>
                    <a:pt x="229" y="507"/>
                    <a:pt x="272" y="470"/>
                  </a:cubicBezTo>
                  <a:cubicBezTo>
                    <a:pt x="321" y="433"/>
                    <a:pt x="358" y="389"/>
                    <a:pt x="396" y="352"/>
                  </a:cubicBezTo>
                  <a:cubicBezTo>
                    <a:pt x="433" y="315"/>
                    <a:pt x="476" y="278"/>
                    <a:pt x="513" y="229"/>
                  </a:cubicBezTo>
                  <a:cubicBezTo>
                    <a:pt x="525" y="204"/>
                    <a:pt x="550" y="192"/>
                    <a:pt x="569" y="167"/>
                  </a:cubicBezTo>
                  <a:lnTo>
                    <a:pt x="606" y="130"/>
                  </a:lnTo>
                  <a:cubicBezTo>
                    <a:pt x="612" y="111"/>
                    <a:pt x="618" y="93"/>
                    <a:pt x="618" y="68"/>
                  </a:cubicBezTo>
                  <a:cubicBezTo>
                    <a:pt x="606" y="37"/>
                    <a:pt x="569" y="0"/>
                    <a:pt x="538" y="6"/>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43"/>
            <p:cNvSpPr/>
            <p:nvPr/>
          </p:nvSpPr>
          <p:spPr>
            <a:xfrm flipH="1">
              <a:off x="6979944" y="4585437"/>
              <a:ext cx="162913" cy="39430"/>
            </a:xfrm>
            <a:custGeom>
              <a:avLst/>
              <a:gdLst/>
              <a:ahLst/>
              <a:cxnLst/>
              <a:rect l="l" t="t" r="r" b="b"/>
              <a:pathLst>
                <a:path w="2355" h="570" extrusionOk="0">
                  <a:moveTo>
                    <a:pt x="0" y="1"/>
                  </a:moveTo>
                  <a:lnTo>
                    <a:pt x="111" y="254"/>
                  </a:lnTo>
                  <a:cubicBezTo>
                    <a:pt x="111" y="254"/>
                    <a:pt x="501" y="409"/>
                    <a:pt x="649" y="439"/>
                  </a:cubicBezTo>
                  <a:cubicBezTo>
                    <a:pt x="803" y="476"/>
                    <a:pt x="1100" y="507"/>
                    <a:pt x="1100" y="507"/>
                  </a:cubicBezTo>
                  <a:cubicBezTo>
                    <a:pt x="1100" y="507"/>
                    <a:pt x="1532" y="569"/>
                    <a:pt x="1675" y="544"/>
                  </a:cubicBezTo>
                  <a:cubicBezTo>
                    <a:pt x="1810" y="526"/>
                    <a:pt x="2299" y="334"/>
                    <a:pt x="2299" y="334"/>
                  </a:cubicBezTo>
                  <a:lnTo>
                    <a:pt x="2354" y="44"/>
                  </a:lnTo>
                  <a:lnTo>
                    <a:pt x="1495" y="106"/>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43"/>
            <p:cNvSpPr/>
            <p:nvPr/>
          </p:nvSpPr>
          <p:spPr>
            <a:xfrm flipH="1">
              <a:off x="6980844" y="4574784"/>
              <a:ext cx="162014" cy="36386"/>
            </a:xfrm>
            <a:custGeom>
              <a:avLst/>
              <a:gdLst/>
              <a:ahLst/>
              <a:cxnLst/>
              <a:rect l="l" t="t" r="r" b="b"/>
              <a:pathLst>
                <a:path w="2342" h="526" extrusionOk="0">
                  <a:moveTo>
                    <a:pt x="0" y="155"/>
                  </a:moveTo>
                  <a:cubicBezTo>
                    <a:pt x="136" y="136"/>
                    <a:pt x="847" y="44"/>
                    <a:pt x="847" y="44"/>
                  </a:cubicBezTo>
                  <a:cubicBezTo>
                    <a:pt x="847" y="44"/>
                    <a:pt x="1032" y="0"/>
                    <a:pt x="1434" y="13"/>
                  </a:cubicBezTo>
                  <a:cubicBezTo>
                    <a:pt x="1835" y="31"/>
                    <a:pt x="2342" y="198"/>
                    <a:pt x="2342" y="198"/>
                  </a:cubicBezTo>
                  <a:lnTo>
                    <a:pt x="1681" y="495"/>
                  </a:lnTo>
                  <a:cubicBezTo>
                    <a:pt x="1681" y="495"/>
                    <a:pt x="1217" y="525"/>
                    <a:pt x="847" y="464"/>
                  </a:cubicBezTo>
                  <a:cubicBezTo>
                    <a:pt x="476" y="402"/>
                    <a:pt x="0" y="155"/>
                    <a:pt x="0" y="155"/>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43"/>
            <p:cNvSpPr/>
            <p:nvPr/>
          </p:nvSpPr>
          <p:spPr>
            <a:xfrm flipH="1">
              <a:off x="6074772" y="4433735"/>
              <a:ext cx="82944" cy="17570"/>
            </a:xfrm>
            <a:custGeom>
              <a:avLst/>
              <a:gdLst/>
              <a:ahLst/>
              <a:cxnLst/>
              <a:rect l="l" t="t" r="r" b="b"/>
              <a:pathLst>
                <a:path w="1199" h="254" extrusionOk="0">
                  <a:moveTo>
                    <a:pt x="0" y="38"/>
                  </a:moveTo>
                  <a:lnTo>
                    <a:pt x="44" y="217"/>
                  </a:lnTo>
                  <a:cubicBezTo>
                    <a:pt x="44" y="217"/>
                    <a:pt x="359" y="254"/>
                    <a:pt x="513" y="223"/>
                  </a:cubicBezTo>
                  <a:cubicBezTo>
                    <a:pt x="668" y="192"/>
                    <a:pt x="1100" y="136"/>
                    <a:pt x="1100" y="136"/>
                  </a:cubicBezTo>
                  <a:lnTo>
                    <a:pt x="1199" y="112"/>
                  </a:lnTo>
                  <a:lnTo>
                    <a:pt x="116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43"/>
            <p:cNvSpPr/>
            <p:nvPr/>
          </p:nvSpPr>
          <p:spPr>
            <a:xfrm flipH="1">
              <a:off x="6077332" y="4410630"/>
              <a:ext cx="84673" cy="30852"/>
            </a:xfrm>
            <a:custGeom>
              <a:avLst/>
              <a:gdLst/>
              <a:ahLst/>
              <a:cxnLst/>
              <a:rect l="l" t="t" r="r" b="b"/>
              <a:pathLst>
                <a:path w="1224" h="446" extrusionOk="0">
                  <a:moveTo>
                    <a:pt x="62" y="106"/>
                  </a:moveTo>
                  <a:cubicBezTo>
                    <a:pt x="75" y="149"/>
                    <a:pt x="1" y="403"/>
                    <a:pt x="118" y="427"/>
                  </a:cubicBezTo>
                  <a:cubicBezTo>
                    <a:pt x="235" y="446"/>
                    <a:pt x="507" y="433"/>
                    <a:pt x="507" y="433"/>
                  </a:cubicBezTo>
                  <a:lnTo>
                    <a:pt x="1224" y="335"/>
                  </a:lnTo>
                  <a:lnTo>
                    <a:pt x="804" y="186"/>
                  </a:lnTo>
                  <a:lnTo>
                    <a:pt x="69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43"/>
            <p:cNvSpPr/>
            <p:nvPr/>
          </p:nvSpPr>
          <p:spPr>
            <a:xfrm flipH="1">
              <a:off x="5981599" y="4400392"/>
              <a:ext cx="132129" cy="44549"/>
            </a:xfrm>
            <a:custGeom>
              <a:avLst/>
              <a:gdLst/>
              <a:ahLst/>
              <a:cxnLst/>
              <a:rect l="l" t="t" r="r" b="b"/>
              <a:pathLst>
                <a:path w="1910" h="644" extrusionOk="0">
                  <a:moveTo>
                    <a:pt x="13" y="1"/>
                  </a:moveTo>
                  <a:lnTo>
                    <a:pt x="0" y="118"/>
                  </a:lnTo>
                  <a:lnTo>
                    <a:pt x="1069" y="643"/>
                  </a:lnTo>
                  <a:lnTo>
                    <a:pt x="1903" y="495"/>
                  </a:lnTo>
                  <a:lnTo>
                    <a:pt x="1909" y="223"/>
                  </a:lnTo>
                  <a:lnTo>
                    <a:pt x="847" y="16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43"/>
            <p:cNvSpPr/>
            <p:nvPr/>
          </p:nvSpPr>
          <p:spPr>
            <a:xfrm flipH="1">
              <a:off x="5981599" y="4395273"/>
              <a:ext cx="131299" cy="32996"/>
            </a:xfrm>
            <a:custGeom>
              <a:avLst/>
              <a:gdLst/>
              <a:ahLst/>
              <a:cxnLst/>
              <a:rect l="l" t="t" r="r" b="b"/>
              <a:pathLst>
                <a:path w="1898" h="477" extrusionOk="0">
                  <a:moveTo>
                    <a:pt x="1" y="75"/>
                  </a:moveTo>
                  <a:lnTo>
                    <a:pt x="414" y="1"/>
                  </a:lnTo>
                  <a:lnTo>
                    <a:pt x="1897" y="297"/>
                  </a:lnTo>
                  <a:lnTo>
                    <a:pt x="1038" y="476"/>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43"/>
            <p:cNvSpPr/>
            <p:nvPr/>
          </p:nvSpPr>
          <p:spPr>
            <a:xfrm flipH="1">
              <a:off x="6953027" y="4442728"/>
              <a:ext cx="170592" cy="28708"/>
            </a:xfrm>
            <a:custGeom>
              <a:avLst/>
              <a:gdLst/>
              <a:ahLst/>
              <a:cxnLst/>
              <a:rect l="l" t="t" r="r" b="b"/>
              <a:pathLst>
                <a:path w="2466" h="415" extrusionOk="0">
                  <a:moveTo>
                    <a:pt x="1" y="74"/>
                  </a:moveTo>
                  <a:lnTo>
                    <a:pt x="1" y="278"/>
                  </a:lnTo>
                  <a:lnTo>
                    <a:pt x="1360" y="414"/>
                  </a:lnTo>
                  <a:lnTo>
                    <a:pt x="2435" y="254"/>
                  </a:lnTo>
                  <a:lnTo>
                    <a:pt x="2466" y="0"/>
                  </a:lnTo>
                  <a:close/>
                </a:path>
              </a:pathLst>
            </a:custGeom>
            <a:solidFill>
              <a:srgbClr val="7A2B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43"/>
            <p:cNvSpPr/>
            <p:nvPr/>
          </p:nvSpPr>
          <p:spPr>
            <a:xfrm flipH="1">
              <a:off x="6953442" y="4429861"/>
              <a:ext cx="170177" cy="27878"/>
            </a:xfrm>
            <a:custGeom>
              <a:avLst/>
              <a:gdLst/>
              <a:ahLst/>
              <a:cxnLst/>
              <a:rect l="l" t="t" r="r" b="b"/>
              <a:pathLst>
                <a:path w="2460" h="403" extrusionOk="0">
                  <a:moveTo>
                    <a:pt x="390" y="32"/>
                  </a:moveTo>
                  <a:cubicBezTo>
                    <a:pt x="464" y="32"/>
                    <a:pt x="1113" y="44"/>
                    <a:pt x="1471" y="32"/>
                  </a:cubicBezTo>
                  <a:cubicBezTo>
                    <a:pt x="1823" y="13"/>
                    <a:pt x="2027" y="1"/>
                    <a:pt x="2194" y="32"/>
                  </a:cubicBezTo>
                  <a:cubicBezTo>
                    <a:pt x="2367" y="63"/>
                    <a:pt x="2460" y="186"/>
                    <a:pt x="2460" y="186"/>
                  </a:cubicBezTo>
                  <a:lnTo>
                    <a:pt x="1348" y="403"/>
                  </a:lnTo>
                  <a:lnTo>
                    <a:pt x="557" y="341"/>
                  </a:lnTo>
                  <a:lnTo>
                    <a:pt x="1" y="260"/>
                  </a:lnTo>
                  <a:close/>
                </a:path>
              </a:pathLst>
            </a:custGeom>
            <a:solidFill>
              <a:srgbClr val="7A2B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43"/>
            <p:cNvSpPr/>
            <p:nvPr/>
          </p:nvSpPr>
          <p:spPr>
            <a:xfrm flipH="1">
              <a:off x="7401773" y="4810259"/>
              <a:ext cx="77410" cy="31682"/>
            </a:xfrm>
            <a:custGeom>
              <a:avLst/>
              <a:gdLst/>
              <a:ahLst/>
              <a:cxnLst/>
              <a:rect l="l" t="t" r="r" b="b"/>
              <a:pathLst>
                <a:path w="1119" h="458" extrusionOk="0">
                  <a:moveTo>
                    <a:pt x="1" y="136"/>
                  </a:moveTo>
                  <a:lnTo>
                    <a:pt x="25" y="291"/>
                  </a:lnTo>
                  <a:cubicBezTo>
                    <a:pt x="25" y="291"/>
                    <a:pt x="273" y="458"/>
                    <a:pt x="464" y="458"/>
                  </a:cubicBezTo>
                  <a:cubicBezTo>
                    <a:pt x="656" y="458"/>
                    <a:pt x="1063" y="316"/>
                    <a:pt x="1063" y="316"/>
                  </a:cubicBezTo>
                  <a:lnTo>
                    <a:pt x="1119" y="99"/>
                  </a:lnTo>
                  <a:lnTo>
                    <a:pt x="1113" y="0"/>
                  </a:lnTo>
                  <a:lnTo>
                    <a:pt x="649" y="13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43"/>
            <p:cNvSpPr/>
            <p:nvPr/>
          </p:nvSpPr>
          <p:spPr>
            <a:xfrm flipH="1">
              <a:off x="7402188" y="4810259"/>
              <a:ext cx="76995" cy="21444"/>
            </a:xfrm>
            <a:custGeom>
              <a:avLst/>
              <a:gdLst/>
              <a:ahLst/>
              <a:cxnLst/>
              <a:rect l="l" t="t" r="r" b="b"/>
              <a:pathLst>
                <a:path w="1113" h="310" extrusionOk="0">
                  <a:moveTo>
                    <a:pt x="1" y="136"/>
                  </a:moveTo>
                  <a:cubicBezTo>
                    <a:pt x="106" y="105"/>
                    <a:pt x="507" y="31"/>
                    <a:pt x="507" y="31"/>
                  </a:cubicBezTo>
                  <a:lnTo>
                    <a:pt x="1113" y="0"/>
                  </a:lnTo>
                  <a:lnTo>
                    <a:pt x="1032" y="198"/>
                  </a:lnTo>
                  <a:cubicBezTo>
                    <a:pt x="1032" y="198"/>
                    <a:pt x="711" y="309"/>
                    <a:pt x="476" y="309"/>
                  </a:cubicBezTo>
                  <a:cubicBezTo>
                    <a:pt x="248" y="309"/>
                    <a:pt x="1" y="136"/>
                    <a:pt x="1" y="136"/>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43"/>
            <p:cNvSpPr/>
            <p:nvPr/>
          </p:nvSpPr>
          <p:spPr>
            <a:xfrm flipH="1">
              <a:off x="7028219" y="4728631"/>
              <a:ext cx="267579" cy="51328"/>
            </a:xfrm>
            <a:custGeom>
              <a:avLst/>
              <a:gdLst/>
              <a:ahLst/>
              <a:cxnLst/>
              <a:rect l="l" t="t" r="r" b="b"/>
              <a:pathLst>
                <a:path w="3868" h="742" extrusionOk="0">
                  <a:moveTo>
                    <a:pt x="3868" y="0"/>
                  </a:moveTo>
                  <a:lnTo>
                    <a:pt x="3849" y="136"/>
                  </a:lnTo>
                  <a:lnTo>
                    <a:pt x="3491" y="470"/>
                  </a:lnTo>
                  <a:lnTo>
                    <a:pt x="1779" y="742"/>
                  </a:lnTo>
                  <a:lnTo>
                    <a:pt x="12" y="569"/>
                  </a:lnTo>
                  <a:lnTo>
                    <a:pt x="0" y="297"/>
                  </a:lnTo>
                  <a:lnTo>
                    <a:pt x="1464" y="192"/>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43"/>
            <p:cNvSpPr/>
            <p:nvPr/>
          </p:nvSpPr>
          <p:spPr>
            <a:xfrm flipH="1">
              <a:off x="7274352" y="4708086"/>
              <a:ext cx="34312" cy="39845"/>
            </a:xfrm>
            <a:custGeom>
              <a:avLst/>
              <a:gdLst/>
              <a:ahLst/>
              <a:cxnLst/>
              <a:rect l="l" t="t" r="r" b="b"/>
              <a:pathLst>
                <a:path w="496" h="576" extrusionOk="0">
                  <a:moveTo>
                    <a:pt x="1" y="1"/>
                  </a:moveTo>
                  <a:lnTo>
                    <a:pt x="1" y="124"/>
                  </a:lnTo>
                  <a:lnTo>
                    <a:pt x="390" y="575"/>
                  </a:lnTo>
                  <a:lnTo>
                    <a:pt x="495" y="223"/>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43"/>
            <p:cNvSpPr/>
            <p:nvPr/>
          </p:nvSpPr>
          <p:spPr>
            <a:xfrm flipH="1">
              <a:off x="7027388" y="4698678"/>
              <a:ext cx="280861" cy="62949"/>
            </a:xfrm>
            <a:custGeom>
              <a:avLst/>
              <a:gdLst/>
              <a:ahLst/>
              <a:cxnLst/>
              <a:rect l="l" t="t" r="r" b="b"/>
              <a:pathLst>
                <a:path w="4060" h="910" extrusionOk="0">
                  <a:moveTo>
                    <a:pt x="2843" y="230"/>
                  </a:moveTo>
                  <a:cubicBezTo>
                    <a:pt x="2392" y="106"/>
                    <a:pt x="1916" y="32"/>
                    <a:pt x="1589" y="32"/>
                  </a:cubicBezTo>
                  <a:cubicBezTo>
                    <a:pt x="1267" y="32"/>
                    <a:pt x="1033" y="1"/>
                    <a:pt x="711" y="44"/>
                  </a:cubicBezTo>
                  <a:cubicBezTo>
                    <a:pt x="384" y="94"/>
                    <a:pt x="1" y="137"/>
                    <a:pt x="1" y="137"/>
                  </a:cubicBezTo>
                  <a:lnTo>
                    <a:pt x="372" y="464"/>
                  </a:lnTo>
                  <a:lnTo>
                    <a:pt x="186" y="724"/>
                  </a:lnTo>
                  <a:lnTo>
                    <a:pt x="1996" y="909"/>
                  </a:lnTo>
                  <a:lnTo>
                    <a:pt x="3646" y="693"/>
                  </a:lnTo>
                  <a:lnTo>
                    <a:pt x="4060" y="433"/>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43"/>
            <p:cNvSpPr/>
            <p:nvPr/>
          </p:nvSpPr>
          <p:spPr>
            <a:xfrm flipH="1">
              <a:off x="5747776" y="4382476"/>
              <a:ext cx="192383" cy="36801"/>
            </a:xfrm>
            <a:custGeom>
              <a:avLst/>
              <a:gdLst/>
              <a:ahLst/>
              <a:cxnLst/>
              <a:rect l="l" t="t" r="r" b="b"/>
              <a:pathLst>
                <a:path w="2781" h="532" extrusionOk="0">
                  <a:moveTo>
                    <a:pt x="0" y="0"/>
                  </a:moveTo>
                  <a:lnTo>
                    <a:pt x="0" y="124"/>
                  </a:lnTo>
                  <a:lnTo>
                    <a:pt x="741" y="531"/>
                  </a:lnTo>
                  <a:cubicBezTo>
                    <a:pt x="741" y="531"/>
                    <a:pt x="1545" y="507"/>
                    <a:pt x="1792" y="451"/>
                  </a:cubicBezTo>
                  <a:cubicBezTo>
                    <a:pt x="2033" y="402"/>
                    <a:pt x="2762" y="408"/>
                    <a:pt x="2762" y="408"/>
                  </a:cubicBezTo>
                  <a:lnTo>
                    <a:pt x="2780" y="186"/>
                  </a:lnTo>
                  <a:lnTo>
                    <a:pt x="1730" y="93"/>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43"/>
            <p:cNvSpPr/>
            <p:nvPr/>
          </p:nvSpPr>
          <p:spPr>
            <a:xfrm flipH="1">
              <a:off x="5747776" y="4361516"/>
              <a:ext cx="192383" cy="41505"/>
            </a:xfrm>
            <a:custGeom>
              <a:avLst/>
              <a:gdLst/>
              <a:ahLst/>
              <a:cxnLst/>
              <a:rect l="l" t="t" r="r" b="b"/>
              <a:pathLst>
                <a:path w="2781" h="600" extrusionOk="0">
                  <a:moveTo>
                    <a:pt x="0" y="303"/>
                  </a:moveTo>
                  <a:cubicBezTo>
                    <a:pt x="161" y="241"/>
                    <a:pt x="840" y="0"/>
                    <a:pt x="1106" y="0"/>
                  </a:cubicBezTo>
                  <a:cubicBezTo>
                    <a:pt x="1365" y="0"/>
                    <a:pt x="1829" y="13"/>
                    <a:pt x="1829" y="13"/>
                  </a:cubicBezTo>
                  <a:lnTo>
                    <a:pt x="2465" y="31"/>
                  </a:lnTo>
                  <a:lnTo>
                    <a:pt x="2756" y="223"/>
                  </a:lnTo>
                  <a:lnTo>
                    <a:pt x="2780" y="470"/>
                  </a:lnTo>
                  <a:cubicBezTo>
                    <a:pt x="2780" y="470"/>
                    <a:pt x="2162" y="476"/>
                    <a:pt x="1748" y="538"/>
                  </a:cubicBezTo>
                  <a:cubicBezTo>
                    <a:pt x="1328" y="600"/>
                    <a:pt x="748" y="594"/>
                    <a:pt x="748" y="594"/>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43"/>
            <p:cNvSpPr/>
            <p:nvPr/>
          </p:nvSpPr>
          <p:spPr>
            <a:xfrm flipH="1">
              <a:off x="4997349" y="4961546"/>
              <a:ext cx="491990" cy="94078"/>
            </a:xfrm>
            <a:custGeom>
              <a:avLst/>
              <a:gdLst/>
              <a:ahLst/>
              <a:cxnLst/>
              <a:rect l="l" t="t" r="r" b="b"/>
              <a:pathLst>
                <a:path w="7112" h="1360" extrusionOk="0">
                  <a:moveTo>
                    <a:pt x="1" y="0"/>
                  </a:moveTo>
                  <a:lnTo>
                    <a:pt x="1" y="316"/>
                  </a:lnTo>
                  <a:lnTo>
                    <a:pt x="1904" y="1360"/>
                  </a:lnTo>
                  <a:cubicBezTo>
                    <a:pt x="1904" y="1360"/>
                    <a:pt x="3961" y="1286"/>
                    <a:pt x="4579" y="1156"/>
                  </a:cubicBezTo>
                  <a:cubicBezTo>
                    <a:pt x="5191" y="1020"/>
                    <a:pt x="7069" y="1038"/>
                    <a:pt x="7069" y="1038"/>
                  </a:cubicBezTo>
                  <a:lnTo>
                    <a:pt x="7112" y="464"/>
                  </a:lnTo>
                  <a:lnTo>
                    <a:pt x="4425" y="223"/>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43"/>
            <p:cNvSpPr/>
            <p:nvPr/>
          </p:nvSpPr>
          <p:spPr>
            <a:xfrm flipH="1">
              <a:off x="4997349" y="4908142"/>
              <a:ext cx="491990" cy="109020"/>
            </a:xfrm>
            <a:custGeom>
              <a:avLst/>
              <a:gdLst/>
              <a:ahLst/>
              <a:cxnLst/>
              <a:rect l="l" t="t" r="r" b="b"/>
              <a:pathLst>
                <a:path w="7112" h="1576" extrusionOk="0">
                  <a:moveTo>
                    <a:pt x="1" y="772"/>
                  </a:moveTo>
                  <a:cubicBezTo>
                    <a:pt x="409" y="606"/>
                    <a:pt x="2151" y="0"/>
                    <a:pt x="2831" y="0"/>
                  </a:cubicBezTo>
                  <a:cubicBezTo>
                    <a:pt x="3504" y="0"/>
                    <a:pt x="4672" y="43"/>
                    <a:pt x="4672" y="43"/>
                  </a:cubicBezTo>
                  <a:lnTo>
                    <a:pt x="6296" y="93"/>
                  </a:lnTo>
                  <a:lnTo>
                    <a:pt x="7044" y="593"/>
                  </a:lnTo>
                  <a:lnTo>
                    <a:pt x="7112" y="1223"/>
                  </a:lnTo>
                  <a:cubicBezTo>
                    <a:pt x="7112" y="1223"/>
                    <a:pt x="5537" y="1248"/>
                    <a:pt x="4474" y="1409"/>
                  </a:cubicBezTo>
                  <a:cubicBezTo>
                    <a:pt x="3405" y="1576"/>
                    <a:pt x="1935" y="1551"/>
                    <a:pt x="1935" y="155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43"/>
            <p:cNvSpPr/>
            <p:nvPr/>
          </p:nvSpPr>
          <p:spPr>
            <a:xfrm flipH="1">
              <a:off x="6210288" y="4929933"/>
              <a:ext cx="404758" cy="78721"/>
            </a:xfrm>
            <a:custGeom>
              <a:avLst/>
              <a:gdLst/>
              <a:ahLst/>
              <a:cxnLst/>
              <a:rect l="l" t="t" r="r" b="b"/>
              <a:pathLst>
                <a:path w="5851" h="1138" extrusionOk="0">
                  <a:moveTo>
                    <a:pt x="0" y="44"/>
                  </a:moveTo>
                  <a:lnTo>
                    <a:pt x="0" y="365"/>
                  </a:lnTo>
                  <a:lnTo>
                    <a:pt x="1489" y="1137"/>
                  </a:lnTo>
                  <a:lnTo>
                    <a:pt x="4183" y="1106"/>
                  </a:lnTo>
                  <a:lnTo>
                    <a:pt x="5789" y="365"/>
                  </a:lnTo>
                  <a:lnTo>
                    <a:pt x="585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43"/>
            <p:cNvSpPr/>
            <p:nvPr/>
          </p:nvSpPr>
          <p:spPr>
            <a:xfrm flipH="1">
              <a:off x="6210288" y="4929933"/>
              <a:ext cx="404758" cy="51743"/>
            </a:xfrm>
            <a:custGeom>
              <a:avLst/>
              <a:gdLst/>
              <a:ahLst/>
              <a:cxnLst/>
              <a:rect l="l" t="t" r="r" b="b"/>
              <a:pathLst>
                <a:path w="5851" h="748" extrusionOk="0">
                  <a:moveTo>
                    <a:pt x="0" y="44"/>
                  </a:moveTo>
                  <a:lnTo>
                    <a:pt x="2181" y="0"/>
                  </a:lnTo>
                  <a:lnTo>
                    <a:pt x="5851" y="0"/>
                  </a:lnTo>
                  <a:lnTo>
                    <a:pt x="3997" y="655"/>
                  </a:lnTo>
                  <a:lnTo>
                    <a:pt x="1582" y="748"/>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43"/>
            <p:cNvSpPr/>
            <p:nvPr/>
          </p:nvSpPr>
          <p:spPr>
            <a:xfrm flipH="1">
              <a:off x="7602806" y="5052595"/>
              <a:ext cx="944550" cy="130810"/>
            </a:xfrm>
            <a:custGeom>
              <a:avLst/>
              <a:gdLst/>
              <a:ahLst/>
              <a:cxnLst/>
              <a:rect l="l" t="t" r="r" b="b"/>
              <a:pathLst>
                <a:path w="13654" h="1891" extrusionOk="0">
                  <a:moveTo>
                    <a:pt x="0" y="1458"/>
                  </a:moveTo>
                  <a:lnTo>
                    <a:pt x="3744" y="340"/>
                  </a:lnTo>
                  <a:lnTo>
                    <a:pt x="6005" y="0"/>
                  </a:lnTo>
                  <a:lnTo>
                    <a:pt x="7828" y="31"/>
                  </a:lnTo>
                  <a:lnTo>
                    <a:pt x="6747" y="711"/>
                  </a:lnTo>
                  <a:lnTo>
                    <a:pt x="8056" y="124"/>
                  </a:lnTo>
                  <a:lnTo>
                    <a:pt x="9786" y="0"/>
                  </a:lnTo>
                  <a:lnTo>
                    <a:pt x="11368" y="62"/>
                  </a:lnTo>
                  <a:lnTo>
                    <a:pt x="13654" y="1458"/>
                  </a:lnTo>
                  <a:lnTo>
                    <a:pt x="6283" y="1891"/>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43"/>
            <p:cNvSpPr/>
            <p:nvPr/>
          </p:nvSpPr>
          <p:spPr>
            <a:xfrm flipH="1">
              <a:off x="6956010" y="3019991"/>
              <a:ext cx="128324" cy="382123"/>
            </a:xfrm>
            <a:custGeom>
              <a:avLst/>
              <a:gdLst/>
              <a:ahLst/>
              <a:cxnLst/>
              <a:rect l="l" t="t" r="r" b="b"/>
              <a:pathLst>
                <a:path w="1855" h="5524" extrusionOk="0">
                  <a:moveTo>
                    <a:pt x="866" y="0"/>
                  </a:moveTo>
                  <a:cubicBezTo>
                    <a:pt x="804" y="248"/>
                    <a:pt x="1" y="1298"/>
                    <a:pt x="433" y="1922"/>
                  </a:cubicBezTo>
                  <a:cubicBezTo>
                    <a:pt x="866" y="2546"/>
                    <a:pt x="1113" y="3534"/>
                    <a:pt x="1113" y="3534"/>
                  </a:cubicBezTo>
                  <a:lnTo>
                    <a:pt x="866" y="5524"/>
                  </a:lnTo>
                  <a:cubicBezTo>
                    <a:pt x="866" y="5524"/>
                    <a:pt x="1854" y="4350"/>
                    <a:pt x="1731" y="3602"/>
                  </a:cubicBezTo>
                  <a:cubicBezTo>
                    <a:pt x="1607" y="2861"/>
                    <a:pt x="1113" y="2107"/>
                    <a:pt x="927" y="1551"/>
                  </a:cubicBezTo>
                  <a:cubicBezTo>
                    <a:pt x="742" y="989"/>
                    <a:pt x="866" y="0"/>
                    <a:pt x="86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43"/>
            <p:cNvSpPr/>
            <p:nvPr/>
          </p:nvSpPr>
          <p:spPr>
            <a:xfrm flipH="1">
              <a:off x="7319738" y="2899902"/>
              <a:ext cx="94081" cy="299666"/>
            </a:xfrm>
            <a:custGeom>
              <a:avLst/>
              <a:gdLst/>
              <a:ahLst/>
              <a:cxnLst/>
              <a:rect l="l" t="t" r="r" b="b"/>
              <a:pathLst>
                <a:path w="1360" h="4332" extrusionOk="0">
                  <a:moveTo>
                    <a:pt x="556" y="0"/>
                  </a:moveTo>
                  <a:cubicBezTo>
                    <a:pt x="247" y="309"/>
                    <a:pt x="0" y="1736"/>
                    <a:pt x="0" y="1736"/>
                  </a:cubicBezTo>
                  <a:lnTo>
                    <a:pt x="680" y="2910"/>
                  </a:lnTo>
                  <a:lnTo>
                    <a:pt x="865" y="4331"/>
                  </a:lnTo>
                  <a:cubicBezTo>
                    <a:pt x="865" y="4331"/>
                    <a:pt x="1360" y="2842"/>
                    <a:pt x="1174" y="2225"/>
                  </a:cubicBezTo>
                  <a:cubicBezTo>
                    <a:pt x="989" y="1613"/>
                    <a:pt x="556" y="0"/>
                    <a:pt x="55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43"/>
            <p:cNvSpPr/>
            <p:nvPr/>
          </p:nvSpPr>
          <p:spPr>
            <a:xfrm flipH="1">
              <a:off x="6225608" y="3870437"/>
              <a:ext cx="1941674" cy="609501"/>
            </a:xfrm>
            <a:custGeom>
              <a:avLst/>
              <a:gdLst/>
              <a:ahLst/>
              <a:cxnLst/>
              <a:rect l="l" t="t" r="r" b="b"/>
              <a:pathLst>
                <a:path w="28068" h="8811" extrusionOk="0">
                  <a:moveTo>
                    <a:pt x="3936" y="4776"/>
                  </a:moveTo>
                  <a:cubicBezTo>
                    <a:pt x="3936" y="4776"/>
                    <a:pt x="5184" y="4356"/>
                    <a:pt x="5653" y="4220"/>
                  </a:cubicBezTo>
                  <a:cubicBezTo>
                    <a:pt x="6117" y="4078"/>
                    <a:pt x="6858" y="3708"/>
                    <a:pt x="6858" y="3708"/>
                  </a:cubicBezTo>
                  <a:lnTo>
                    <a:pt x="7321" y="2361"/>
                  </a:lnTo>
                  <a:lnTo>
                    <a:pt x="8341" y="1854"/>
                  </a:lnTo>
                  <a:lnTo>
                    <a:pt x="9453" y="1718"/>
                  </a:lnTo>
                  <a:lnTo>
                    <a:pt x="11319" y="372"/>
                  </a:lnTo>
                  <a:lnTo>
                    <a:pt x="12517" y="1"/>
                  </a:lnTo>
                  <a:lnTo>
                    <a:pt x="13259" y="279"/>
                  </a:lnTo>
                  <a:lnTo>
                    <a:pt x="13771" y="977"/>
                  </a:lnTo>
                  <a:cubicBezTo>
                    <a:pt x="13771" y="977"/>
                    <a:pt x="16094" y="421"/>
                    <a:pt x="16514" y="464"/>
                  </a:cubicBezTo>
                  <a:cubicBezTo>
                    <a:pt x="16928" y="514"/>
                    <a:pt x="17670" y="606"/>
                    <a:pt x="17670" y="606"/>
                  </a:cubicBezTo>
                  <a:lnTo>
                    <a:pt x="18504" y="606"/>
                  </a:lnTo>
                  <a:lnTo>
                    <a:pt x="18782" y="1391"/>
                  </a:lnTo>
                  <a:lnTo>
                    <a:pt x="19616" y="3393"/>
                  </a:lnTo>
                  <a:lnTo>
                    <a:pt x="21247" y="3485"/>
                  </a:lnTo>
                  <a:lnTo>
                    <a:pt x="22588" y="3899"/>
                  </a:lnTo>
                  <a:lnTo>
                    <a:pt x="23329" y="4505"/>
                  </a:lnTo>
                  <a:lnTo>
                    <a:pt x="24583" y="5246"/>
                  </a:lnTo>
                  <a:lnTo>
                    <a:pt x="25090" y="5938"/>
                  </a:lnTo>
                  <a:lnTo>
                    <a:pt x="26585" y="6031"/>
                  </a:lnTo>
                  <a:lnTo>
                    <a:pt x="26721" y="7285"/>
                  </a:lnTo>
                  <a:cubicBezTo>
                    <a:pt x="26721" y="7285"/>
                    <a:pt x="27882" y="7977"/>
                    <a:pt x="27975" y="8212"/>
                  </a:cubicBezTo>
                  <a:cubicBezTo>
                    <a:pt x="28068" y="8440"/>
                    <a:pt x="27833" y="8811"/>
                    <a:pt x="27833" y="8811"/>
                  </a:cubicBezTo>
                  <a:lnTo>
                    <a:pt x="0" y="8811"/>
                  </a:lnTo>
                  <a:lnTo>
                    <a:pt x="1489" y="6723"/>
                  </a:lnTo>
                  <a:lnTo>
                    <a:pt x="1767" y="5796"/>
                  </a:lnTo>
                  <a:lnTo>
                    <a:pt x="2651" y="5518"/>
                  </a:lnTo>
                  <a:lnTo>
                    <a:pt x="3207" y="4727"/>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43"/>
            <p:cNvSpPr/>
            <p:nvPr/>
          </p:nvSpPr>
          <p:spPr>
            <a:xfrm flipH="1">
              <a:off x="6240550" y="3870437"/>
              <a:ext cx="1941674" cy="609501"/>
            </a:xfrm>
            <a:custGeom>
              <a:avLst/>
              <a:gdLst/>
              <a:ahLst/>
              <a:cxnLst/>
              <a:rect l="l" t="t" r="r" b="b"/>
              <a:pathLst>
                <a:path w="28068" h="8811" extrusionOk="0">
                  <a:moveTo>
                    <a:pt x="3936" y="4776"/>
                  </a:moveTo>
                  <a:cubicBezTo>
                    <a:pt x="3936" y="4776"/>
                    <a:pt x="5184" y="4356"/>
                    <a:pt x="5653" y="4220"/>
                  </a:cubicBezTo>
                  <a:cubicBezTo>
                    <a:pt x="6116" y="4078"/>
                    <a:pt x="6858" y="3708"/>
                    <a:pt x="6858" y="3708"/>
                  </a:cubicBezTo>
                  <a:lnTo>
                    <a:pt x="7321" y="2361"/>
                  </a:lnTo>
                  <a:lnTo>
                    <a:pt x="8341" y="1854"/>
                  </a:lnTo>
                  <a:lnTo>
                    <a:pt x="9453" y="1718"/>
                  </a:lnTo>
                  <a:lnTo>
                    <a:pt x="11318" y="372"/>
                  </a:lnTo>
                  <a:lnTo>
                    <a:pt x="12523" y="1"/>
                  </a:lnTo>
                  <a:lnTo>
                    <a:pt x="13258" y="279"/>
                  </a:lnTo>
                  <a:lnTo>
                    <a:pt x="13771" y="977"/>
                  </a:lnTo>
                  <a:cubicBezTo>
                    <a:pt x="13771" y="977"/>
                    <a:pt x="16094" y="421"/>
                    <a:pt x="16514" y="464"/>
                  </a:cubicBezTo>
                  <a:cubicBezTo>
                    <a:pt x="16928" y="514"/>
                    <a:pt x="17670" y="606"/>
                    <a:pt x="17670" y="606"/>
                  </a:cubicBezTo>
                  <a:lnTo>
                    <a:pt x="18504" y="606"/>
                  </a:lnTo>
                  <a:lnTo>
                    <a:pt x="18782" y="1391"/>
                  </a:lnTo>
                  <a:lnTo>
                    <a:pt x="19616" y="3393"/>
                  </a:lnTo>
                  <a:lnTo>
                    <a:pt x="21247" y="3485"/>
                  </a:lnTo>
                  <a:lnTo>
                    <a:pt x="22587" y="3899"/>
                  </a:lnTo>
                  <a:lnTo>
                    <a:pt x="23329" y="4505"/>
                  </a:lnTo>
                  <a:lnTo>
                    <a:pt x="24583" y="5246"/>
                  </a:lnTo>
                  <a:lnTo>
                    <a:pt x="25089" y="5938"/>
                  </a:lnTo>
                  <a:lnTo>
                    <a:pt x="26585" y="6031"/>
                  </a:lnTo>
                  <a:lnTo>
                    <a:pt x="26720" y="7285"/>
                  </a:lnTo>
                  <a:cubicBezTo>
                    <a:pt x="26720" y="7285"/>
                    <a:pt x="27882" y="7977"/>
                    <a:pt x="27975" y="8212"/>
                  </a:cubicBezTo>
                  <a:cubicBezTo>
                    <a:pt x="28067" y="8440"/>
                    <a:pt x="27833" y="8811"/>
                    <a:pt x="27833" y="8811"/>
                  </a:cubicBezTo>
                  <a:lnTo>
                    <a:pt x="0" y="8811"/>
                  </a:lnTo>
                  <a:lnTo>
                    <a:pt x="1489" y="6723"/>
                  </a:lnTo>
                  <a:lnTo>
                    <a:pt x="1767" y="5796"/>
                  </a:lnTo>
                  <a:lnTo>
                    <a:pt x="2651" y="5518"/>
                  </a:lnTo>
                  <a:lnTo>
                    <a:pt x="3207" y="4727"/>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43"/>
            <p:cNvSpPr/>
            <p:nvPr/>
          </p:nvSpPr>
          <p:spPr>
            <a:xfrm flipH="1">
              <a:off x="6477795" y="4262802"/>
              <a:ext cx="222752" cy="143676"/>
            </a:xfrm>
            <a:custGeom>
              <a:avLst/>
              <a:gdLst/>
              <a:ahLst/>
              <a:cxnLst/>
              <a:rect l="l" t="t" r="r" b="b"/>
              <a:pathLst>
                <a:path w="3220" h="2077" extrusionOk="0">
                  <a:moveTo>
                    <a:pt x="1" y="742"/>
                  </a:moveTo>
                  <a:lnTo>
                    <a:pt x="989" y="93"/>
                  </a:lnTo>
                  <a:lnTo>
                    <a:pt x="1885" y="0"/>
                  </a:lnTo>
                  <a:lnTo>
                    <a:pt x="3219" y="1242"/>
                  </a:lnTo>
                  <a:lnTo>
                    <a:pt x="3096" y="2076"/>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43"/>
            <p:cNvSpPr/>
            <p:nvPr/>
          </p:nvSpPr>
          <p:spPr>
            <a:xfrm flipH="1">
              <a:off x="6481637" y="4084605"/>
              <a:ext cx="1577109" cy="396234"/>
            </a:xfrm>
            <a:custGeom>
              <a:avLst/>
              <a:gdLst/>
              <a:ahLst/>
              <a:cxnLst/>
              <a:rect l="l" t="t" r="r" b="b"/>
              <a:pathLst>
                <a:path w="22798" h="5728" extrusionOk="0">
                  <a:moveTo>
                    <a:pt x="22699" y="5239"/>
                  </a:moveTo>
                  <a:lnTo>
                    <a:pt x="20901" y="4529"/>
                  </a:lnTo>
                  <a:lnTo>
                    <a:pt x="19159" y="3725"/>
                  </a:lnTo>
                  <a:lnTo>
                    <a:pt x="16898" y="4652"/>
                  </a:lnTo>
                  <a:lnTo>
                    <a:pt x="18788" y="3417"/>
                  </a:lnTo>
                  <a:lnTo>
                    <a:pt x="17831" y="2675"/>
                  </a:lnTo>
                  <a:lnTo>
                    <a:pt x="16095" y="2181"/>
                  </a:lnTo>
                  <a:lnTo>
                    <a:pt x="11665" y="2582"/>
                  </a:lnTo>
                  <a:lnTo>
                    <a:pt x="9984" y="5029"/>
                  </a:lnTo>
                  <a:lnTo>
                    <a:pt x="9515" y="5727"/>
                  </a:lnTo>
                  <a:lnTo>
                    <a:pt x="22798" y="5727"/>
                  </a:lnTo>
                  <a:close/>
                  <a:moveTo>
                    <a:pt x="7927" y="2669"/>
                  </a:moveTo>
                  <a:lnTo>
                    <a:pt x="5536" y="2107"/>
                  </a:lnTo>
                  <a:lnTo>
                    <a:pt x="5814" y="0"/>
                  </a:lnTo>
                  <a:lnTo>
                    <a:pt x="5196" y="247"/>
                  </a:lnTo>
                  <a:lnTo>
                    <a:pt x="5073" y="606"/>
                  </a:lnTo>
                  <a:cubicBezTo>
                    <a:pt x="5073" y="606"/>
                    <a:pt x="4331" y="976"/>
                    <a:pt x="3868" y="1112"/>
                  </a:cubicBezTo>
                  <a:cubicBezTo>
                    <a:pt x="3578" y="1205"/>
                    <a:pt x="2954" y="1409"/>
                    <a:pt x="2540" y="1538"/>
                  </a:cubicBezTo>
                  <a:cubicBezTo>
                    <a:pt x="2225" y="1742"/>
                    <a:pt x="1934" y="1940"/>
                    <a:pt x="1916" y="2008"/>
                  </a:cubicBezTo>
                  <a:lnTo>
                    <a:pt x="1069" y="2175"/>
                  </a:lnTo>
                  <a:lnTo>
                    <a:pt x="896" y="2410"/>
                  </a:lnTo>
                  <a:lnTo>
                    <a:pt x="19" y="2688"/>
                  </a:lnTo>
                  <a:lnTo>
                    <a:pt x="1" y="2731"/>
                  </a:lnTo>
                  <a:lnTo>
                    <a:pt x="291" y="5709"/>
                  </a:lnTo>
                  <a:lnTo>
                    <a:pt x="8841" y="5709"/>
                  </a:lnTo>
                  <a:lnTo>
                    <a:pt x="9694" y="3336"/>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43"/>
            <p:cNvSpPr/>
            <p:nvPr/>
          </p:nvSpPr>
          <p:spPr>
            <a:xfrm flipH="1">
              <a:off x="7447889" y="881423"/>
              <a:ext cx="1401467" cy="3786086"/>
            </a:xfrm>
            <a:custGeom>
              <a:avLst/>
              <a:gdLst/>
              <a:ahLst/>
              <a:cxnLst/>
              <a:rect l="l" t="t" r="r" b="b"/>
              <a:pathLst>
                <a:path w="20259" h="54732" extrusionOk="0">
                  <a:moveTo>
                    <a:pt x="11065" y="507"/>
                  </a:moveTo>
                  <a:lnTo>
                    <a:pt x="11528" y="1477"/>
                  </a:lnTo>
                  <a:lnTo>
                    <a:pt x="11485" y="2731"/>
                  </a:lnTo>
                  <a:lnTo>
                    <a:pt x="12227" y="3843"/>
                  </a:lnTo>
                  <a:lnTo>
                    <a:pt x="13153" y="7309"/>
                  </a:lnTo>
                  <a:lnTo>
                    <a:pt x="12919" y="7877"/>
                  </a:lnTo>
                  <a:lnTo>
                    <a:pt x="8038" y="7877"/>
                  </a:lnTo>
                  <a:lnTo>
                    <a:pt x="8038" y="11782"/>
                  </a:lnTo>
                  <a:lnTo>
                    <a:pt x="10225" y="12659"/>
                  </a:lnTo>
                  <a:lnTo>
                    <a:pt x="9762" y="13771"/>
                  </a:lnTo>
                  <a:lnTo>
                    <a:pt x="11393" y="13728"/>
                  </a:lnTo>
                  <a:lnTo>
                    <a:pt x="11393" y="18485"/>
                  </a:lnTo>
                  <a:lnTo>
                    <a:pt x="8785" y="18714"/>
                  </a:lnTo>
                  <a:lnTo>
                    <a:pt x="8649" y="19548"/>
                  </a:lnTo>
                  <a:cubicBezTo>
                    <a:pt x="8649" y="19548"/>
                    <a:pt x="9619" y="20474"/>
                    <a:pt x="9576" y="20660"/>
                  </a:cubicBezTo>
                  <a:cubicBezTo>
                    <a:pt x="9533" y="20845"/>
                    <a:pt x="9669" y="21587"/>
                    <a:pt x="9669" y="21587"/>
                  </a:cubicBezTo>
                  <a:lnTo>
                    <a:pt x="9669" y="22513"/>
                  </a:lnTo>
                  <a:lnTo>
                    <a:pt x="7772" y="22513"/>
                  </a:lnTo>
                  <a:lnTo>
                    <a:pt x="7772" y="23675"/>
                  </a:lnTo>
                  <a:lnTo>
                    <a:pt x="7401" y="24323"/>
                  </a:lnTo>
                  <a:cubicBezTo>
                    <a:pt x="7401" y="24323"/>
                    <a:pt x="7445" y="24830"/>
                    <a:pt x="7031" y="25201"/>
                  </a:cubicBezTo>
                  <a:cubicBezTo>
                    <a:pt x="6611" y="25571"/>
                    <a:pt x="6382" y="26127"/>
                    <a:pt x="6382" y="26127"/>
                  </a:cubicBezTo>
                  <a:cubicBezTo>
                    <a:pt x="6382" y="26127"/>
                    <a:pt x="7630" y="26591"/>
                    <a:pt x="8242" y="26869"/>
                  </a:cubicBezTo>
                  <a:cubicBezTo>
                    <a:pt x="8841" y="27147"/>
                    <a:pt x="15390" y="26869"/>
                    <a:pt x="15390" y="26869"/>
                  </a:cubicBezTo>
                  <a:cubicBezTo>
                    <a:pt x="15390" y="26869"/>
                    <a:pt x="15019" y="27610"/>
                    <a:pt x="15347" y="27796"/>
                  </a:cubicBezTo>
                  <a:cubicBezTo>
                    <a:pt x="15668" y="27981"/>
                    <a:pt x="16088" y="27746"/>
                    <a:pt x="16224" y="28117"/>
                  </a:cubicBezTo>
                  <a:cubicBezTo>
                    <a:pt x="16366" y="28494"/>
                    <a:pt x="16088" y="29186"/>
                    <a:pt x="16088" y="29186"/>
                  </a:cubicBezTo>
                  <a:lnTo>
                    <a:pt x="7723" y="29186"/>
                  </a:lnTo>
                  <a:lnTo>
                    <a:pt x="7723" y="32991"/>
                  </a:lnTo>
                  <a:lnTo>
                    <a:pt x="9724" y="34196"/>
                  </a:lnTo>
                  <a:lnTo>
                    <a:pt x="11448" y="34103"/>
                  </a:lnTo>
                  <a:cubicBezTo>
                    <a:pt x="11448" y="34103"/>
                    <a:pt x="12047" y="33597"/>
                    <a:pt x="12418" y="33269"/>
                  </a:cubicBezTo>
                  <a:cubicBezTo>
                    <a:pt x="12789" y="32948"/>
                    <a:pt x="13580" y="33084"/>
                    <a:pt x="13956" y="33084"/>
                  </a:cubicBezTo>
                  <a:cubicBezTo>
                    <a:pt x="14327" y="33084"/>
                    <a:pt x="15069" y="33177"/>
                    <a:pt x="15069" y="33177"/>
                  </a:cubicBezTo>
                  <a:lnTo>
                    <a:pt x="16181" y="33084"/>
                  </a:lnTo>
                  <a:cubicBezTo>
                    <a:pt x="16181" y="33084"/>
                    <a:pt x="16181" y="36476"/>
                    <a:pt x="16502" y="36939"/>
                  </a:cubicBezTo>
                  <a:cubicBezTo>
                    <a:pt x="16829" y="37402"/>
                    <a:pt x="17478" y="37866"/>
                    <a:pt x="17941" y="38193"/>
                  </a:cubicBezTo>
                  <a:cubicBezTo>
                    <a:pt x="18405" y="38514"/>
                    <a:pt x="18633" y="39818"/>
                    <a:pt x="18633" y="39818"/>
                  </a:cubicBezTo>
                  <a:lnTo>
                    <a:pt x="19004" y="41208"/>
                  </a:lnTo>
                  <a:lnTo>
                    <a:pt x="19838" y="41857"/>
                  </a:lnTo>
                  <a:lnTo>
                    <a:pt x="20258" y="43488"/>
                  </a:lnTo>
                  <a:lnTo>
                    <a:pt x="19653" y="44600"/>
                  </a:lnTo>
                  <a:cubicBezTo>
                    <a:pt x="19653" y="44600"/>
                    <a:pt x="19609" y="45341"/>
                    <a:pt x="19795" y="45761"/>
                  </a:cubicBezTo>
                  <a:cubicBezTo>
                    <a:pt x="19980" y="46175"/>
                    <a:pt x="20116" y="48084"/>
                    <a:pt x="20116" y="48084"/>
                  </a:cubicBezTo>
                  <a:lnTo>
                    <a:pt x="19467" y="50179"/>
                  </a:lnTo>
                  <a:lnTo>
                    <a:pt x="19980" y="52360"/>
                  </a:lnTo>
                  <a:lnTo>
                    <a:pt x="18256" y="54732"/>
                  </a:lnTo>
                  <a:lnTo>
                    <a:pt x="9984" y="53762"/>
                  </a:lnTo>
                  <a:cubicBezTo>
                    <a:pt x="9984" y="53762"/>
                    <a:pt x="0" y="26257"/>
                    <a:pt x="1205" y="19659"/>
                  </a:cubicBezTo>
                  <a:cubicBezTo>
                    <a:pt x="2410" y="13061"/>
                    <a:pt x="7012" y="0"/>
                    <a:pt x="701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43"/>
            <p:cNvSpPr/>
            <p:nvPr/>
          </p:nvSpPr>
          <p:spPr>
            <a:xfrm flipH="1">
              <a:off x="8485556" y="935675"/>
              <a:ext cx="752294" cy="897494"/>
            </a:xfrm>
            <a:custGeom>
              <a:avLst/>
              <a:gdLst/>
              <a:ahLst/>
              <a:cxnLst/>
              <a:rect l="l" t="t" r="r" b="b"/>
              <a:pathLst>
                <a:path w="12221" h="13073" extrusionOk="0">
                  <a:moveTo>
                    <a:pt x="12220" y="0"/>
                  </a:moveTo>
                  <a:lnTo>
                    <a:pt x="0" y="0"/>
                  </a:lnTo>
                  <a:lnTo>
                    <a:pt x="0" y="9385"/>
                  </a:lnTo>
                  <a:lnTo>
                    <a:pt x="3880" y="7556"/>
                  </a:lnTo>
                  <a:lnTo>
                    <a:pt x="5610" y="3843"/>
                  </a:lnTo>
                  <a:lnTo>
                    <a:pt x="6413" y="4584"/>
                  </a:lnTo>
                  <a:lnTo>
                    <a:pt x="6975" y="5950"/>
                  </a:lnTo>
                  <a:lnTo>
                    <a:pt x="8952" y="13073"/>
                  </a:lnTo>
                  <a:lnTo>
                    <a:pt x="8890" y="4399"/>
                  </a:lnTo>
                  <a:lnTo>
                    <a:pt x="10071" y="5264"/>
                  </a:lnTo>
                  <a:lnTo>
                    <a:pt x="9947" y="3225"/>
                  </a:lnTo>
                  <a:lnTo>
                    <a:pt x="11862" y="4152"/>
                  </a:lnTo>
                  <a:close/>
                </a:path>
              </a:pathLst>
            </a:custGeom>
            <a:solidFill>
              <a:srgbClr val="F7F9F7">
                <a:alpha val="193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43"/>
            <p:cNvSpPr/>
            <p:nvPr/>
          </p:nvSpPr>
          <p:spPr>
            <a:xfrm flipH="1">
              <a:off x="7592815" y="3260175"/>
              <a:ext cx="1076685" cy="1463397"/>
            </a:xfrm>
            <a:custGeom>
              <a:avLst/>
              <a:gdLst/>
              <a:ahLst/>
              <a:cxnLst/>
              <a:rect l="l" t="t" r="r" b="b"/>
              <a:pathLst>
                <a:path w="13451" h="21155" extrusionOk="0">
                  <a:moveTo>
                    <a:pt x="11078" y="4708"/>
                  </a:moveTo>
                  <a:lnTo>
                    <a:pt x="9719" y="2354"/>
                  </a:lnTo>
                  <a:lnTo>
                    <a:pt x="8045" y="3769"/>
                  </a:lnTo>
                  <a:lnTo>
                    <a:pt x="7983" y="5882"/>
                  </a:lnTo>
                  <a:lnTo>
                    <a:pt x="8230" y="10528"/>
                  </a:lnTo>
                  <a:lnTo>
                    <a:pt x="7427" y="6321"/>
                  </a:lnTo>
                  <a:lnTo>
                    <a:pt x="6130" y="3411"/>
                  </a:lnTo>
                  <a:lnTo>
                    <a:pt x="5141" y="1"/>
                  </a:lnTo>
                  <a:lnTo>
                    <a:pt x="2478" y="1681"/>
                  </a:lnTo>
                  <a:lnTo>
                    <a:pt x="2046" y="3602"/>
                  </a:lnTo>
                  <a:lnTo>
                    <a:pt x="2664" y="7624"/>
                  </a:lnTo>
                  <a:lnTo>
                    <a:pt x="2787" y="11529"/>
                  </a:lnTo>
                  <a:cubicBezTo>
                    <a:pt x="2787" y="11529"/>
                    <a:pt x="2417" y="18522"/>
                    <a:pt x="2293" y="18770"/>
                  </a:cubicBezTo>
                  <a:lnTo>
                    <a:pt x="1" y="20753"/>
                  </a:lnTo>
                  <a:lnTo>
                    <a:pt x="155" y="21154"/>
                  </a:lnTo>
                  <a:lnTo>
                    <a:pt x="7526" y="21154"/>
                  </a:lnTo>
                  <a:lnTo>
                    <a:pt x="8175" y="17342"/>
                  </a:lnTo>
                  <a:lnTo>
                    <a:pt x="9009" y="14099"/>
                  </a:lnTo>
                  <a:cubicBezTo>
                    <a:pt x="9009" y="14099"/>
                    <a:pt x="10874" y="12579"/>
                    <a:pt x="10905" y="11813"/>
                  </a:cubicBezTo>
                  <a:cubicBezTo>
                    <a:pt x="10936" y="11041"/>
                    <a:pt x="11060" y="10077"/>
                    <a:pt x="10905" y="9657"/>
                  </a:cubicBezTo>
                  <a:cubicBezTo>
                    <a:pt x="10831" y="9472"/>
                    <a:pt x="11128" y="9243"/>
                    <a:pt x="11474" y="9039"/>
                  </a:cubicBezTo>
                  <a:lnTo>
                    <a:pt x="11468" y="8996"/>
                  </a:lnTo>
                  <a:lnTo>
                    <a:pt x="13451" y="6945"/>
                  </a:lnTo>
                  <a:lnTo>
                    <a:pt x="12215" y="6142"/>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43"/>
            <p:cNvSpPr/>
            <p:nvPr/>
          </p:nvSpPr>
          <p:spPr>
            <a:xfrm flipH="1">
              <a:off x="8417195" y="2530227"/>
              <a:ext cx="820653" cy="2176245"/>
            </a:xfrm>
            <a:custGeom>
              <a:avLst/>
              <a:gdLst/>
              <a:ahLst/>
              <a:cxnLst/>
              <a:rect l="l" t="t" r="r" b="b"/>
              <a:pathLst>
                <a:path w="11863" h="31460" extrusionOk="0">
                  <a:moveTo>
                    <a:pt x="0" y="31459"/>
                  </a:moveTo>
                  <a:lnTo>
                    <a:pt x="11244" y="30804"/>
                  </a:lnTo>
                  <a:lnTo>
                    <a:pt x="11862" y="19468"/>
                  </a:lnTo>
                  <a:lnTo>
                    <a:pt x="11368" y="14574"/>
                  </a:lnTo>
                  <a:lnTo>
                    <a:pt x="11368" y="11473"/>
                  </a:lnTo>
                  <a:lnTo>
                    <a:pt x="9817" y="10485"/>
                  </a:lnTo>
                  <a:lnTo>
                    <a:pt x="8458" y="10979"/>
                  </a:lnTo>
                  <a:lnTo>
                    <a:pt x="7161" y="11164"/>
                  </a:lnTo>
                  <a:lnTo>
                    <a:pt x="2268" y="21512"/>
                  </a:lnTo>
                  <a:lnTo>
                    <a:pt x="8705" y="4541"/>
                  </a:lnTo>
                  <a:lnTo>
                    <a:pt x="7408" y="3985"/>
                  </a:lnTo>
                  <a:lnTo>
                    <a:pt x="6728" y="6339"/>
                  </a:lnTo>
                  <a:lnTo>
                    <a:pt x="6605" y="5042"/>
                  </a:lnTo>
                  <a:lnTo>
                    <a:pt x="6110" y="4300"/>
                  </a:lnTo>
                  <a:lnTo>
                    <a:pt x="6296" y="2879"/>
                  </a:lnTo>
                  <a:lnTo>
                    <a:pt x="4807" y="3374"/>
                  </a:lnTo>
                  <a:lnTo>
                    <a:pt x="2947" y="3559"/>
                  </a:lnTo>
                  <a:lnTo>
                    <a:pt x="2020" y="3065"/>
                  </a:lnTo>
                  <a:lnTo>
                    <a:pt x="340" y="7334"/>
                  </a:lnTo>
                  <a:lnTo>
                    <a:pt x="1390" y="3559"/>
                  </a:lnTo>
                  <a:lnTo>
                    <a:pt x="1267" y="1761"/>
                  </a:lnTo>
                  <a:cubicBezTo>
                    <a:pt x="1267" y="1761"/>
                    <a:pt x="1205" y="834"/>
                    <a:pt x="1020" y="773"/>
                  </a:cubicBezTo>
                  <a:cubicBezTo>
                    <a:pt x="939" y="742"/>
                    <a:pt x="464" y="377"/>
                    <a:pt x="0" y="0"/>
                  </a:cubicBezTo>
                  <a:lnTo>
                    <a:pt x="0" y="31459"/>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43"/>
            <p:cNvSpPr/>
            <p:nvPr/>
          </p:nvSpPr>
          <p:spPr>
            <a:xfrm flipH="1">
              <a:off x="8680485" y="1387444"/>
              <a:ext cx="557363" cy="265424"/>
            </a:xfrm>
            <a:custGeom>
              <a:avLst/>
              <a:gdLst/>
              <a:ahLst/>
              <a:cxnLst/>
              <a:rect l="l" t="t" r="r" b="b"/>
              <a:pathLst>
                <a:path w="8057" h="3837" extrusionOk="0">
                  <a:moveTo>
                    <a:pt x="0" y="0"/>
                  </a:moveTo>
                  <a:lnTo>
                    <a:pt x="8056" y="0"/>
                  </a:lnTo>
                  <a:lnTo>
                    <a:pt x="8056" y="3837"/>
                  </a:lnTo>
                  <a:lnTo>
                    <a:pt x="0" y="3837"/>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43"/>
            <p:cNvSpPr/>
            <p:nvPr/>
          </p:nvSpPr>
          <p:spPr>
            <a:xfrm flipH="1">
              <a:off x="8680485" y="1884056"/>
              <a:ext cx="557363" cy="265840"/>
            </a:xfrm>
            <a:custGeom>
              <a:avLst/>
              <a:gdLst/>
              <a:ahLst/>
              <a:cxnLst/>
              <a:rect l="l" t="t" r="r" b="b"/>
              <a:pathLst>
                <a:path w="8057" h="3843" extrusionOk="0">
                  <a:moveTo>
                    <a:pt x="0" y="0"/>
                  </a:moveTo>
                  <a:lnTo>
                    <a:pt x="8056" y="0"/>
                  </a:lnTo>
                  <a:lnTo>
                    <a:pt x="8056" y="3843"/>
                  </a:lnTo>
                  <a:lnTo>
                    <a:pt x="0" y="3843"/>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43"/>
            <p:cNvSpPr/>
            <p:nvPr/>
          </p:nvSpPr>
          <p:spPr>
            <a:xfrm flipH="1">
              <a:off x="8680496" y="2097256"/>
              <a:ext cx="97056" cy="53126"/>
            </a:xfrm>
            <a:custGeom>
              <a:avLst/>
              <a:gdLst/>
              <a:ahLst/>
              <a:cxnLst/>
              <a:rect l="l" t="t" r="r" b="b"/>
              <a:pathLst>
                <a:path w="1403" h="768" extrusionOk="0">
                  <a:moveTo>
                    <a:pt x="1402" y="767"/>
                  </a:moveTo>
                  <a:lnTo>
                    <a:pt x="1402" y="1"/>
                  </a:lnTo>
                  <a:lnTo>
                    <a:pt x="1248" y="211"/>
                  </a:lnTo>
                  <a:lnTo>
                    <a:pt x="0" y="304"/>
                  </a:lnTo>
                  <a:lnTo>
                    <a:pt x="0" y="767"/>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43"/>
            <p:cNvSpPr/>
            <p:nvPr/>
          </p:nvSpPr>
          <p:spPr>
            <a:xfrm flipH="1">
              <a:off x="8680485" y="2381499"/>
              <a:ext cx="557363" cy="265909"/>
            </a:xfrm>
            <a:custGeom>
              <a:avLst/>
              <a:gdLst/>
              <a:ahLst/>
              <a:cxnLst/>
              <a:rect l="l" t="t" r="r" b="b"/>
              <a:pathLst>
                <a:path w="8057" h="3844" extrusionOk="0">
                  <a:moveTo>
                    <a:pt x="0" y="0"/>
                  </a:moveTo>
                  <a:lnTo>
                    <a:pt x="8056" y="0"/>
                  </a:lnTo>
                  <a:lnTo>
                    <a:pt x="8056" y="3843"/>
                  </a:lnTo>
                  <a:lnTo>
                    <a:pt x="0" y="3843"/>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43"/>
            <p:cNvSpPr/>
            <p:nvPr/>
          </p:nvSpPr>
          <p:spPr>
            <a:xfrm flipH="1">
              <a:off x="8680485" y="2878526"/>
              <a:ext cx="557363" cy="265494"/>
            </a:xfrm>
            <a:custGeom>
              <a:avLst/>
              <a:gdLst/>
              <a:ahLst/>
              <a:cxnLst/>
              <a:rect l="l" t="t" r="r" b="b"/>
              <a:pathLst>
                <a:path w="8057" h="3838" extrusionOk="0">
                  <a:moveTo>
                    <a:pt x="0" y="1"/>
                  </a:moveTo>
                  <a:lnTo>
                    <a:pt x="8056" y="1"/>
                  </a:lnTo>
                  <a:lnTo>
                    <a:pt x="8056" y="3837"/>
                  </a:lnTo>
                  <a:lnTo>
                    <a:pt x="0" y="3837"/>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43"/>
            <p:cNvSpPr/>
            <p:nvPr/>
          </p:nvSpPr>
          <p:spPr>
            <a:xfrm flipH="1">
              <a:off x="7795380" y="3375554"/>
              <a:ext cx="556948" cy="265909"/>
            </a:xfrm>
            <a:custGeom>
              <a:avLst/>
              <a:gdLst/>
              <a:ahLst/>
              <a:cxnLst/>
              <a:rect l="l" t="t" r="r" b="b"/>
              <a:pathLst>
                <a:path w="8051" h="3844" extrusionOk="0">
                  <a:moveTo>
                    <a:pt x="0" y="1"/>
                  </a:moveTo>
                  <a:lnTo>
                    <a:pt x="8050" y="1"/>
                  </a:lnTo>
                  <a:lnTo>
                    <a:pt x="8050" y="3843"/>
                  </a:lnTo>
                  <a:lnTo>
                    <a:pt x="0" y="3843"/>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43"/>
            <p:cNvSpPr/>
            <p:nvPr/>
          </p:nvSpPr>
          <p:spPr>
            <a:xfrm flipH="1">
              <a:off x="8680485" y="3375554"/>
              <a:ext cx="557363" cy="265909"/>
            </a:xfrm>
            <a:custGeom>
              <a:avLst/>
              <a:gdLst/>
              <a:ahLst/>
              <a:cxnLst/>
              <a:rect l="l" t="t" r="r" b="b"/>
              <a:pathLst>
                <a:path w="8057" h="3844" extrusionOk="0">
                  <a:moveTo>
                    <a:pt x="0" y="1"/>
                  </a:moveTo>
                  <a:lnTo>
                    <a:pt x="8056" y="1"/>
                  </a:lnTo>
                  <a:lnTo>
                    <a:pt x="8056" y="3843"/>
                  </a:lnTo>
                  <a:lnTo>
                    <a:pt x="0" y="3843"/>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43"/>
            <p:cNvSpPr/>
            <p:nvPr/>
          </p:nvSpPr>
          <p:spPr>
            <a:xfrm flipH="1">
              <a:off x="8680900" y="3375554"/>
              <a:ext cx="556118" cy="265909"/>
            </a:xfrm>
            <a:custGeom>
              <a:avLst/>
              <a:gdLst/>
              <a:ahLst/>
              <a:cxnLst/>
              <a:rect l="l" t="t" r="r" b="b"/>
              <a:pathLst>
                <a:path w="8039" h="3844" extrusionOk="0">
                  <a:moveTo>
                    <a:pt x="4455" y="1984"/>
                  </a:moveTo>
                  <a:lnTo>
                    <a:pt x="3664" y="1613"/>
                  </a:lnTo>
                  <a:lnTo>
                    <a:pt x="1897" y="1613"/>
                  </a:lnTo>
                  <a:lnTo>
                    <a:pt x="2317" y="2212"/>
                  </a:lnTo>
                  <a:lnTo>
                    <a:pt x="2317" y="3324"/>
                  </a:lnTo>
                  <a:lnTo>
                    <a:pt x="1990" y="2120"/>
                  </a:lnTo>
                  <a:lnTo>
                    <a:pt x="1249" y="1706"/>
                  </a:lnTo>
                  <a:lnTo>
                    <a:pt x="971" y="1100"/>
                  </a:lnTo>
                  <a:lnTo>
                    <a:pt x="1" y="1879"/>
                  </a:lnTo>
                  <a:lnTo>
                    <a:pt x="1" y="3843"/>
                  </a:lnTo>
                  <a:lnTo>
                    <a:pt x="6185" y="3843"/>
                  </a:lnTo>
                  <a:lnTo>
                    <a:pt x="5481" y="2076"/>
                  </a:lnTo>
                  <a:close/>
                  <a:moveTo>
                    <a:pt x="6370" y="7"/>
                  </a:moveTo>
                  <a:lnTo>
                    <a:pt x="6308" y="779"/>
                  </a:lnTo>
                  <a:lnTo>
                    <a:pt x="5752" y="2120"/>
                  </a:lnTo>
                  <a:lnTo>
                    <a:pt x="6259" y="3843"/>
                  </a:lnTo>
                  <a:lnTo>
                    <a:pt x="8038" y="3843"/>
                  </a:lnTo>
                  <a:lnTo>
                    <a:pt x="8038" y="1"/>
                  </a:lnTo>
                  <a:lnTo>
                    <a:pt x="6370" y="1"/>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43"/>
            <p:cNvSpPr/>
            <p:nvPr/>
          </p:nvSpPr>
          <p:spPr>
            <a:xfrm flipH="1">
              <a:off x="8680491" y="2878526"/>
              <a:ext cx="307356" cy="265494"/>
            </a:xfrm>
            <a:custGeom>
              <a:avLst/>
              <a:gdLst/>
              <a:ahLst/>
              <a:cxnLst/>
              <a:rect l="l" t="t" r="r" b="b"/>
              <a:pathLst>
                <a:path w="4443" h="3838" extrusionOk="0">
                  <a:moveTo>
                    <a:pt x="1471" y="1953"/>
                  </a:moveTo>
                  <a:lnTo>
                    <a:pt x="1316" y="2571"/>
                  </a:lnTo>
                  <a:lnTo>
                    <a:pt x="297" y="2972"/>
                  </a:lnTo>
                  <a:cubicBezTo>
                    <a:pt x="297" y="2972"/>
                    <a:pt x="112" y="3503"/>
                    <a:pt x="0" y="3837"/>
                  </a:cubicBezTo>
                  <a:lnTo>
                    <a:pt x="4442" y="3837"/>
                  </a:lnTo>
                  <a:lnTo>
                    <a:pt x="4442" y="1"/>
                  </a:lnTo>
                  <a:lnTo>
                    <a:pt x="921" y="1"/>
                  </a:lnTo>
                  <a:lnTo>
                    <a:pt x="970" y="711"/>
                  </a:lnTo>
                  <a:lnTo>
                    <a:pt x="1804" y="1113"/>
                  </a:lnTo>
                  <a:lnTo>
                    <a:pt x="1804" y="1823"/>
                  </a:lnTo>
                  <a:lnTo>
                    <a:pt x="3510" y="2225"/>
                  </a:lnTo>
                  <a:lnTo>
                    <a:pt x="2274" y="2070"/>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43"/>
            <p:cNvSpPr/>
            <p:nvPr/>
          </p:nvSpPr>
          <p:spPr>
            <a:xfrm flipH="1">
              <a:off x="8858686" y="2381499"/>
              <a:ext cx="379577" cy="208217"/>
            </a:xfrm>
            <a:custGeom>
              <a:avLst/>
              <a:gdLst/>
              <a:ahLst/>
              <a:cxnLst/>
              <a:rect l="l" t="t" r="r" b="b"/>
              <a:pathLst>
                <a:path w="5487" h="3010" extrusionOk="0">
                  <a:moveTo>
                    <a:pt x="6" y="44"/>
                  </a:moveTo>
                  <a:lnTo>
                    <a:pt x="346" y="62"/>
                  </a:lnTo>
                  <a:lnTo>
                    <a:pt x="1056" y="1020"/>
                  </a:lnTo>
                  <a:lnTo>
                    <a:pt x="1767" y="3009"/>
                  </a:lnTo>
                  <a:lnTo>
                    <a:pt x="1891" y="649"/>
                  </a:lnTo>
                  <a:lnTo>
                    <a:pt x="2292" y="1174"/>
                  </a:lnTo>
                  <a:lnTo>
                    <a:pt x="2570" y="742"/>
                  </a:lnTo>
                  <a:lnTo>
                    <a:pt x="3219" y="1267"/>
                  </a:lnTo>
                  <a:lnTo>
                    <a:pt x="3898" y="0"/>
                  </a:lnTo>
                  <a:lnTo>
                    <a:pt x="0" y="0"/>
                  </a:lnTo>
                  <a:lnTo>
                    <a:pt x="0" y="44"/>
                  </a:lnTo>
                  <a:close/>
                  <a:moveTo>
                    <a:pt x="4807" y="0"/>
                  </a:moveTo>
                  <a:cubicBezTo>
                    <a:pt x="4627" y="729"/>
                    <a:pt x="4288" y="2268"/>
                    <a:pt x="4288" y="2268"/>
                  </a:cubicBezTo>
                  <a:lnTo>
                    <a:pt x="5486" y="0"/>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43"/>
            <p:cNvSpPr/>
            <p:nvPr/>
          </p:nvSpPr>
          <p:spPr>
            <a:xfrm flipH="1">
              <a:off x="8007409" y="3375139"/>
              <a:ext cx="344919" cy="265494"/>
            </a:xfrm>
            <a:custGeom>
              <a:avLst/>
              <a:gdLst/>
              <a:ahLst/>
              <a:cxnLst/>
              <a:rect l="l" t="t" r="r" b="b"/>
              <a:pathLst>
                <a:path w="4986" h="3838" extrusionOk="0">
                  <a:moveTo>
                    <a:pt x="2842" y="1940"/>
                  </a:moveTo>
                  <a:lnTo>
                    <a:pt x="3930" y="1687"/>
                  </a:lnTo>
                  <a:lnTo>
                    <a:pt x="4986" y="0"/>
                  </a:lnTo>
                  <a:lnTo>
                    <a:pt x="4974" y="0"/>
                  </a:lnTo>
                  <a:lnTo>
                    <a:pt x="3806" y="1502"/>
                  </a:lnTo>
                  <a:lnTo>
                    <a:pt x="3015" y="1638"/>
                  </a:lnTo>
                  <a:lnTo>
                    <a:pt x="2459" y="1662"/>
                  </a:lnTo>
                  <a:lnTo>
                    <a:pt x="2255" y="2404"/>
                  </a:lnTo>
                  <a:lnTo>
                    <a:pt x="2206" y="2984"/>
                  </a:lnTo>
                  <a:lnTo>
                    <a:pt x="2231" y="3584"/>
                  </a:lnTo>
                  <a:cubicBezTo>
                    <a:pt x="2231" y="3584"/>
                    <a:pt x="2119" y="3701"/>
                    <a:pt x="1990" y="3837"/>
                  </a:cubicBezTo>
                  <a:lnTo>
                    <a:pt x="2292" y="3837"/>
                  </a:lnTo>
                  <a:lnTo>
                    <a:pt x="2416" y="3676"/>
                  </a:lnTo>
                  <a:lnTo>
                    <a:pt x="2441" y="3262"/>
                  </a:lnTo>
                  <a:lnTo>
                    <a:pt x="3386" y="3423"/>
                  </a:lnTo>
                  <a:lnTo>
                    <a:pt x="3466" y="3837"/>
                  </a:lnTo>
                  <a:lnTo>
                    <a:pt x="3818" y="3837"/>
                  </a:lnTo>
                  <a:lnTo>
                    <a:pt x="3509" y="3262"/>
                  </a:lnTo>
                  <a:lnTo>
                    <a:pt x="2583" y="3052"/>
                  </a:lnTo>
                  <a:lnTo>
                    <a:pt x="2632" y="2496"/>
                  </a:lnTo>
                  <a:close/>
                  <a:moveTo>
                    <a:pt x="494" y="229"/>
                  </a:moveTo>
                  <a:lnTo>
                    <a:pt x="754" y="13"/>
                  </a:lnTo>
                  <a:lnTo>
                    <a:pt x="0" y="13"/>
                  </a:lnTo>
                  <a:lnTo>
                    <a:pt x="0" y="173"/>
                  </a:lnTo>
                  <a:lnTo>
                    <a:pt x="167" y="180"/>
                  </a:lnTo>
                  <a:cubicBezTo>
                    <a:pt x="167" y="180"/>
                    <a:pt x="402" y="618"/>
                    <a:pt x="562" y="828"/>
                  </a:cubicBezTo>
                  <a:cubicBezTo>
                    <a:pt x="723" y="1038"/>
                    <a:pt x="1118" y="1990"/>
                    <a:pt x="1118" y="1990"/>
                  </a:cubicBezTo>
                  <a:lnTo>
                    <a:pt x="1347" y="2614"/>
                  </a:lnTo>
                  <a:lnTo>
                    <a:pt x="884" y="1051"/>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43"/>
            <p:cNvSpPr/>
            <p:nvPr/>
          </p:nvSpPr>
          <p:spPr>
            <a:xfrm flipH="1">
              <a:off x="9088217" y="1604517"/>
              <a:ext cx="148801" cy="48353"/>
            </a:xfrm>
            <a:custGeom>
              <a:avLst/>
              <a:gdLst/>
              <a:ahLst/>
              <a:cxnLst/>
              <a:rect l="l" t="t" r="r" b="b"/>
              <a:pathLst>
                <a:path w="2151" h="699" extrusionOk="0">
                  <a:moveTo>
                    <a:pt x="1576" y="81"/>
                  </a:moveTo>
                  <a:lnTo>
                    <a:pt x="785" y="452"/>
                  </a:lnTo>
                  <a:lnTo>
                    <a:pt x="322" y="38"/>
                  </a:lnTo>
                  <a:lnTo>
                    <a:pt x="1" y="1"/>
                  </a:lnTo>
                  <a:lnTo>
                    <a:pt x="1" y="699"/>
                  </a:lnTo>
                  <a:lnTo>
                    <a:pt x="2151" y="699"/>
                  </a:lnTo>
                  <a:cubicBezTo>
                    <a:pt x="1860" y="408"/>
                    <a:pt x="1576" y="81"/>
                    <a:pt x="1576" y="81"/>
                  </a:cubicBez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43"/>
            <p:cNvSpPr/>
            <p:nvPr/>
          </p:nvSpPr>
          <p:spPr>
            <a:xfrm flipH="1">
              <a:off x="8099268" y="2150728"/>
              <a:ext cx="600945" cy="677016"/>
            </a:xfrm>
            <a:custGeom>
              <a:avLst/>
              <a:gdLst/>
              <a:ahLst/>
              <a:cxnLst/>
              <a:rect l="l" t="t" r="r" b="b"/>
              <a:pathLst>
                <a:path w="8687" h="9787" extrusionOk="0">
                  <a:moveTo>
                    <a:pt x="964" y="4170"/>
                  </a:moveTo>
                  <a:lnTo>
                    <a:pt x="1520" y="2966"/>
                  </a:lnTo>
                  <a:lnTo>
                    <a:pt x="2261" y="2317"/>
                  </a:lnTo>
                  <a:lnTo>
                    <a:pt x="3985" y="1625"/>
                  </a:lnTo>
                  <a:lnTo>
                    <a:pt x="4263" y="698"/>
                  </a:lnTo>
                  <a:lnTo>
                    <a:pt x="5573" y="0"/>
                  </a:lnTo>
                  <a:lnTo>
                    <a:pt x="5017" y="0"/>
                  </a:lnTo>
                  <a:lnTo>
                    <a:pt x="4028" y="606"/>
                  </a:lnTo>
                  <a:cubicBezTo>
                    <a:pt x="4028" y="606"/>
                    <a:pt x="3750" y="1162"/>
                    <a:pt x="3707" y="1440"/>
                  </a:cubicBezTo>
                  <a:cubicBezTo>
                    <a:pt x="3658" y="1718"/>
                    <a:pt x="2027" y="2132"/>
                    <a:pt x="2027" y="2132"/>
                  </a:cubicBezTo>
                  <a:cubicBezTo>
                    <a:pt x="2027" y="2132"/>
                    <a:pt x="1335" y="2595"/>
                    <a:pt x="1193" y="2966"/>
                  </a:cubicBezTo>
                  <a:cubicBezTo>
                    <a:pt x="1057" y="3336"/>
                    <a:pt x="729" y="4220"/>
                    <a:pt x="729" y="4220"/>
                  </a:cubicBezTo>
                  <a:lnTo>
                    <a:pt x="871" y="6407"/>
                  </a:lnTo>
                  <a:close/>
                  <a:moveTo>
                    <a:pt x="8674" y="8884"/>
                  </a:moveTo>
                  <a:cubicBezTo>
                    <a:pt x="8019" y="8674"/>
                    <a:pt x="7105" y="8384"/>
                    <a:pt x="7006" y="8353"/>
                  </a:cubicBezTo>
                  <a:cubicBezTo>
                    <a:pt x="6864" y="8304"/>
                    <a:pt x="6080" y="8538"/>
                    <a:pt x="6080" y="8538"/>
                  </a:cubicBezTo>
                  <a:lnTo>
                    <a:pt x="5011" y="9230"/>
                  </a:lnTo>
                  <a:lnTo>
                    <a:pt x="4597" y="9138"/>
                  </a:lnTo>
                  <a:lnTo>
                    <a:pt x="4411" y="8538"/>
                  </a:lnTo>
                  <a:lnTo>
                    <a:pt x="3386" y="7426"/>
                  </a:lnTo>
                  <a:lnTo>
                    <a:pt x="4177" y="8724"/>
                  </a:lnTo>
                  <a:lnTo>
                    <a:pt x="3577" y="8860"/>
                  </a:lnTo>
                  <a:lnTo>
                    <a:pt x="3157" y="9416"/>
                  </a:lnTo>
                  <a:lnTo>
                    <a:pt x="0" y="9323"/>
                  </a:lnTo>
                  <a:cubicBezTo>
                    <a:pt x="0" y="9323"/>
                    <a:pt x="2879" y="9694"/>
                    <a:pt x="3250" y="9743"/>
                  </a:cubicBezTo>
                  <a:cubicBezTo>
                    <a:pt x="3621" y="9786"/>
                    <a:pt x="3849" y="9138"/>
                    <a:pt x="3849" y="9138"/>
                  </a:cubicBezTo>
                  <a:lnTo>
                    <a:pt x="5054" y="9601"/>
                  </a:lnTo>
                  <a:lnTo>
                    <a:pt x="6166" y="8860"/>
                  </a:lnTo>
                  <a:lnTo>
                    <a:pt x="7185" y="8767"/>
                  </a:lnTo>
                  <a:cubicBezTo>
                    <a:pt x="7185" y="8767"/>
                    <a:pt x="8063" y="9063"/>
                    <a:pt x="8687" y="9267"/>
                  </a:cubicBezTo>
                  <a:cubicBezTo>
                    <a:pt x="8674" y="9168"/>
                    <a:pt x="8674" y="9033"/>
                    <a:pt x="8674" y="8884"/>
                  </a:cubicBez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43"/>
            <p:cNvSpPr/>
            <p:nvPr/>
          </p:nvSpPr>
          <p:spPr>
            <a:xfrm flipH="1">
              <a:off x="8868994" y="929293"/>
              <a:ext cx="368024" cy="391946"/>
            </a:xfrm>
            <a:custGeom>
              <a:avLst/>
              <a:gdLst/>
              <a:ahLst/>
              <a:cxnLst/>
              <a:rect l="l" t="t" r="r" b="b"/>
              <a:pathLst>
                <a:path w="5320" h="5666" extrusionOk="0">
                  <a:moveTo>
                    <a:pt x="5320" y="3868"/>
                  </a:moveTo>
                  <a:lnTo>
                    <a:pt x="4918" y="2255"/>
                  </a:lnTo>
                  <a:lnTo>
                    <a:pt x="5165" y="1205"/>
                  </a:lnTo>
                  <a:lnTo>
                    <a:pt x="4826" y="216"/>
                  </a:lnTo>
                  <a:lnTo>
                    <a:pt x="4591" y="0"/>
                  </a:lnTo>
                  <a:lnTo>
                    <a:pt x="3955" y="0"/>
                  </a:lnTo>
                  <a:lnTo>
                    <a:pt x="4603" y="433"/>
                  </a:lnTo>
                  <a:lnTo>
                    <a:pt x="4974" y="1236"/>
                  </a:lnTo>
                  <a:lnTo>
                    <a:pt x="4727" y="2286"/>
                  </a:lnTo>
                  <a:close/>
                  <a:moveTo>
                    <a:pt x="2317" y="3621"/>
                  </a:moveTo>
                  <a:lnTo>
                    <a:pt x="4331" y="2817"/>
                  </a:lnTo>
                  <a:lnTo>
                    <a:pt x="2317" y="3404"/>
                  </a:lnTo>
                  <a:lnTo>
                    <a:pt x="1236" y="3868"/>
                  </a:lnTo>
                  <a:lnTo>
                    <a:pt x="520" y="4702"/>
                  </a:lnTo>
                  <a:lnTo>
                    <a:pt x="1" y="4770"/>
                  </a:lnTo>
                  <a:lnTo>
                    <a:pt x="1" y="5147"/>
                  </a:lnTo>
                  <a:lnTo>
                    <a:pt x="495" y="5048"/>
                  </a:lnTo>
                  <a:lnTo>
                    <a:pt x="1638" y="5666"/>
                  </a:lnTo>
                  <a:lnTo>
                    <a:pt x="2256" y="5635"/>
                  </a:lnTo>
                  <a:lnTo>
                    <a:pt x="2836" y="4986"/>
                  </a:lnTo>
                  <a:lnTo>
                    <a:pt x="4016" y="4554"/>
                  </a:lnTo>
                  <a:lnTo>
                    <a:pt x="2812" y="4770"/>
                  </a:lnTo>
                  <a:lnTo>
                    <a:pt x="2194" y="5418"/>
                  </a:lnTo>
                  <a:lnTo>
                    <a:pt x="1730" y="5388"/>
                  </a:lnTo>
                  <a:lnTo>
                    <a:pt x="711" y="4862"/>
                  </a:lnTo>
                  <a:lnTo>
                    <a:pt x="1360" y="4028"/>
                  </a:lnTo>
                  <a:close/>
                </a:path>
              </a:pathLst>
            </a:custGeom>
            <a:solidFill>
              <a:srgbClr val="F7F9F7">
                <a:alpha val="193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43"/>
            <p:cNvSpPr/>
            <p:nvPr/>
          </p:nvSpPr>
          <p:spPr>
            <a:xfrm flipH="1">
              <a:off x="7590699" y="3472608"/>
              <a:ext cx="117187" cy="95738"/>
            </a:xfrm>
            <a:custGeom>
              <a:avLst/>
              <a:gdLst/>
              <a:ahLst/>
              <a:cxnLst/>
              <a:rect l="l" t="t" r="r" b="b"/>
              <a:pathLst>
                <a:path w="1694" h="1384" extrusionOk="0">
                  <a:moveTo>
                    <a:pt x="1311" y="581"/>
                  </a:moveTo>
                  <a:lnTo>
                    <a:pt x="1113" y="0"/>
                  </a:lnTo>
                  <a:cubicBezTo>
                    <a:pt x="928" y="154"/>
                    <a:pt x="711" y="352"/>
                    <a:pt x="680" y="457"/>
                  </a:cubicBezTo>
                  <a:cubicBezTo>
                    <a:pt x="619" y="643"/>
                    <a:pt x="1" y="1384"/>
                    <a:pt x="1" y="1384"/>
                  </a:cubicBezTo>
                  <a:lnTo>
                    <a:pt x="680" y="1106"/>
                  </a:lnTo>
                  <a:lnTo>
                    <a:pt x="1175" y="1044"/>
                  </a:lnTo>
                  <a:lnTo>
                    <a:pt x="1694" y="995"/>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43"/>
            <p:cNvSpPr/>
            <p:nvPr/>
          </p:nvSpPr>
          <p:spPr>
            <a:xfrm flipH="1">
              <a:off x="7047517" y="3714930"/>
              <a:ext cx="658224" cy="925700"/>
            </a:xfrm>
            <a:custGeom>
              <a:avLst/>
              <a:gdLst/>
              <a:ahLst/>
              <a:cxnLst/>
              <a:rect l="l" t="t" r="r" b="b"/>
              <a:pathLst>
                <a:path w="9515" h="13382" extrusionOk="0">
                  <a:moveTo>
                    <a:pt x="248" y="8847"/>
                  </a:moveTo>
                  <a:cubicBezTo>
                    <a:pt x="495" y="8476"/>
                    <a:pt x="680" y="8291"/>
                    <a:pt x="927" y="7982"/>
                  </a:cubicBezTo>
                  <a:cubicBezTo>
                    <a:pt x="1175" y="7673"/>
                    <a:pt x="1669" y="6870"/>
                    <a:pt x="1669" y="6870"/>
                  </a:cubicBezTo>
                  <a:lnTo>
                    <a:pt x="1483" y="5634"/>
                  </a:lnTo>
                  <a:lnTo>
                    <a:pt x="2225" y="5017"/>
                  </a:lnTo>
                  <a:lnTo>
                    <a:pt x="2039" y="6005"/>
                  </a:lnTo>
                  <a:lnTo>
                    <a:pt x="2657" y="5882"/>
                  </a:lnTo>
                  <a:lnTo>
                    <a:pt x="2719" y="4763"/>
                  </a:lnTo>
                  <a:cubicBezTo>
                    <a:pt x="2719" y="4763"/>
                    <a:pt x="3522" y="5017"/>
                    <a:pt x="2966" y="3472"/>
                  </a:cubicBezTo>
                  <a:cubicBezTo>
                    <a:pt x="2410" y="1915"/>
                    <a:pt x="3306" y="945"/>
                    <a:pt x="3306" y="945"/>
                  </a:cubicBezTo>
                  <a:lnTo>
                    <a:pt x="4016" y="0"/>
                  </a:lnTo>
                  <a:cubicBezTo>
                    <a:pt x="4016" y="0"/>
                    <a:pt x="3522" y="1551"/>
                    <a:pt x="3584" y="1921"/>
                  </a:cubicBezTo>
                  <a:cubicBezTo>
                    <a:pt x="3646" y="2292"/>
                    <a:pt x="4634" y="2620"/>
                    <a:pt x="4634" y="2620"/>
                  </a:cubicBezTo>
                  <a:lnTo>
                    <a:pt x="5190" y="3033"/>
                  </a:lnTo>
                  <a:lnTo>
                    <a:pt x="4696" y="4590"/>
                  </a:lnTo>
                  <a:cubicBezTo>
                    <a:pt x="4696" y="4590"/>
                    <a:pt x="4387" y="5826"/>
                    <a:pt x="4573" y="6326"/>
                  </a:cubicBezTo>
                  <a:cubicBezTo>
                    <a:pt x="4758" y="6821"/>
                    <a:pt x="5561" y="7253"/>
                    <a:pt x="5561" y="7253"/>
                  </a:cubicBezTo>
                  <a:lnTo>
                    <a:pt x="5685" y="5332"/>
                  </a:lnTo>
                  <a:lnTo>
                    <a:pt x="6179" y="4467"/>
                  </a:lnTo>
                  <a:lnTo>
                    <a:pt x="6364" y="5702"/>
                  </a:lnTo>
                  <a:lnTo>
                    <a:pt x="7600" y="6629"/>
                  </a:lnTo>
                  <a:cubicBezTo>
                    <a:pt x="7600" y="6629"/>
                    <a:pt x="6920" y="8118"/>
                    <a:pt x="7291" y="8180"/>
                  </a:cubicBezTo>
                  <a:cubicBezTo>
                    <a:pt x="7662" y="8242"/>
                    <a:pt x="8341" y="7438"/>
                    <a:pt x="8341" y="7191"/>
                  </a:cubicBezTo>
                  <a:cubicBezTo>
                    <a:pt x="8341" y="6944"/>
                    <a:pt x="8959" y="6388"/>
                    <a:pt x="8835" y="7253"/>
                  </a:cubicBezTo>
                  <a:cubicBezTo>
                    <a:pt x="8712" y="8118"/>
                    <a:pt x="8465" y="9607"/>
                    <a:pt x="8465" y="9607"/>
                  </a:cubicBezTo>
                  <a:cubicBezTo>
                    <a:pt x="8465" y="9607"/>
                    <a:pt x="9515" y="10039"/>
                    <a:pt x="9391" y="10595"/>
                  </a:cubicBezTo>
                  <a:cubicBezTo>
                    <a:pt x="9268" y="11151"/>
                    <a:pt x="8650" y="11646"/>
                    <a:pt x="8650" y="12084"/>
                  </a:cubicBezTo>
                  <a:cubicBezTo>
                    <a:pt x="8650" y="12529"/>
                    <a:pt x="8094" y="13382"/>
                    <a:pt x="8094" y="13382"/>
                  </a:cubicBezTo>
                  <a:lnTo>
                    <a:pt x="4010" y="13382"/>
                  </a:lnTo>
                  <a:lnTo>
                    <a:pt x="1286" y="12270"/>
                  </a:lnTo>
                  <a:cubicBezTo>
                    <a:pt x="1298" y="12257"/>
                    <a:pt x="1" y="9224"/>
                    <a:pt x="248" y="8847"/>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43"/>
            <p:cNvSpPr/>
            <p:nvPr/>
          </p:nvSpPr>
          <p:spPr>
            <a:xfrm flipH="1">
              <a:off x="8519800" y="3956353"/>
              <a:ext cx="115457" cy="128320"/>
            </a:xfrm>
            <a:custGeom>
              <a:avLst/>
              <a:gdLst/>
              <a:ahLst/>
              <a:cxnLst/>
              <a:rect l="l" t="t" r="r" b="b"/>
              <a:pathLst>
                <a:path w="1669" h="1855" extrusionOk="0">
                  <a:moveTo>
                    <a:pt x="1051" y="773"/>
                  </a:moveTo>
                  <a:lnTo>
                    <a:pt x="1668" y="1638"/>
                  </a:lnTo>
                  <a:cubicBezTo>
                    <a:pt x="1668" y="1638"/>
                    <a:pt x="1112" y="1854"/>
                    <a:pt x="896" y="1638"/>
                  </a:cubicBezTo>
                  <a:cubicBezTo>
                    <a:pt x="680" y="1422"/>
                    <a:pt x="0" y="618"/>
                    <a:pt x="0" y="618"/>
                  </a:cubicBezTo>
                  <a:lnTo>
                    <a:pt x="247" y="1"/>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43"/>
            <p:cNvSpPr/>
            <p:nvPr/>
          </p:nvSpPr>
          <p:spPr>
            <a:xfrm flipH="1">
              <a:off x="7561643" y="4434565"/>
              <a:ext cx="207325" cy="391600"/>
            </a:xfrm>
            <a:custGeom>
              <a:avLst/>
              <a:gdLst/>
              <a:ahLst/>
              <a:cxnLst/>
              <a:rect l="l" t="t" r="r" b="b"/>
              <a:pathLst>
                <a:path w="2997" h="5661" extrusionOk="0">
                  <a:moveTo>
                    <a:pt x="2997" y="5660"/>
                  </a:moveTo>
                  <a:lnTo>
                    <a:pt x="1668" y="5073"/>
                  </a:lnTo>
                  <a:lnTo>
                    <a:pt x="525" y="4239"/>
                  </a:lnTo>
                  <a:lnTo>
                    <a:pt x="340" y="3374"/>
                  </a:lnTo>
                  <a:lnTo>
                    <a:pt x="247" y="1854"/>
                  </a:lnTo>
                  <a:lnTo>
                    <a:pt x="834" y="1298"/>
                  </a:lnTo>
                  <a:lnTo>
                    <a:pt x="1551" y="186"/>
                  </a:lnTo>
                  <a:lnTo>
                    <a:pt x="1298" y="1"/>
                  </a:lnTo>
                  <a:cubicBezTo>
                    <a:pt x="1063" y="427"/>
                    <a:pt x="748" y="989"/>
                    <a:pt x="680" y="1138"/>
                  </a:cubicBezTo>
                  <a:cubicBezTo>
                    <a:pt x="556" y="1385"/>
                    <a:pt x="0" y="1786"/>
                    <a:pt x="0" y="1786"/>
                  </a:cubicBezTo>
                  <a:lnTo>
                    <a:pt x="186" y="3053"/>
                  </a:lnTo>
                  <a:lnTo>
                    <a:pt x="124" y="3393"/>
                  </a:lnTo>
                  <a:lnTo>
                    <a:pt x="371" y="4412"/>
                  </a:lnTo>
                  <a:lnTo>
                    <a:pt x="1576" y="5215"/>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43"/>
            <p:cNvSpPr/>
            <p:nvPr/>
          </p:nvSpPr>
          <p:spPr>
            <a:xfrm flipH="1">
              <a:off x="6994047" y="4732021"/>
              <a:ext cx="547125" cy="244534"/>
            </a:xfrm>
            <a:custGeom>
              <a:avLst/>
              <a:gdLst/>
              <a:ahLst/>
              <a:cxnLst/>
              <a:rect l="l" t="t" r="r" b="b"/>
              <a:pathLst>
                <a:path w="7909" h="3535" extrusionOk="0">
                  <a:moveTo>
                    <a:pt x="7581" y="2979"/>
                  </a:moveTo>
                  <a:lnTo>
                    <a:pt x="7000" y="1959"/>
                  </a:lnTo>
                  <a:lnTo>
                    <a:pt x="6098" y="1910"/>
                  </a:lnTo>
                  <a:lnTo>
                    <a:pt x="4140" y="1"/>
                  </a:lnTo>
                  <a:lnTo>
                    <a:pt x="2558" y="557"/>
                  </a:lnTo>
                  <a:lnTo>
                    <a:pt x="723" y="792"/>
                  </a:lnTo>
                  <a:lnTo>
                    <a:pt x="0" y="1348"/>
                  </a:lnTo>
                  <a:lnTo>
                    <a:pt x="742" y="928"/>
                  </a:lnTo>
                  <a:cubicBezTo>
                    <a:pt x="742" y="928"/>
                    <a:pt x="2422" y="674"/>
                    <a:pt x="2626" y="650"/>
                  </a:cubicBezTo>
                  <a:cubicBezTo>
                    <a:pt x="2836" y="631"/>
                    <a:pt x="3923" y="372"/>
                    <a:pt x="3923" y="372"/>
                  </a:cubicBezTo>
                  <a:cubicBezTo>
                    <a:pt x="3923" y="372"/>
                    <a:pt x="4319" y="952"/>
                    <a:pt x="4572" y="1206"/>
                  </a:cubicBezTo>
                  <a:cubicBezTo>
                    <a:pt x="4832" y="1459"/>
                    <a:pt x="5869" y="2386"/>
                    <a:pt x="5869" y="2386"/>
                  </a:cubicBezTo>
                  <a:cubicBezTo>
                    <a:pt x="5869" y="2386"/>
                    <a:pt x="6382" y="2318"/>
                    <a:pt x="6660" y="2367"/>
                  </a:cubicBezTo>
                  <a:cubicBezTo>
                    <a:pt x="6938" y="2410"/>
                    <a:pt x="6938" y="2898"/>
                    <a:pt x="6938" y="2898"/>
                  </a:cubicBezTo>
                  <a:lnTo>
                    <a:pt x="7179" y="3516"/>
                  </a:lnTo>
                  <a:lnTo>
                    <a:pt x="7908" y="3535"/>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43"/>
            <p:cNvSpPr/>
            <p:nvPr/>
          </p:nvSpPr>
          <p:spPr>
            <a:xfrm flipH="1">
              <a:off x="8375764" y="3731117"/>
              <a:ext cx="626195" cy="544546"/>
            </a:xfrm>
            <a:custGeom>
              <a:avLst/>
              <a:gdLst/>
              <a:ahLst/>
              <a:cxnLst/>
              <a:rect l="l" t="t" r="r" b="b"/>
              <a:pathLst>
                <a:path w="9052" h="7872" extrusionOk="0">
                  <a:moveTo>
                    <a:pt x="933" y="1212"/>
                  </a:moveTo>
                  <a:lnTo>
                    <a:pt x="2694" y="1706"/>
                  </a:lnTo>
                  <a:lnTo>
                    <a:pt x="3843" y="2756"/>
                  </a:lnTo>
                  <a:lnTo>
                    <a:pt x="4183" y="4925"/>
                  </a:lnTo>
                  <a:lnTo>
                    <a:pt x="3782" y="5604"/>
                  </a:lnTo>
                  <a:lnTo>
                    <a:pt x="4616" y="6605"/>
                  </a:lnTo>
                  <a:lnTo>
                    <a:pt x="4090" y="5666"/>
                  </a:lnTo>
                  <a:lnTo>
                    <a:pt x="4276" y="5388"/>
                  </a:lnTo>
                  <a:lnTo>
                    <a:pt x="4894" y="5851"/>
                  </a:lnTo>
                  <a:lnTo>
                    <a:pt x="5789" y="7563"/>
                  </a:lnTo>
                  <a:lnTo>
                    <a:pt x="7803" y="7872"/>
                  </a:lnTo>
                  <a:lnTo>
                    <a:pt x="9051" y="7501"/>
                  </a:lnTo>
                  <a:lnTo>
                    <a:pt x="7803" y="7717"/>
                  </a:lnTo>
                  <a:lnTo>
                    <a:pt x="5950" y="7439"/>
                  </a:lnTo>
                  <a:lnTo>
                    <a:pt x="5048" y="5851"/>
                  </a:lnTo>
                  <a:lnTo>
                    <a:pt x="4430" y="5079"/>
                  </a:lnTo>
                  <a:lnTo>
                    <a:pt x="4214" y="2664"/>
                  </a:lnTo>
                  <a:lnTo>
                    <a:pt x="3040" y="1521"/>
                  </a:lnTo>
                  <a:lnTo>
                    <a:pt x="1304" y="995"/>
                  </a:lnTo>
                  <a:lnTo>
                    <a:pt x="359" y="1"/>
                  </a:lnTo>
                  <a:lnTo>
                    <a:pt x="1" y="44"/>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43"/>
            <p:cNvSpPr/>
            <p:nvPr/>
          </p:nvSpPr>
          <p:spPr>
            <a:xfrm flipH="1">
              <a:off x="8062938" y="4720538"/>
              <a:ext cx="1134788" cy="390631"/>
            </a:xfrm>
            <a:custGeom>
              <a:avLst/>
              <a:gdLst/>
              <a:ahLst/>
              <a:cxnLst/>
              <a:rect l="l" t="t" r="r" b="b"/>
              <a:pathLst>
                <a:path w="16404" h="5647" extrusionOk="0">
                  <a:moveTo>
                    <a:pt x="1" y="4442"/>
                  </a:moveTo>
                  <a:cubicBezTo>
                    <a:pt x="50" y="4300"/>
                    <a:pt x="2929" y="1650"/>
                    <a:pt x="3170" y="1477"/>
                  </a:cubicBezTo>
                  <a:cubicBezTo>
                    <a:pt x="3399" y="1291"/>
                    <a:pt x="6723" y="371"/>
                    <a:pt x="7001" y="284"/>
                  </a:cubicBezTo>
                  <a:cubicBezTo>
                    <a:pt x="7279" y="198"/>
                    <a:pt x="9515" y="0"/>
                    <a:pt x="9793" y="6"/>
                  </a:cubicBezTo>
                  <a:cubicBezTo>
                    <a:pt x="10071" y="12"/>
                    <a:pt x="12178" y="1674"/>
                    <a:pt x="12178" y="1674"/>
                  </a:cubicBezTo>
                  <a:lnTo>
                    <a:pt x="14909" y="2601"/>
                  </a:lnTo>
                  <a:lnTo>
                    <a:pt x="16404" y="4627"/>
                  </a:lnTo>
                  <a:cubicBezTo>
                    <a:pt x="16404" y="4627"/>
                    <a:pt x="13506" y="5647"/>
                    <a:pt x="12388" y="5628"/>
                  </a:cubicBezTo>
                  <a:cubicBezTo>
                    <a:pt x="11276" y="5616"/>
                    <a:pt x="5005" y="5554"/>
                    <a:pt x="4628" y="5499"/>
                  </a:cubicBezTo>
                  <a:cubicBezTo>
                    <a:pt x="4258" y="5443"/>
                    <a:pt x="1" y="4442"/>
                    <a:pt x="1" y="4442"/>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43"/>
            <p:cNvSpPr/>
            <p:nvPr/>
          </p:nvSpPr>
          <p:spPr>
            <a:xfrm flipH="1">
              <a:off x="8063353" y="4737624"/>
              <a:ext cx="1135203" cy="373545"/>
            </a:xfrm>
            <a:custGeom>
              <a:avLst/>
              <a:gdLst/>
              <a:ahLst/>
              <a:cxnLst/>
              <a:rect l="l" t="t" r="r" b="b"/>
              <a:pathLst>
                <a:path w="16410" h="5400" extrusionOk="0">
                  <a:moveTo>
                    <a:pt x="16410" y="4368"/>
                  </a:moveTo>
                  <a:lnTo>
                    <a:pt x="13938" y="3719"/>
                  </a:lnTo>
                  <a:lnTo>
                    <a:pt x="12758" y="4078"/>
                  </a:lnTo>
                  <a:lnTo>
                    <a:pt x="10998" y="3800"/>
                  </a:lnTo>
                  <a:lnTo>
                    <a:pt x="8928" y="3670"/>
                  </a:lnTo>
                  <a:lnTo>
                    <a:pt x="11615" y="2039"/>
                  </a:lnTo>
                  <a:lnTo>
                    <a:pt x="8261" y="2632"/>
                  </a:lnTo>
                  <a:lnTo>
                    <a:pt x="9713" y="1112"/>
                  </a:lnTo>
                  <a:lnTo>
                    <a:pt x="9855" y="0"/>
                  </a:lnTo>
                  <a:lnTo>
                    <a:pt x="9311" y="828"/>
                  </a:lnTo>
                  <a:lnTo>
                    <a:pt x="7915" y="865"/>
                  </a:lnTo>
                  <a:cubicBezTo>
                    <a:pt x="7915" y="865"/>
                    <a:pt x="6457" y="371"/>
                    <a:pt x="6098" y="284"/>
                  </a:cubicBezTo>
                  <a:cubicBezTo>
                    <a:pt x="5011" y="593"/>
                    <a:pt x="3337" y="1088"/>
                    <a:pt x="3164" y="1217"/>
                  </a:cubicBezTo>
                  <a:cubicBezTo>
                    <a:pt x="2935" y="1403"/>
                    <a:pt x="50" y="4047"/>
                    <a:pt x="1" y="4183"/>
                  </a:cubicBezTo>
                  <a:cubicBezTo>
                    <a:pt x="1" y="4183"/>
                    <a:pt x="4251" y="5190"/>
                    <a:pt x="4622" y="5233"/>
                  </a:cubicBezTo>
                  <a:cubicBezTo>
                    <a:pt x="4992" y="5289"/>
                    <a:pt x="11263" y="5344"/>
                    <a:pt x="12388" y="5369"/>
                  </a:cubicBezTo>
                  <a:cubicBezTo>
                    <a:pt x="13512" y="5400"/>
                    <a:pt x="16410" y="4368"/>
                    <a:pt x="16410" y="4368"/>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43"/>
            <p:cNvSpPr/>
            <p:nvPr/>
          </p:nvSpPr>
          <p:spPr>
            <a:xfrm flipH="1">
              <a:off x="7503013" y="4353422"/>
              <a:ext cx="1471959" cy="370155"/>
            </a:xfrm>
            <a:custGeom>
              <a:avLst/>
              <a:gdLst/>
              <a:ahLst/>
              <a:cxnLst/>
              <a:rect l="l" t="t" r="r" b="b"/>
              <a:pathLst>
                <a:path w="21278" h="5351" extrusionOk="0">
                  <a:moveTo>
                    <a:pt x="705" y="4943"/>
                  </a:moveTo>
                  <a:cubicBezTo>
                    <a:pt x="705" y="4943"/>
                    <a:pt x="1261" y="4294"/>
                    <a:pt x="1662" y="4294"/>
                  </a:cubicBezTo>
                  <a:cubicBezTo>
                    <a:pt x="2064" y="4294"/>
                    <a:pt x="4078" y="4232"/>
                    <a:pt x="4078" y="4232"/>
                  </a:cubicBezTo>
                  <a:lnTo>
                    <a:pt x="5437" y="3769"/>
                  </a:lnTo>
                  <a:lnTo>
                    <a:pt x="6642" y="3738"/>
                  </a:lnTo>
                  <a:cubicBezTo>
                    <a:pt x="6642" y="3738"/>
                    <a:pt x="6734" y="3522"/>
                    <a:pt x="6765" y="3398"/>
                  </a:cubicBezTo>
                  <a:cubicBezTo>
                    <a:pt x="6796" y="3274"/>
                    <a:pt x="7105" y="2595"/>
                    <a:pt x="7105" y="2595"/>
                  </a:cubicBezTo>
                  <a:cubicBezTo>
                    <a:pt x="7105" y="2595"/>
                    <a:pt x="8625" y="2440"/>
                    <a:pt x="8903" y="2502"/>
                  </a:cubicBezTo>
                  <a:cubicBezTo>
                    <a:pt x="9181" y="2564"/>
                    <a:pt x="9335" y="2811"/>
                    <a:pt x="9335" y="2811"/>
                  </a:cubicBezTo>
                  <a:lnTo>
                    <a:pt x="9922" y="3954"/>
                  </a:lnTo>
                  <a:cubicBezTo>
                    <a:pt x="9922" y="3954"/>
                    <a:pt x="10880" y="4170"/>
                    <a:pt x="11034" y="4170"/>
                  </a:cubicBezTo>
                  <a:cubicBezTo>
                    <a:pt x="11189" y="4170"/>
                    <a:pt x="11683" y="4417"/>
                    <a:pt x="11992" y="4294"/>
                  </a:cubicBezTo>
                  <a:cubicBezTo>
                    <a:pt x="12301" y="4170"/>
                    <a:pt x="13351" y="3552"/>
                    <a:pt x="13351" y="3552"/>
                  </a:cubicBezTo>
                  <a:lnTo>
                    <a:pt x="13815" y="2657"/>
                  </a:lnTo>
                  <a:cubicBezTo>
                    <a:pt x="13815" y="2657"/>
                    <a:pt x="14031" y="2039"/>
                    <a:pt x="14185" y="1761"/>
                  </a:cubicBezTo>
                  <a:cubicBezTo>
                    <a:pt x="14340" y="1483"/>
                    <a:pt x="14494" y="1112"/>
                    <a:pt x="14556" y="680"/>
                  </a:cubicBezTo>
                  <a:cubicBezTo>
                    <a:pt x="14618" y="247"/>
                    <a:pt x="14896" y="0"/>
                    <a:pt x="14896" y="0"/>
                  </a:cubicBezTo>
                  <a:lnTo>
                    <a:pt x="16508" y="340"/>
                  </a:lnTo>
                  <a:cubicBezTo>
                    <a:pt x="16508" y="340"/>
                    <a:pt x="16539" y="927"/>
                    <a:pt x="16724" y="1081"/>
                  </a:cubicBezTo>
                  <a:cubicBezTo>
                    <a:pt x="16910" y="1236"/>
                    <a:pt x="16848" y="1637"/>
                    <a:pt x="17188" y="1792"/>
                  </a:cubicBezTo>
                  <a:cubicBezTo>
                    <a:pt x="17528" y="1946"/>
                    <a:pt x="18893" y="2070"/>
                    <a:pt x="18893" y="2070"/>
                  </a:cubicBezTo>
                  <a:lnTo>
                    <a:pt x="19851" y="2039"/>
                  </a:lnTo>
                  <a:lnTo>
                    <a:pt x="20716" y="2996"/>
                  </a:lnTo>
                  <a:lnTo>
                    <a:pt x="21216" y="4547"/>
                  </a:lnTo>
                  <a:lnTo>
                    <a:pt x="21278" y="5350"/>
                  </a:lnTo>
                  <a:lnTo>
                    <a:pt x="0" y="5350"/>
                  </a:lnTo>
                  <a:cubicBezTo>
                    <a:pt x="0" y="5350"/>
                    <a:pt x="186" y="4918"/>
                    <a:pt x="278" y="4887"/>
                  </a:cubicBezTo>
                  <a:cubicBezTo>
                    <a:pt x="396" y="4850"/>
                    <a:pt x="705" y="4943"/>
                    <a:pt x="705" y="4943"/>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43"/>
            <p:cNvSpPr/>
            <p:nvPr/>
          </p:nvSpPr>
          <p:spPr>
            <a:xfrm flipH="1">
              <a:off x="7535881" y="4587582"/>
              <a:ext cx="1078408" cy="135583"/>
            </a:xfrm>
            <a:custGeom>
              <a:avLst/>
              <a:gdLst/>
              <a:ahLst/>
              <a:cxnLst/>
              <a:rect l="l" t="t" r="r" b="b"/>
              <a:pathLst>
                <a:path w="15589" h="1960" extrusionOk="0">
                  <a:moveTo>
                    <a:pt x="10479" y="1360"/>
                  </a:moveTo>
                  <a:cubicBezTo>
                    <a:pt x="10479" y="1360"/>
                    <a:pt x="10139" y="1391"/>
                    <a:pt x="9954" y="1403"/>
                  </a:cubicBezTo>
                  <a:cubicBezTo>
                    <a:pt x="9768" y="1422"/>
                    <a:pt x="8792" y="1453"/>
                    <a:pt x="8792" y="1453"/>
                  </a:cubicBezTo>
                  <a:lnTo>
                    <a:pt x="7977" y="1156"/>
                  </a:lnTo>
                  <a:lnTo>
                    <a:pt x="7093" y="1514"/>
                  </a:lnTo>
                  <a:lnTo>
                    <a:pt x="6370" y="1743"/>
                  </a:lnTo>
                  <a:lnTo>
                    <a:pt x="5579" y="1959"/>
                  </a:lnTo>
                  <a:lnTo>
                    <a:pt x="10837" y="1959"/>
                  </a:lnTo>
                  <a:lnTo>
                    <a:pt x="10701" y="1669"/>
                  </a:lnTo>
                  <a:close/>
                  <a:moveTo>
                    <a:pt x="15434" y="1341"/>
                  </a:moveTo>
                  <a:lnTo>
                    <a:pt x="14661" y="279"/>
                  </a:lnTo>
                  <a:lnTo>
                    <a:pt x="13611" y="1"/>
                  </a:lnTo>
                  <a:lnTo>
                    <a:pt x="11535" y="711"/>
                  </a:lnTo>
                  <a:lnTo>
                    <a:pt x="11492" y="1545"/>
                  </a:lnTo>
                  <a:lnTo>
                    <a:pt x="11615" y="1959"/>
                  </a:lnTo>
                  <a:lnTo>
                    <a:pt x="15588" y="1959"/>
                  </a:lnTo>
                  <a:close/>
                  <a:moveTo>
                    <a:pt x="4115" y="1144"/>
                  </a:moveTo>
                  <a:cubicBezTo>
                    <a:pt x="4115" y="1144"/>
                    <a:pt x="3541" y="1051"/>
                    <a:pt x="3343" y="1156"/>
                  </a:cubicBezTo>
                  <a:cubicBezTo>
                    <a:pt x="3139" y="1267"/>
                    <a:pt x="2447" y="1483"/>
                    <a:pt x="2447" y="1483"/>
                  </a:cubicBezTo>
                  <a:lnTo>
                    <a:pt x="1613" y="1959"/>
                  </a:lnTo>
                  <a:lnTo>
                    <a:pt x="5283" y="1959"/>
                  </a:lnTo>
                  <a:lnTo>
                    <a:pt x="6519" y="1527"/>
                  </a:lnTo>
                  <a:close/>
                  <a:moveTo>
                    <a:pt x="1422" y="927"/>
                  </a:moveTo>
                  <a:lnTo>
                    <a:pt x="495" y="1032"/>
                  </a:lnTo>
                  <a:lnTo>
                    <a:pt x="1" y="1168"/>
                  </a:lnTo>
                  <a:cubicBezTo>
                    <a:pt x="1" y="1267"/>
                    <a:pt x="229" y="1465"/>
                    <a:pt x="229" y="1465"/>
                  </a:cubicBezTo>
                  <a:lnTo>
                    <a:pt x="878" y="1632"/>
                  </a:lnTo>
                  <a:lnTo>
                    <a:pt x="2021" y="1144"/>
                  </a:lnTo>
                  <a:close/>
                </a:path>
              </a:pathLst>
            </a:custGeom>
            <a:solidFill>
              <a:srgbClr val="000000">
                <a:alpha val="75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43"/>
            <p:cNvSpPr/>
            <p:nvPr/>
          </p:nvSpPr>
          <p:spPr>
            <a:xfrm flipH="1">
              <a:off x="7839780" y="4599134"/>
              <a:ext cx="686863" cy="124446"/>
            </a:xfrm>
            <a:custGeom>
              <a:avLst/>
              <a:gdLst/>
              <a:ahLst/>
              <a:cxnLst/>
              <a:rect l="l" t="t" r="r" b="b"/>
              <a:pathLst>
                <a:path w="9929" h="1799" extrusionOk="0">
                  <a:moveTo>
                    <a:pt x="8773" y="649"/>
                  </a:moveTo>
                  <a:cubicBezTo>
                    <a:pt x="8588" y="532"/>
                    <a:pt x="7982" y="303"/>
                    <a:pt x="7982" y="303"/>
                  </a:cubicBezTo>
                  <a:lnTo>
                    <a:pt x="7383" y="371"/>
                  </a:lnTo>
                  <a:lnTo>
                    <a:pt x="6895" y="0"/>
                  </a:lnTo>
                  <a:cubicBezTo>
                    <a:pt x="6895" y="0"/>
                    <a:pt x="6833" y="31"/>
                    <a:pt x="6747" y="87"/>
                  </a:cubicBezTo>
                  <a:lnTo>
                    <a:pt x="7309" y="464"/>
                  </a:lnTo>
                  <a:lnTo>
                    <a:pt x="7958" y="439"/>
                  </a:lnTo>
                  <a:lnTo>
                    <a:pt x="8631" y="742"/>
                  </a:lnTo>
                  <a:lnTo>
                    <a:pt x="9928" y="1298"/>
                  </a:lnTo>
                  <a:cubicBezTo>
                    <a:pt x="9928" y="1298"/>
                    <a:pt x="8958" y="767"/>
                    <a:pt x="8773" y="649"/>
                  </a:cubicBezTo>
                  <a:close/>
                  <a:moveTo>
                    <a:pt x="1495" y="1045"/>
                  </a:moveTo>
                  <a:lnTo>
                    <a:pt x="1193" y="556"/>
                  </a:lnTo>
                  <a:lnTo>
                    <a:pt x="593" y="581"/>
                  </a:lnTo>
                  <a:lnTo>
                    <a:pt x="167" y="186"/>
                  </a:lnTo>
                  <a:lnTo>
                    <a:pt x="0" y="192"/>
                  </a:lnTo>
                  <a:lnTo>
                    <a:pt x="383" y="637"/>
                  </a:lnTo>
                  <a:lnTo>
                    <a:pt x="266" y="1051"/>
                  </a:lnTo>
                  <a:lnTo>
                    <a:pt x="433" y="1286"/>
                  </a:lnTo>
                  <a:lnTo>
                    <a:pt x="593" y="1675"/>
                  </a:lnTo>
                  <a:lnTo>
                    <a:pt x="569" y="1261"/>
                  </a:lnTo>
                  <a:lnTo>
                    <a:pt x="451" y="1051"/>
                  </a:lnTo>
                  <a:lnTo>
                    <a:pt x="593" y="748"/>
                  </a:lnTo>
                  <a:lnTo>
                    <a:pt x="1125" y="680"/>
                  </a:lnTo>
                  <a:lnTo>
                    <a:pt x="1403" y="1119"/>
                  </a:lnTo>
                  <a:lnTo>
                    <a:pt x="2076" y="1421"/>
                  </a:lnTo>
                  <a:lnTo>
                    <a:pt x="2237" y="1798"/>
                  </a:lnTo>
                  <a:lnTo>
                    <a:pt x="2416" y="1798"/>
                  </a:lnTo>
                  <a:lnTo>
                    <a:pt x="2175" y="1329"/>
                  </a:lnTo>
                  <a:close/>
                </a:path>
              </a:pathLst>
            </a:custGeom>
            <a:solidFill>
              <a:srgbClr val="000000">
                <a:alpha val="75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43"/>
            <p:cNvSpPr/>
            <p:nvPr/>
          </p:nvSpPr>
          <p:spPr>
            <a:xfrm flipH="1">
              <a:off x="5168" y="4240117"/>
              <a:ext cx="4223714" cy="1007811"/>
            </a:xfrm>
            <a:custGeom>
              <a:avLst/>
              <a:gdLst/>
              <a:ahLst/>
              <a:cxnLst/>
              <a:rect l="l" t="t" r="r" b="b"/>
              <a:pathLst>
                <a:path w="84950" h="14569" extrusionOk="0">
                  <a:moveTo>
                    <a:pt x="17263" y="8768"/>
                  </a:moveTo>
                  <a:lnTo>
                    <a:pt x="9991" y="9293"/>
                  </a:lnTo>
                  <a:lnTo>
                    <a:pt x="12104" y="10992"/>
                  </a:lnTo>
                  <a:lnTo>
                    <a:pt x="3183" y="13778"/>
                  </a:lnTo>
                  <a:lnTo>
                    <a:pt x="1" y="14556"/>
                  </a:lnTo>
                  <a:lnTo>
                    <a:pt x="17361" y="14556"/>
                  </a:lnTo>
                  <a:lnTo>
                    <a:pt x="20321" y="12666"/>
                  </a:lnTo>
                  <a:lnTo>
                    <a:pt x="28822" y="11696"/>
                  </a:lnTo>
                  <a:lnTo>
                    <a:pt x="26734" y="10016"/>
                  </a:lnTo>
                  <a:close/>
                  <a:moveTo>
                    <a:pt x="45558" y="4449"/>
                  </a:moveTo>
                  <a:lnTo>
                    <a:pt x="42309" y="2311"/>
                  </a:lnTo>
                  <a:lnTo>
                    <a:pt x="54115" y="1"/>
                  </a:lnTo>
                  <a:lnTo>
                    <a:pt x="28167" y="1"/>
                  </a:lnTo>
                  <a:lnTo>
                    <a:pt x="27710" y="273"/>
                  </a:lnTo>
                  <a:lnTo>
                    <a:pt x="13494" y="409"/>
                  </a:lnTo>
                  <a:lnTo>
                    <a:pt x="6389" y="3479"/>
                  </a:lnTo>
                  <a:lnTo>
                    <a:pt x="16151" y="5147"/>
                  </a:lnTo>
                  <a:cubicBezTo>
                    <a:pt x="16707" y="5147"/>
                    <a:pt x="21729" y="4869"/>
                    <a:pt x="21729" y="4869"/>
                  </a:cubicBezTo>
                  <a:lnTo>
                    <a:pt x="27302" y="5425"/>
                  </a:lnTo>
                  <a:lnTo>
                    <a:pt x="31343" y="4591"/>
                  </a:lnTo>
                  <a:lnTo>
                    <a:pt x="39708" y="5425"/>
                  </a:lnTo>
                  <a:close/>
                  <a:moveTo>
                    <a:pt x="43186" y="12252"/>
                  </a:moveTo>
                  <a:lnTo>
                    <a:pt x="38583" y="11554"/>
                  </a:lnTo>
                  <a:lnTo>
                    <a:pt x="35939" y="12808"/>
                  </a:lnTo>
                  <a:cubicBezTo>
                    <a:pt x="35939" y="12808"/>
                    <a:pt x="33425" y="14056"/>
                    <a:pt x="33147" y="14482"/>
                  </a:cubicBezTo>
                  <a:lnTo>
                    <a:pt x="33517" y="14569"/>
                  </a:lnTo>
                  <a:lnTo>
                    <a:pt x="54152" y="14569"/>
                  </a:lnTo>
                  <a:lnTo>
                    <a:pt x="51823" y="13784"/>
                  </a:lnTo>
                  <a:close/>
                  <a:moveTo>
                    <a:pt x="78271" y="4097"/>
                  </a:moveTo>
                  <a:lnTo>
                    <a:pt x="84950" y="3652"/>
                  </a:lnTo>
                  <a:lnTo>
                    <a:pt x="84950" y="1786"/>
                  </a:lnTo>
                  <a:lnTo>
                    <a:pt x="79526" y="2441"/>
                  </a:lnTo>
                  <a:lnTo>
                    <a:pt x="65421" y="4393"/>
                  </a:lnTo>
                  <a:lnTo>
                    <a:pt x="54609" y="7476"/>
                  </a:lnTo>
                  <a:lnTo>
                    <a:pt x="60565" y="9219"/>
                  </a:lnTo>
                  <a:lnTo>
                    <a:pt x="66990" y="12203"/>
                  </a:lnTo>
                  <a:lnTo>
                    <a:pt x="77647" y="14464"/>
                  </a:lnTo>
                  <a:lnTo>
                    <a:pt x="84950" y="14396"/>
                  </a:lnTo>
                  <a:lnTo>
                    <a:pt x="84950" y="9373"/>
                  </a:lnTo>
                  <a:lnTo>
                    <a:pt x="79995" y="9015"/>
                  </a:lnTo>
                  <a:lnTo>
                    <a:pt x="66360" y="7075"/>
                  </a:lnTo>
                  <a:lnTo>
                    <a:pt x="72470" y="4912"/>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 name="Picture 2">
            <a:extLst>
              <a:ext uri="{FF2B5EF4-FFF2-40B4-BE49-F238E27FC236}">
                <a16:creationId xmlns:a16="http://schemas.microsoft.com/office/drawing/2014/main" id="{5A20D48E-FFA9-57F8-C489-89E99E19086A}"/>
              </a:ext>
            </a:extLst>
          </p:cNvPr>
          <p:cNvPicPr>
            <a:picLocks noChangeAspect="1"/>
          </p:cNvPicPr>
          <p:nvPr/>
        </p:nvPicPr>
        <p:blipFill>
          <a:blip r:embed="rId3"/>
          <a:stretch>
            <a:fillRect/>
          </a:stretch>
        </p:blipFill>
        <p:spPr>
          <a:xfrm>
            <a:off x="209820" y="2757343"/>
            <a:ext cx="3817852" cy="238615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93"/>
        <p:cNvGrpSpPr/>
        <p:nvPr/>
      </p:nvGrpSpPr>
      <p:grpSpPr>
        <a:xfrm>
          <a:off x="0" y="0"/>
          <a:ext cx="0" cy="0"/>
          <a:chOff x="0" y="0"/>
          <a:chExt cx="0" cy="0"/>
        </a:xfrm>
      </p:grpSpPr>
      <p:sp>
        <p:nvSpPr>
          <p:cNvPr id="594" name="Google Shape;594;p42"/>
          <p:cNvSpPr txBox="1">
            <a:spLocks noGrp="1"/>
          </p:cNvSpPr>
          <p:nvPr>
            <p:ph type="title"/>
          </p:nvPr>
        </p:nvSpPr>
        <p:spPr>
          <a:xfrm>
            <a:off x="-274140" y="20626"/>
            <a:ext cx="7200023" cy="599391"/>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3200" dirty="0"/>
              <a:t>02 CROWDSOURCING AND PAST LITERATURE</a:t>
            </a:r>
            <a:endParaRPr sz="3200" dirty="0"/>
          </a:p>
        </p:txBody>
      </p:sp>
      <p:sp>
        <p:nvSpPr>
          <p:cNvPr id="595" name="Google Shape;595;p42"/>
          <p:cNvSpPr txBox="1">
            <a:spLocks noGrp="1"/>
          </p:cNvSpPr>
          <p:nvPr>
            <p:ph type="subTitle" idx="1"/>
          </p:nvPr>
        </p:nvSpPr>
        <p:spPr>
          <a:xfrm>
            <a:off x="4190021" y="450700"/>
            <a:ext cx="4698485" cy="3218743"/>
          </a:xfrm>
          <a:prstGeom prst="rect">
            <a:avLst/>
          </a:prstGeom>
        </p:spPr>
        <p:txBody>
          <a:bodyPr spcFirstLastPara="1" wrap="square" lIns="91425" tIns="91425" rIns="91425" bIns="91425" anchor="t" anchorCtr="0">
            <a:noAutofit/>
          </a:bodyPr>
          <a:lstStyle/>
          <a:p>
            <a:pPr marL="285750" lvl="0" indent="-285750" algn="l" rtl="0">
              <a:spcBef>
                <a:spcPts val="0"/>
              </a:spcBef>
              <a:spcAft>
                <a:spcPts val="0"/>
              </a:spcAft>
              <a:buFont typeface="Arial" panose="020B0604020202020204" pitchFamily="34" charset="0"/>
              <a:buChar char="•"/>
            </a:pPr>
            <a:r>
              <a:rPr lang="en-US" dirty="0"/>
              <a:t>Introduction to the concept of Crowdsourcing.</a:t>
            </a:r>
          </a:p>
          <a:p>
            <a:pPr marL="285750" lvl="0" indent="-285750" algn="l" rtl="0">
              <a:spcBef>
                <a:spcPts val="0"/>
              </a:spcBef>
              <a:spcAft>
                <a:spcPts val="0"/>
              </a:spcAft>
              <a:buFont typeface="Arial" panose="020B0604020202020204" pitchFamily="34" charset="0"/>
              <a:buChar char="•"/>
            </a:pPr>
            <a:endParaRPr lang="en-US" dirty="0"/>
          </a:p>
          <a:p>
            <a:pPr marL="285750" lvl="0" indent="-285750" algn="l" rtl="0">
              <a:spcBef>
                <a:spcPts val="0"/>
              </a:spcBef>
              <a:spcAft>
                <a:spcPts val="0"/>
              </a:spcAft>
              <a:buFont typeface="Arial" panose="020B0604020202020204" pitchFamily="34" charset="0"/>
              <a:buChar char="•"/>
            </a:pPr>
            <a:r>
              <a:rPr lang="en-US" dirty="0"/>
              <a:t>How Past Literature Has Leveraged Crowdsourcing for Disaster Management.</a:t>
            </a:r>
          </a:p>
          <a:p>
            <a:pPr marL="742950" lvl="1" indent="-285750" algn="l">
              <a:buFont typeface="Arial" panose="020B0604020202020204" pitchFamily="34" charset="0"/>
              <a:buChar char="•"/>
            </a:pPr>
            <a:r>
              <a:rPr lang="en-US" dirty="0"/>
              <a:t>Crowdsourcing and Disaster Management are not strangers to one another.</a:t>
            </a:r>
          </a:p>
          <a:p>
            <a:pPr marL="742950" lvl="1" indent="-285750" algn="l">
              <a:buFont typeface="Arial" panose="020B0604020202020204" pitchFamily="34" charset="0"/>
              <a:buChar char="•"/>
            </a:pPr>
            <a:r>
              <a:rPr lang="en-US" dirty="0"/>
              <a:t>How crowdsourcing can be used for Disaster Management.</a:t>
            </a:r>
          </a:p>
          <a:p>
            <a:pPr marL="457200" lvl="1" indent="0" algn="l"/>
            <a:endParaRPr lang="en-US" dirty="0"/>
          </a:p>
          <a:p>
            <a:pPr marL="285750" lvl="0" indent="-285750" algn="l" rtl="0">
              <a:spcBef>
                <a:spcPts val="0"/>
              </a:spcBef>
              <a:spcAft>
                <a:spcPts val="0"/>
              </a:spcAft>
              <a:buFont typeface="Arial" panose="020B0604020202020204" pitchFamily="34" charset="0"/>
              <a:buChar char="•"/>
            </a:pPr>
            <a:r>
              <a:rPr lang="en-US" dirty="0"/>
              <a:t>Issues with Past Suggestions.</a:t>
            </a:r>
          </a:p>
          <a:p>
            <a:pPr marL="742950" lvl="1" indent="-285750" algn="l">
              <a:buFont typeface="Arial" panose="020B0604020202020204" pitchFamily="34" charset="0"/>
              <a:buChar char="•"/>
            </a:pPr>
            <a:r>
              <a:rPr lang="en-US" dirty="0"/>
              <a:t>No Clear Mentioning of Data Collection Method.</a:t>
            </a:r>
          </a:p>
          <a:p>
            <a:pPr marL="742950" lvl="1" indent="-285750" algn="l">
              <a:buFont typeface="Arial" panose="020B0604020202020204" pitchFamily="34" charset="0"/>
              <a:buChar char="•"/>
            </a:pPr>
            <a:r>
              <a:rPr lang="en-US" dirty="0"/>
              <a:t>Many Ethical Issues Concerning Misinformation.</a:t>
            </a:r>
          </a:p>
          <a:p>
            <a:pPr marL="742950" lvl="1" indent="-285750" algn="l">
              <a:buFont typeface="Arial" panose="020B0604020202020204" pitchFamily="34" charset="0"/>
              <a:buChar char="•"/>
            </a:pPr>
            <a:r>
              <a:rPr lang="en-US" dirty="0"/>
              <a:t>No Clear Volunteer Motivation Technique.</a:t>
            </a:r>
          </a:p>
          <a:p>
            <a:pPr marL="742950" lvl="1" indent="-285750" algn="l">
              <a:buFont typeface="Arial" panose="020B0604020202020204" pitchFamily="34" charset="0"/>
              <a:buChar char="•"/>
            </a:pPr>
            <a:r>
              <a:rPr lang="en-US" dirty="0"/>
              <a:t>Outdates Techniques.</a:t>
            </a:r>
          </a:p>
          <a:p>
            <a:pPr marL="742950" lvl="1" indent="-285750" algn="l">
              <a:buFont typeface="Arial" panose="020B0604020202020204" pitchFamily="34" charset="0"/>
              <a:buChar char="•"/>
            </a:pPr>
            <a:endParaRPr lang="en-US" dirty="0"/>
          </a:p>
          <a:p>
            <a:pPr marL="285750" lvl="0" indent="-285750" algn="l" rtl="0">
              <a:spcBef>
                <a:spcPts val="0"/>
              </a:spcBef>
              <a:spcAft>
                <a:spcPts val="0"/>
              </a:spcAft>
              <a:buFont typeface="Arial" panose="020B0604020202020204" pitchFamily="34" charset="0"/>
              <a:buChar char="•"/>
            </a:pPr>
            <a:endParaRPr lang="en-US" dirty="0"/>
          </a:p>
          <a:p>
            <a:pPr marL="285750" lvl="0" indent="-285750" algn="l" rtl="0">
              <a:spcBef>
                <a:spcPts val="0"/>
              </a:spcBef>
              <a:spcAft>
                <a:spcPts val="0"/>
              </a:spcAft>
              <a:buFont typeface="Arial" panose="020B0604020202020204" pitchFamily="34" charset="0"/>
              <a:buChar char="•"/>
            </a:pPr>
            <a:endParaRPr dirty="0"/>
          </a:p>
        </p:txBody>
      </p:sp>
      <p:grpSp>
        <p:nvGrpSpPr>
          <p:cNvPr id="596" name="Google Shape;596;p42"/>
          <p:cNvGrpSpPr/>
          <p:nvPr/>
        </p:nvGrpSpPr>
        <p:grpSpPr>
          <a:xfrm flipH="1">
            <a:off x="-648677" y="231566"/>
            <a:ext cx="4673724" cy="4572530"/>
            <a:chOff x="2156673" y="683793"/>
            <a:chExt cx="3153660" cy="3085378"/>
          </a:xfrm>
        </p:grpSpPr>
        <p:sp>
          <p:nvSpPr>
            <p:cNvPr id="597" name="Google Shape;597;p42"/>
            <p:cNvSpPr/>
            <p:nvPr/>
          </p:nvSpPr>
          <p:spPr>
            <a:xfrm>
              <a:off x="2427325" y="2466583"/>
              <a:ext cx="97300" cy="1093822"/>
            </a:xfrm>
            <a:custGeom>
              <a:avLst/>
              <a:gdLst/>
              <a:ahLst/>
              <a:cxnLst/>
              <a:rect l="l" t="t" r="r" b="b"/>
              <a:pathLst>
                <a:path w="1268" h="4647" extrusionOk="0">
                  <a:moveTo>
                    <a:pt x="1" y="4554"/>
                  </a:moveTo>
                  <a:lnTo>
                    <a:pt x="1" y="1"/>
                  </a:lnTo>
                  <a:lnTo>
                    <a:pt x="1267" y="1"/>
                  </a:lnTo>
                  <a:lnTo>
                    <a:pt x="1267" y="4647"/>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42"/>
            <p:cNvSpPr/>
            <p:nvPr/>
          </p:nvSpPr>
          <p:spPr>
            <a:xfrm>
              <a:off x="2985354" y="911316"/>
              <a:ext cx="347621" cy="1967089"/>
            </a:xfrm>
            <a:custGeom>
              <a:avLst/>
              <a:gdLst/>
              <a:ahLst/>
              <a:cxnLst/>
              <a:rect l="l" t="t" r="r" b="b"/>
              <a:pathLst>
                <a:path w="4530" h="25634" extrusionOk="0">
                  <a:moveTo>
                    <a:pt x="2929" y="0"/>
                  </a:moveTo>
                  <a:lnTo>
                    <a:pt x="3022" y="8273"/>
                  </a:lnTo>
                  <a:lnTo>
                    <a:pt x="2886" y="7204"/>
                  </a:lnTo>
                  <a:lnTo>
                    <a:pt x="2144" y="7810"/>
                  </a:lnTo>
                  <a:lnTo>
                    <a:pt x="1743" y="8094"/>
                  </a:lnTo>
                  <a:cubicBezTo>
                    <a:pt x="1743" y="7884"/>
                    <a:pt x="1749" y="7667"/>
                    <a:pt x="1749" y="7464"/>
                  </a:cubicBezTo>
                  <a:lnTo>
                    <a:pt x="1749" y="7464"/>
                  </a:lnTo>
                  <a:cubicBezTo>
                    <a:pt x="1786" y="7451"/>
                    <a:pt x="1792" y="7383"/>
                    <a:pt x="1749" y="7377"/>
                  </a:cubicBezTo>
                  <a:lnTo>
                    <a:pt x="1749" y="7377"/>
                  </a:lnTo>
                  <a:lnTo>
                    <a:pt x="1749" y="7099"/>
                  </a:lnTo>
                  <a:cubicBezTo>
                    <a:pt x="1749" y="6809"/>
                    <a:pt x="1755" y="6518"/>
                    <a:pt x="1755" y="6234"/>
                  </a:cubicBezTo>
                  <a:cubicBezTo>
                    <a:pt x="1755" y="5956"/>
                    <a:pt x="1780" y="5666"/>
                    <a:pt x="1743" y="5388"/>
                  </a:cubicBezTo>
                  <a:cubicBezTo>
                    <a:pt x="1730" y="5363"/>
                    <a:pt x="1687" y="5363"/>
                    <a:pt x="1687" y="5388"/>
                  </a:cubicBezTo>
                  <a:cubicBezTo>
                    <a:pt x="1650" y="5672"/>
                    <a:pt x="1662" y="5956"/>
                    <a:pt x="1669" y="6234"/>
                  </a:cubicBezTo>
                  <a:lnTo>
                    <a:pt x="1669" y="6469"/>
                  </a:lnTo>
                  <a:cubicBezTo>
                    <a:pt x="1477" y="6420"/>
                    <a:pt x="1304" y="6444"/>
                    <a:pt x="1131" y="6494"/>
                  </a:cubicBezTo>
                  <a:cubicBezTo>
                    <a:pt x="1119" y="6389"/>
                    <a:pt x="1119" y="6290"/>
                    <a:pt x="1113" y="6179"/>
                  </a:cubicBezTo>
                  <a:cubicBezTo>
                    <a:pt x="1106" y="6024"/>
                    <a:pt x="1094" y="5863"/>
                    <a:pt x="1082" y="5709"/>
                  </a:cubicBezTo>
                  <a:cubicBezTo>
                    <a:pt x="1075" y="5567"/>
                    <a:pt x="1075" y="5419"/>
                    <a:pt x="1038" y="5283"/>
                  </a:cubicBezTo>
                  <a:cubicBezTo>
                    <a:pt x="1020" y="5233"/>
                    <a:pt x="964" y="5252"/>
                    <a:pt x="958" y="5289"/>
                  </a:cubicBezTo>
                  <a:cubicBezTo>
                    <a:pt x="946" y="5443"/>
                    <a:pt x="977" y="5610"/>
                    <a:pt x="989" y="5765"/>
                  </a:cubicBezTo>
                  <a:cubicBezTo>
                    <a:pt x="1008" y="5919"/>
                    <a:pt x="1014" y="6080"/>
                    <a:pt x="1026" y="6234"/>
                  </a:cubicBezTo>
                  <a:cubicBezTo>
                    <a:pt x="1038" y="6327"/>
                    <a:pt x="1045" y="6426"/>
                    <a:pt x="1045" y="6518"/>
                  </a:cubicBezTo>
                  <a:cubicBezTo>
                    <a:pt x="711" y="6660"/>
                    <a:pt x="390" y="6908"/>
                    <a:pt x="25" y="6908"/>
                  </a:cubicBezTo>
                  <a:cubicBezTo>
                    <a:pt x="0" y="6908"/>
                    <a:pt x="0" y="6945"/>
                    <a:pt x="25" y="6945"/>
                  </a:cubicBezTo>
                  <a:cubicBezTo>
                    <a:pt x="309" y="6957"/>
                    <a:pt x="581" y="6833"/>
                    <a:pt x="828" y="6704"/>
                  </a:cubicBezTo>
                  <a:cubicBezTo>
                    <a:pt x="896" y="6667"/>
                    <a:pt x="977" y="6636"/>
                    <a:pt x="1051" y="6605"/>
                  </a:cubicBezTo>
                  <a:cubicBezTo>
                    <a:pt x="1069" y="6778"/>
                    <a:pt x="1075" y="6957"/>
                    <a:pt x="1088" y="7142"/>
                  </a:cubicBezTo>
                  <a:cubicBezTo>
                    <a:pt x="1100" y="7235"/>
                    <a:pt x="1100" y="7334"/>
                    <a:pt x="1106" y="7427"/>
                  </a:cubicBezTo>
                  <a:cubicBezTo>
                    <a:pt x="1088" y="7427"/>
                    <a:pt x="1082" y="7439"/>
                    <a:pt x="1069" y="7439"/>
                  </a:cubicBezTo>
                  <a:cubicBezTo>
                    <a:pt x="835" y="7488"/>
                    <a:pt x="612" y="7569"/>
                    <a:pt x="396" y="7667"/>
                  </a:cubicBezTo>
                  <a:cubicBezTo>
                    <a:pt x="371" y="7686"/>
                    <a:pt x="390" y="7723"/>
                    <a:pt x="421" y="7717"/>
                  </a:cubicBezTo>
                  <a:cubicBezTo>
                    <a:pt x="637" y="7630"/>
                    <a:pt x="859" y="7569"/>
                    <a:pt x="1082" y="7525"/>
                  </a:cubicBezTo>
                  <a:cubicBezTo>
                    <a:pt x="1088" y="7525"/>
                    <a:pt x="1100" y="7525"/>
                    <a:pt x="1113" y="7513"/>
                  </a:cubicBezTo>
                  <a:cubicBezTo>
                    <a:pt x="1131" y="7847"/>
                    <a:pt x="1137" y="8168"/>
                    <a:pt x="1150" y="8502"/>
                  </a:cubicBezTo>
                  <a:lnTo>
                    <a:pt x="1045" y="8582"/>
                  </a:lnTo>
                  <a:lnTo>
                    <a:pt x="1045" y="25633"/>
                  </a:lnTo>
                  <a:lnTo>
                    <a:pt x="4529" y="25077"/>
                  </a:lnTo>
                  <a:lnTo>
                    <a:pt x="4529" y="0"/>
                  </a:lnTo>
                  <a:close/>
                  <a:moveTo>
                    <a:pt x="1162" y="7130"/>
                  </a:moveTo>
                  <a:cubicBezTo>
                    <a:pt x="1156" y="6951"/>
                    <a:pt x="1137" y="6765"/>
                    <a:pt x="1131" y="6586"/>
                  </a:cubicBezTo>
                  <a:cubicBezTo>
                    <a:pt x="1298" y="6525"/>
                    <a:pt x="1483" y="6500"/>
                    <a:pt x="1662" y="6555"/>
                  </a:cubicBezTo>
                  <a:lnTo>
                    <a:pt x="1662" y="7099"/>
                  </a:lnTo>
                  <a:lnTo>
                    <a:pt x="1662" y="7371"/>
                  </a:lnTo>
                  <a:cubicBezTo>
                    <a:pt x="1570" y="7371"/>
                    <a:pt x="1477" y="7383"/>
                    <a:pt x="1384" y="7389"/>
                  </a:cubicBezTo>
                  <a:cubicBezTo>
                    <a:pt x="1310" y="7402"/>
                    <a:pt x="1236" y="7414"/>
                    <a:pt x="1162" y="7433"/>
                  </a:cubicBezTo>
                  <a:cubicBezTo>
                    <a:pt x="1168" y="7328"/>
                    <a:pt x="1162" y="7229"/>
                    <a:pt x="1162" y="7130"/>
                  </a:cubicBezTo>
                  <a:close/>
                  <a:moveTo>
                    <a:pt x="1174" y="7513"/>
                  </a:moveTo>
                  <a:cubicBezTo>
                    <a:pt x="1261" y="7501"/>
                    <a:pt x="1341" y="7488"/>
                    <a:pt x="1421" y="7476"/>
                  </a:cubicBezTo>
                  <a:cubicBezTo>
                    <a:pt x="1508" y="7470"/>
                    <a:pt x="1594" y="7470"/>
                    <a:pt x="1681" y="7464"/>
                  </a:cubicBezTo>
                  <a:cubicBezTo>
                    <a:pt x="1681" y="7686"/>
                    <a:pt x="1687" y="7908"/>
                    <a:pt x="1687" y="8131"/>
                  </a:cubicBezTo>
                  <a:lnTo>
                    <a:pt x="1205" y="8471"/>
                  </a:lnTo>
                  <a:cubicBezTo>
                    <a:pt x="1199" y="8156"/>
                    <a:pt x="1193" y="7840"/>
                    <a:pt x="1174" y="7513"/>
                  </a:cubicBez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42"/>
            <p:cNvSpPr/>
            <p:nvPr/>
          </p:nvSpPr>
          <p:spPr>
            <a:xfrm>
              <a:off x="3662864" y="1470263"/>
              <a:ext cx="1250668" cy="1656072"/>
            </a:xfrm>
            <a:custGeom>
              <a:avLst/>
              <a:gdLst/>
              <a:ahLst/>
              <a:cxnLst/>
              <a:rect l="l" t="t" r="r" b="b"/>
              <a:pathLst>
                <a:path w="16298" h="21581" extrusionOk="0">
                  <a:moveTo>
                    <a:pt x="0" y="0"/>
                  </a:moveTo>
                  <a:lnTo>
                    <a:pt x="16298" y="0"/>
                  </a:lnTo>
                  <a:lnTo>
                    <a:pt x="16298" y="21581"/>
                  </a:lnTo>
                  <a:lnTo>
                    <a:pt x="0" y="21581"/>
                  </a:lnTo>
                  <a:close/>
                </a:path>
              </a:pathLst>
            </a:custGeom>
            <a:solidFill>
              <a:srgbClr val="000000">
                <a:alpha val="262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42"/>
            <p:cNvSpPr/>
            <p:nvPr/>
          </p:nvSpPr>
          <p:spPr>
            <a:xfrm>
              <a:off x="3463731" y="1444173"/>
              <a:ext cx="1689683" cy="2022110"/>
            </a:xfrm>
            <a:custGeom>
              <a:avLst/>
              <a:gdLst/>
              <a:ahLst/>
              <a:cxnLst/>
              <a:rect l="l" t="t" r="r" b="b"/>
              <a:pathLst>
                <a:path w="22019" h="26351" extrusionOk="0">
                  <a:moveTo>
                    <a:pt x="5289" y="1"/>
                  </a:moveTo>
                  <a:lnTo>
                    <a:pt x="7896" y="279"/>
                  </a:lnTo>
                  <a:lnTo>
                    <a:pt x="8390" y="1860"/>
                  </a:lnTo>
                  <a:lnTo>
                    <a:pt x="10095" y="2602"/>
                  </a:lnTo>
                  <a:lnTo>
                    <a:pt x="12449" y="2324"/>
                  </a:lnTo>
                  <a:lnTo>
                    <a:pt x="13561" y="2818"/>
                  </a:lnTo>
                  <a:lnTo>
                    <a:pt x="15050" y="3189"/>
                  </a:lnTo>
                  <a:lnTo>
                    <a:pt x="15050" y="8551"/>
                  </a:lnTo>
                  <a:lnTo>
                    <a:pt x="7154" y="8551"/>
                  </a:lnTo>
                  <a:lnTo>
                    <a:pt x="7124" y="5635"/>
                  </a:lnTo>
                  <a:lnTo>
                    <a:pt x="6846" y="5017"/>
                  </a:lnTo>
                  <a:lnTo>
                    <a:pt x="5579" y="4770"/>
                  </a:lnTo>
                  <a:lnTo>
                    <a:pt x="5313" y="4029"/>
                  </a:lnTo>
                  <a:lnTo>
                    <a:pt x="2632" y="4029"/>
                  </a:lnTo>
                  <a:lnTo>
                    <a:pt x="2632" y="2355"/>
                  </a:lnTo>
                  <a:lnTo>
                    <a:pt x="4980" y="2355"/>
                  </a:lnTo>
                  <a:cubicBezTo>
                    <a:pt x="4949" y="2200"/>
                    <a:pt x="4918" y="2064"/>
                    <a:pt x="4887" y="1984"/>
                  </a:cubicBezTo>
                  <a:cubicBezTo>
                    <a:pt x="4764" y="1644"/>
                    <a:pt x="4547" y="1212"/>
                    <a:pt x="4547" y="1212"/>
                  </a:cubicBezTo>
                  <a:cubicBezTo>
                    <a:pt x="4547" y="1212"/>
                    <a:pt x="3343" y="470"/>
                    <a:pt x="3219" y="347"/>
                  </a:cubicBezTo>
                  <a:lnTo>
                    <a:pt x="4170" y="7"/>
                  </a:lnTo>
                  <a:lnTo>
                    <a:pt x="0" y="7"/>
                  </a:lnTo>
                  <a:lnTo>
                    <a:pt x="0" y="26350"/>
                  </a:lnTo>
                  <a:lnTo>
                    <a:pt x="22019" y="26350"/>
                  </a:lnTo>
                  <a:lnTo>
                    <a:pt x="2201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42"/>
            <p:cNvSpPr/>
            <p:nvPr/>
          </p:nvSpPr>
          <p:spPr>
            <a:xfrm>
              <a:off x="4278677" y="2532677"/>
              <a:ext cx="225225" cy="334806"/>
            </a:xfrm>
            <a:custGeom>
              <a:avLst/>
              <a:gdLst/>
              <a:ahLst/>
              <a:cxnLst/>
              <a:rect l="l" t="t" r="r" b="b"/>
              <a:pathLst>
                <a:path w="2935" h="4363" extrusionOk="0">
                  <a:moveTo>
                    <a:pt x="0" y="4239"/>
                  </a:moveTo>
                  <a:cubicBezTo>
                    <a:pt x="93" y="4208"/>
                    <a:pt x="1205" y="3405"/>
                    <a:pt x="1205" y="3405"/>
                  </a:cubicBezTo>
                  <a:cubicBezTo>
                    <a:pt x="1205" y="3405"/>
                    <a:pt x="1668" y="3096"/>
                    <a:pt x="1668" y="2818"/>
                  </a:cubicBezTo>
                  <a:cubicBezTo>
                    <a:pt x="1668" y="2540"/>
                    <a:pt x="1946" y="2293"/>
                    <a:pt x="1946" y="2293"/>
                  </a:cubicBezTo>
                  <a:lnTo>
                    <a:pt x="2503" y="1984"/>
                  </a:lnTo>
                  <a:lnTo>
                    <a:pt x="2935" y="1"/>
                  </a:lnTo>
                  <a:lnTo>
                    <a:pt x="2688" y="2169"/>
                  </a:lnTo>
                  <a:lnTo>
                    <a:pt x="2039" y="2571"/>
                  </a:lnTo>
                  <a:lnTo>
                    <a:pt x="1854" y="3096"/>
                  </a:lnTo>
                  <a:lnTo>
                    <a:pt x="1607" y="3466"/>
                  </a:lnTo>
                  <a:lnTo>
                    <a:pt x="2564" y="3374"/>
                  </a:lnTo>
                  <a:lnTo>
                    <a:pt x="1854" y="3714"/>
                  </a:lnTo>
                  <a:cubicBezTo>
                    <a:pt x="1854" y="3714"/>
                    <a:pt x="1174" y="3683"/>
                    <a:pt x="1082" y="3714"/>
                  </a:cubicBezTo>
                  <a:cubicBezTo>
                    <a:pt x="989" y="3744"/>
                    <a:pt x="186" y="4362"/>
                    <a:pt x="186" y="4362"/>
                  </a:cubicBez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42"/>
            <p:cNvSpPr/>
            <p:nvPr/>
          </p:nvSpPr>
          <p:spPr>
            <a:xfrm>
              <a:off x="4348354" y="2968385"/>
              <a:ext cx="238040" cy="429577"/>
            </a:xfrm>
            <a:custGeom>
              <a:avLst/>
              <a:gdLst/>
              <a:ahLst/>
              <a:cxnLst/>
              <a:rect l="l" t="t" r="r" b="b"/>
              <a:pathLst>
                <a:path w="3102" h="5598" extrusionOk="0">
                  <a:moveTo>
                    <a:pt x="3015" y="5598"/>
                  </a:moveTo>
                  <a:cubicBezTo>
                    <a:pt x="2991" y="5462"/>
                    <a:pt x="2595" y="3689"/>
                    <a:pt x="2595" y="3689"/>
                  </a:cubicBezTo>
                  <a:lnTo>
                    <a:pt x="1761" y="2997"/>
                  </a:lnTo>
                  <a:lnTo>
                    <a:pt x="1508" y="2070"/>
                  </a:lnTo>
                  <a:lnTo>
                    <a:pt x="1205" y="1489"/>
                  </a:lnTo>
                  <a:lnTo>
                    <a:pt x="1" y="0"/>
                  </a:lnTo>
                  <a:lnTo>
                    <a:pt x="371" y="25"/>
                  </a:lnTo>
                  <a:lnTo>
                    <a:pt x="1415" y="1539"/>
                  </a:lnTo>
                  <a:lnTo>
                    <a:pt x="1669" y="2163"/>
                  </a:lnTo>
                  <a:lnTo>
                    <a:pt x="1854" y="2904"/>
                  </a:lnTo>
                  <a:lnTo>
                    <a:pt x="2737" y="3485"/>
                  </a:lnTo>
                  <a:lnTo>
                    <a:pt x="3102" y="5560"/>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42"/>
            <p:cNvSpPr/>
            <p:nvPr/>
          </p:nvSpPr>
          <p:spPr>
            <a:xfrm>
              <a:off x="3665166" y="2591917"/>
              <a:ext cx="238116" cy="128612"/>
            </a:xfrm>
            <a:custGeom>
              <a:avLst/>
              <a:gdLst/>
              <a:ahLst/>
              <a:cxnLst/>
              <a:rect l="l" t="t" r="r" b="b"/>
              <a:pathLst>
                <a:path w="3103" h="1676" extrusionOk="0">
                  <a:moveTo>
                    <a:pt x="1" y="1"/>
                  </a:moveTo>
                  <a:lnTo>
                    <a:pt x="3102" y="1"/>
                  </a:lnTo>
                  <a:lnTo>
                    <a:pt x="3102" y="1675"/>
                  </a:lnTo>
                  <a:lnTo>
                    <a:pt x="1" y="1675"/>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42"/>
            <p:cNvSpPr/>
            <p:nvPr/>
          </p:nvSpPr>
          <p:spPr>
            <a:xfrm>
              <a:off x="3712129" y="2591917"/>
              <a:ext cx="138511" cy="128075"/>
            </a:xfrm>
            <a:custGeom>
              <a:avLst/>
              <a:gdLst/>
              <a:ahLst/>
              <a:cxnLst/>
              <a:rect l="l" t="t" r="r" b="b"/>
              <a:pathLst>
                <a:path w="1805" h="1669" extrusionOk="0">
                  <a:moveTo>
                    <a:pt x="785" y="1669"/>
                  </a:moveTo>
                  <a:lnTo>
                    <a:pt x="1805" y="1669"/>
                  </a:lnTo>
                  <a:lnTo>
                    <a:pt x="1557" y="1206"/>
                  </a:lnTo>
                  <a:lnTo>
                    <a:pt x="1360" y="1082"/>
                  </a:lnTo>
                  <a:lnTo>
                    <a:pt x="1372" y="662"/>
                  </a:lnTo>
                  <a:lnTo>
                    <a:pt x="1125" y="1"/>
                  </a:lnTo>
                  <a:lnTo>
                    <a:pt x="1088" y="1"/>
                  </a:lnTo>
                  <a:lnTo>
                    <a:pt x="1249" y="724"/>
                  </a:lnTo>
                  <a:lnTo>
                    <a:pt x="1156" y="1094"/>
                  </a:lnTo>
                  <a:close/>
                  <a:moveTo>
                    <a:pt x="75" y="761"/>
                  </a:moveTo>
                  <a:lnTo>
                    <a:pt x="316" y="1"/>
                  </a:lnTo>
                  <a:lnTo>
                    <a:pt x="1" y="1"/>
                  </a:lnTo>
                  <a:cubicBezTo>
                    <a:pt x="25" y="273"/>
                    <a:pt x="75" y="761"/>
                    <a:pt x="75" y="761"/>
                  </a:cubicBezTo>
                  <a:close/>
                </a:path>
              </a:pathLst>
            </a:custGeom>
            <a:solidFill>
              <a:srgbClr val="7A2B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42"/>
            <p:cNvSpPr/>
            <p:nvPr/>
          </p:nvSpPr>
          <p:spPr>
            <a:xfrm>
              <a:off x="4089060" y="3136207"/>
              <a:ext cx="238040" cy="128535"/>
            </a:xfrm>
            <a:custGeom>
              <a:avLst/>
              <a:gdLst/>
              <a:ahLst/>
              <a:cxnLst/>
              <a:rect l="l" t="t" r="r" b="b"/>
              <a:pathLst>
                <a:path w="3102" h="1675" extrusionOk="0">
                  <a:moveTo>
                    <a:pt x="0" y="0"/>
                  </a:moveTo>
                  <a:lnTo>
                    <a:pt x="3102" y="0"/>
                  </a:lnTo>
                  <a:lnTo>
                    <a:pt x="3102" y="1675"/>
                  </a:lnTo>
                  <a:lnTo>
                    <a:pt x="0" y="1675"/>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42"/>
            <p:cNvSpPr/>
            <p:nvPr/>
          </p:nvSpPr>
          <p:spPr>
            <a:xfrm>
              <a:off x="3463725" y="1439425"/>
              <a:ext cx="347629" cy="139500"/>
            </a:xfrm>
            <a:custGeom>
              <a:avLst/>
              <a:gdLst/>
              <a:ahLst/>
              <a:cxnLst/>
              <a:rect l="l" t="t" r="r" b="b"/>
              <a:pathLst>
                <a:path w="4826" h="1818" extrusionOk="0">
                  <a:moveTo>
                    <a:pt x="4548" y="1206"/>
                  </a:moveTo>
                  <a:cubicBezTo>
                    <a:pt x="4548" y="1206"/>
                    <a:pt x="3343" y="464"/>
                    <a:pt x="3220" y="341"/>
                  </a:cubicBezTo>
                  <a:lnTo>
                    <a:pt x="4171" y="1"/>
                  </a:lnTo>
                  <a:lnTo>
                    <a:pt x="1" y="1"/>
                  </a:lnTo>
                  <a:lnTo>
                    <a:pt x="1" y="1817"/>
                  </a:lnTo>
                  <a:lnTo>
                    <a:pt x="4826" y="1817"/>
                  </a:lnTo>
                  <a:cubicBezTo>
                    <a:pt x="4702" y="1508"/>
                    <a:pt x="4548" y="1206"/>
                    <a:pt x="4548" y="1206"/>
                  </a:cubicBez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42"/>
            <p:cNvSpPr/>
            <p:nvPr/>
          </p:nvSpPr>
          <p:spPr>
            <a:xfrm>
              <a:off x="3470791" y="1289166"/>
              <a:ext cx="1689760" cy="2176659"/>
            </a:xfrm>
            <a:custGeom>
              <a:avLst/>
              <a:gdLst/>
              <a:ahLst/>
              <a:cxnLst/>
              <a:rect l="l" t="t" r="r" b="b"/>
              <a:pathLst>
                <a:path w="22020" h="28365" extrusionOk="0">
                  <a:moveTo>
                    <a:pt x="22020" y="3763"/>
                  </a:moveTo>
                  <a:lnTo>
                    <a:pt x="22020" y="1959"/>
                  </a:lnTo>
                  <a:lnTo>
                    <a:pt x="20352" y="1959"/>
                  </a:lnTo>
                  <a:lnTo>
                    <a:pt x="20352" y="0"/>
                  </a:lnTo>
                  <a:lnTo>
                    <a:pt x="14637" y="0"/>
                  </a:lnTo>
                  <a:lnTo>
                    <a:pt x="14637" y="1959"/>
                  </a:lnTo>
                  <a:lnTo>
                    <a:pt x="5289" y="1959"/>
                  </a:lnTo>
                  <a:lnTo>
                    <a:pt x="7897" y="2237"/>
                  </a:lnTo>
                  <a:lnTo>
                    <a:pt x="8378" y="3763"/>
                  </a:lnTo>
                  <a:lnTo>
                    <a:pt x="14637" y="3763"/>
                  </a:lnTo>
                  <a:lnTo>
                    <a:pt x="14637" y="5122"/>
                  </a:lnTo>
                  <a:lnTo>
                    <a:pt x="14958" y="5209"/>
                  </a:lnTo>
                  <a:lnTo>
                    <a:pt x="14958" y="10083"/>
                  </a:lnTo>
                  <a:lnTo>
                    <a:pt x="14637" y="10083"/>
                  </a:lnTo>
                  <a:lnTo>
                    <a:pt x="14637" y="11109"/>
                  </a:lnTo>
                  <a:lnTo>
                    <a:pt x="1" y="11109"/>
                  </a:lnTo>
                  <a:lnTo>
                    <a:pt x="1" y="13852"/>
                  </a:lnTo>
                  <a:lnTo>
                    <a:pt x="14637" y="13852"/>
                  </a:lnTo>
                  <a:lnTo>
                    <a:pt x="14637" y="21185"/>
                  </a:lnTo>
                  <a:lnTo>
                    <a:pt x="1" y="21185"/>
                  </a:lnTo>
                  <a:lnTo>
                    <a:pt x="1" y="23928"/>
                  </a:lnTo>
                  <a:lnTo>
                    <a:pt x="14637" y="23928"/>
                  </a:lnTo>
                  <a:lnTo>
                    <a:pt x="14637" y="28364"/>
                  </a:lnTo>
                  <a:lnTo>
                    <a:pt x="20352" y="28364"/>
                  </a:lnTo>
                  <a:lnTo>
                    <a:pt x="20352" y="23928"/>
                  </a:lnTo>
                  <a:lnTo>
                    <a:pt x="22020" y="23928"/>
                  </a:lnTo>
                  <a:lnTo>
                    <a:pt x="22020" y="21185"/>
                  </a:lnTo>
                  <a:lnTo>
                    <a:pt x="20352" y="21185"/>
                  </a:lnTo>
                  <a:lnTo>
                    <a:pt x="20352" y="13852"/>
                  </a:lnTo>
                  <a:lnTo>
                    <a:pt x="22020" y="13852"/>
                  </a:lnTo>
                  <a:lnTo>
                    <a:pt x="22020" y="11109"/>
                  </a:lnTo>
                  <a:lnTo>
                    <a:pt x="20352" y="11109"/>
                  </a:lnTo>
                  <a:lnTo>
                    <a:pt x="20352" y="3763"/>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42"/>
            <p:cNvSpPr/>
            <p:nvPr/>
          </p:nvSpPr>
          <p:spPr>
            <a:xfrm>
              <a:off x="3855320" y="1322853"/>
              <a:ext cx="601699" cy="166444"/>
            </a:xfrm>
            <a:custGeom>
              <a:avLst/>
              <a:gdLst/>
              <a:ahLst/>
              <a:cxnLst/>
              <a:rect l="l" t="t" r="r" b="b"/>
              <a:pathLst>
                <a:path w="7841" h="2169" extrusionOk="0">
                  <a:moveTo>
                    <a:pt x="0" y="587"/>
                  </a:moveTo>
                  <a:lnTo>
                    <a:pt x="2978" y="680"/>
                  </a:lnTo>
                  <a:lnTo>
                    <a:pt x="4869" y="155"/>
                  </a:lnTo>
                  <a:lnTo>
                    <a:pt x="7840" y="0"/>
                  </a:lnTo>
                  <a:lnTo>
                    <a:pt x="6883" y="1829"/>
                  </a:lnTo>
                  <a:lnTo>
                    <a:pt x="5548" y="2169"/>
                  </a:lnTo>
                  <a:lnTo>
                    <a:pt x="1495" y="1736"/>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42"/>
            <p:cNvSpPr/>
            <p:nvPr/>
          </p:nvSpPr>
          <p:spPr>
            <a:xfrm>
              <a:off x="4031200" y="2063358"/>
              <a:ext cx="445231" cy="198213"/>
            </a:xfrm>
            <a:custGeom>
              <a:avLst/>
              <a:gdLst/>
              <a:ahLst/>
              <a:cxnLst/>
              <a:rect l="l" t="t" r="r" b="b"/>
              <a:pathLst>
                <a:path w="5802" h="2583" extrusionOk="0">
                  <a:moveTo>
                    <a:pt x="0" y="1131"/>
                  </a:moveTo>
                  <a:lnTo>
                    <a:pt x="371" y="606"/>
                  </a:lnTo>
                  <a:lnTo>
                    <a:pt x="2546" y="389"/>
                  </a:lnTo>
                  <a:lnTo>
                    <a:pt x="4498" y="19"/>
                  </a:lnTo>
                  <a:lnTo>
                    <a:pt x="5802" y="0"/>
                  </a:lnTo>
                  <a:lnTo>
                    <a:pt x="4931" y="1409"/>
                  </a:lnTo>
                  <a:cubicBezTo>
                    <a:pt x="4931" y="1409"/>
                    <a:pt x="3225" y="2336"/>
                    <a:pt x="3040" y="2336"/>
                  </a:cubicBezTo>
                  <a:cubicBezTo>
                    <a:pt x="2855" y="2336"/>
                    <a:pt x="1681" y="2583"/>
                    <a:pt x="1681" y="2583"/>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42"/>
            <p:cNvSpPr/>
            <p:nvPr/>
          </p:nvSpPr>
          <p:spPr>
            <a:xfrm>
              <a:off x="3392136" y="1238443"/>
              <a:ext cx="1861345" cy="1808703"/>
            </a:xfrm>
            <a:custGeom>
              <a:avLst/>
              <a:gdLst/>
              <a:ahLst/>
              <a:cxnLst/>
              <a:rect l="l" t="t" r="r" b="b"/>
              <a:pathLst>
                <a:path w="24256" h="23570" extrusionOk="0">
                  <a:moveTo>
                    <a:pt x="13957" y="661"/>
                  </a:moveTo>
                  <a:lnTo>
                    <a:pt x="13259" y="1038"/>
                  </a:lnTo>
                  <a:lnTo>
                    <a:pt x="12672" y="1990"/>
                  </a:lnTo>
                  <a:lnTo>
                    <a:pt x="11590" y="3071"/>
                  </a:lnTo>
                  <a:lnTo>
                    <a:pt x="10633" y="2947"/>
                  </a:lnTo>
                  <a:lnTo>
                    <a:pt x="9366" y="2478"/>
                  </a:lnTo>
                  <a:lnTo>
                    <a:pt x="9459" y="2157"/>
                  </a:lnTo>
                  <a:cubicBezTo>
                    <a:pt x="9478" y="2157"/>
                    <a:pt x="9490" y="2163"/>
                    <a:pt x="9508" y="2163"/>
                  </a:cubicBezTo>
                  <a:cubicBezTo>
                    <a:pt x="9854" y="2224"/>
                    <a:pt x="10200" y="2311"/>
                    <a:pt x="10546" y="2354"/>
                  </a:cubicBezTo>
                  <a:cubicBezTo>
                    <a:pt x="10590" y="2360"/>
                    <a:pt x="10596" y="2292"/>
                    <a:pt x="10553" y="2286"/>
                  </a:cubicBezTo>
                  <a:cubicBezTo>
                    <a:pt x="10213" y="2187"/>
                    <a:pt x="9854" y="2132"/>
                    <a:pt x="9496" y="2070"/>
                  </a:cubicBezTo>
                  <a:lnTo>
                    <a:pt x="9484" y="2070"/>
                  </a:lnTo>
                  <a:cubicBezTo>
                    <a:pt x="9515" y="1971"/>
                    <a:pt x="9552" y="1879"/>
                    <a:pt x="9583" y="1773"/>
                  </a:cubicBezTo>
                  <a:lnTo>
                    <a:pt x="9904" y="1848"/>
                  </a:lnTo>
                  <a:cubicBezTo>
                    <a:pt x="10108" y="1891"/>
                    <a:pt x="10318" y="1940"/>
                    <a:pt x="10515" y="1990"/>
                  </a:cubicBezTo>
                  <a:cubicBezTo>
                    <a:pt x="10732" y="2045"/>
                    <a:pt x="10954" y="2138"/>
                    <a:pt x="11183" y="2169"/>
                  </a:cubicBezTo>
                  <a:cubicBezTo>
                    <a:pt x="11214" y="2175"/>
                    <a:pt x="11232" y="2132"/>
                    <a:pt x="11201" y="2113"/>
                  </a:cubicBezTo>
                  <a:cubicBezTo>
                    <a:pt x="11016" y="2033"/>
                    <a:pt x="10793" y="1984"/>
                    <a:pt x="10596" y="1928"/>
                  </a:cubicBezTo>
                  <a:cubicBezTo>
                    <a:pt x="10392" y="1879"/>
                    <a:pt x="10182" y="1823"/>
                    <a:pt x="9984" y="1773"/>
                  </a:cubicBezTo>
                  <a:cubicBezTo>
                    <a:pt x="9861" y="1743"/>
                    <a:pt x="9737" y="1724"/>
                    <a:pt x="9613" y="1699"/>
                  </a:cubicBezTo>
                  <a:cubicBezTo>
                    <a:pt x="9644" y="1631"/>
                    <a:pt x="9669" y="1551"/>
                    <a:pt x="9700" y="1483"/>
                  </a:cubicBezTo>
                  <a:cubicBezTo>
                    <a:pt x="9805" y="1242"/>
                    <a:pt x="9922" y="1001"/>
                    <a:pt x="10052" y="779"/>
                  </a:cubicBezTo>
                  <a:cubicBezTo>
                    <a:pt x="10194" y="550"/>
                    <a:pt x="10355" y="334"/>
                    <a:pt x="10491" y="93"/>
                  </a:cubicBezTo>
                  <a:cubicBezTo>
                    <a:pt x="10515" y="44"/>
                    <a:pt x="10454" y="0"/>
                    <a:pt x="10423" y="37"/>
                  </a:cubicBezTo>
                  <a:cubicBezTo>
                    <a:pt x="10244" y="229"/>
                    <a:pt x="10108" y="470"/>
                    <a:pt x="9978" y="705"/>
                  </a:cubicBezTo>
                  <a:cubicBezTo>
                    <a:pt x="9836" y="946"/>
                    <a:pt x="9712" y="1199"/>
                    <a:pt x="9607" y="1452"/>
                  </a:cubicBezTo>
                  <a:cubicBezTo>
                    <a:pt x="9576" y="1520"/>
                    <a:pt x="9552" y="1600"/>
                    <a:pt x="9521" y="1675"/>
                  </a:cubicBezTo>
                  <a:cubicBezTo>
                    <a:pt x="9237" y="1619"/>
                    <a:pt x="8946" y="1570"/>
                    <a:pt x="8662" y="1520"/>
                  </a:cubicBezTo>
                  <a:cubicBezTo>
                    <a:pt x="8631" y="1514"/>
                    <a:pt x="8600" y="1514"/>
                    <a:pt x="8576" y="1514"/>
                  </a:cubicBezTo>
                  <a:cubicBezTo>
                    <a:pt x="8588" y="1477"/>
                    <a:pt x="8594" y="1434"/>
                    <a:pt x="8606" y="1397"/>
                  </a:cubicBezTo>
                  <a:cubicBezTo>
                    <a:pt x="8650" y="1248"/>
                    <a:pt x="8711" y="1094"/>
                    <a:pt x="8724" y="952"/>
                  </a:cubicBezTo>
                  <a:cubicBezTo>
                    <a:pt x="8724" y="909"/>
                    <a:pt x="8668" y="902"/>
                    <a:pt x="8656" y="933"/>
                  </a:cubicBezTo>
                  <a:cubicBezTo>
                    <a:pt x="8588" y="1063"/>
                    <a:pt x="8563" y="1236"/>
                    <a:pt x="8526" y="1384"/>
                  </a:cubicBezTo>
                  <a:cubicBezTo>
                    <a:pt x="8514" y="1421"/>
                    <a:pt x="8508" y="1465"/>
                    <a:pt x="8495" y="1508"/>
                  </a:cubicBezTo>
                  <a:cubicBezTo>
                    <a:pt x="7982" y="1434"/>
                    <a:pt x="7463" y="1390"/>
                    <a:pt x="6957" y="1360"/>
                  </a:cubicBezTo>
                  <a:lnTo>
                    <a:pt x="6907" y="1236"/>
                  </a:lnTo>
                  <a:lnTo>
                    <a:pt x="6351" y="649"/>
                  </a:lnTo>
                  <a:lnTo>
                    <a:pt x="6" y="649"/>
                  </a:lnTo>
                  <a:lnTo>
                    <a:pt x="6" y="3392"/>
                  </a:lnTo>
                  <a:lnTo>
                    <a:pt x="24256" y="3392"/>
                  </a:lnTo>
                  <a:lnTo>
                    <a:pt x="24256" y="649"/>
                  </a:lnTo>
                  <a:lnTo>
                    <a:pt x="13957" y="649"/>
                  </a:lnTo>
                  <a:close/>
                  <a:moveTo>
                    <a:pt x="8501" y="1854"/>
                  </a:moveTo>
                  <a:cubicBezTo>
                    <a:pt x="8520" y="1767"/>
                    <a:pt x="8538" y="1675"/>
                    <a:pt x="8563" y="1594"/>
                  </a:cubicBezTo>
                  <a:cubicBezTo>
                    <a:pt x="8600" y="1600"/>
                    <a:pt x="8637" y="1600"/>
                    <a:pt x="8681" y="1607"/>
                  </a:cubicBezTo>
                  <a:cubicBezTo>
                    <a:pt x="8946" y="1656"/>
                    <a:pt x="9224" y="1699"/>
                    <a:pt x="9496" y="1761"/>
                  </a:cubicBezTo>
                  <a:cubicBezTo>
                    <a:pt x="9459" y="1860"/>
                    <a:pt x="9428" y="1953"/>
                    <a:pt x="9397" y="2058"/>
                  </a:cubicBezTo>
                  <a:cubicBezTo>
                    <a:pt x="9094" y="2008"/>
                    <a:pt x="8792" y="1965"/>
                    <a:pt x="8495" y="1922"/>
                  </a:cubicBezTo>
                  <a:cubicBezTo>
                    <a:pt x="8495" y="1897"/>
                    <a:pt x="8495" y="1879"/>
                    <a:pt x="8501" y="1854"/>
                  </a:cubicBezTo>
                  <a:close/>
                  <a:moveTo>
                    <a:pt x="8347" y="2224"/>
                  </a:moveTo>
                  <a:lnTo>
                    <a:pt x="7192" y="1934"/>
                  </a:lnTo>
                  <a:lnTo>
                    <a:pt x="7155" y="1854"/>
                  </a:lnTo>
                  <a:cubicBezTo>
                    <a:pt x="7569" y="1891"/>
                    <a:pt x="7982" y="1940"/>
                    <a:pt x="8390" y="1996"/>
                  </a:cubicBezTo>
                  <a:cubicBezTo>
                    <a:pt x="8372" y="2070"/>
                    <a:pt x="8365" y="2150"/>
                    <a:pt x="8347" y="2224"/>
                  </a:cubicBezTo>
                  <a:close/>
                  <a:moveTo>
                    <a:pt x="8409" y="1909"/>
                  </a:moveTo>
                  <a:cubicBezTo>
                    <a:pt x="7982" y="1854"/>
                    <a:pt x="7556" y="1817"/>
                    <a:pt x="7130" y="1780"/>
                  </a:cubicBezTo>
                  <a:lnTo>
                    <a:pt x="6982" y="1415"/>
                  </a:lnTo>
                  <a:cubicBezTo>
                    <a:pt x="7482" y="1452"/>
                    <a:pt x="7982" y="1508"/>
                    <a:pt x="8483" y="1576"/>
                  </a:cubicBezTo>
                  <a:cubicBezTo>
                    <a:pt x="8464" y="1662"/>
                    <a:pt x="8446" y="1749"/>
                    <a:pt x="8427" y="1829"/>
                  </a:cubicBezTo>
                  <a:cubicBezTo>
                    <a:pt x="8415" y="1860"/>
                    <a:pt x="8409" y="1885"/>
                    <a:pt x="8409" y="1909"/>
                  </a:cubicBezTo>
                  <a:close/>
                  <a:moveTo>
                    <a:pt x="8427" y="2243"/>
                  </a:moveTo>
                  <a:cubicBezTo>
                    <a:pt x="8440" y="2163"/>
                    <a:pt x="8458" y="2089"/>
                    <a:pt x="8471" y="2002"/>
                  </a:cubicBezTo>
                  <a:cubicBezTo>
                    <a:pt x="8773" y="2039"/>
                    <a:pt x="9064" y="2089"/>
                    <a:pt x="9366" y="2138"/>
                  </a:cubicBezTo>
                  <a:cubicBezTo>
                    <a:pt x="9335" y="2243"/>
                    <a:pt x="9305" y="2348"/>
                    <a:pt x="9280" y="2447"/>
                  </a:cubicBezTo>
                  <a:close/>
                  <a:moveTo>
                    <a:pt x="14123" y="10787"/>
                  </a:moveTo>
                  <a:cubicBezTo>
                    <a:pt x="14123" y="10787"/>
                    <a:pt x="13259" y="10880"/>
                    <a:pt x="13104" y="10911"/>
                  </a:cubicBezTo>
                  <a:cubicBezTo>
                    <a:pt x="12981" y="10936"/>
                    <a:pt x="12455" y="11078"/>
                    <a:pt x="12239" y="11139"/>
                  </a:cubicBezTo>
                  <a:cubicBezTo>
                    <a:pt x="12004" y="11139"/>
                    <a:pt x="11776" y="11146"/>
                    <a:pt x="11541" y="11152"/>
                  </a:cubicBezTo>
                  <a:cubicBezTo>
                    <a:pt x="11541" y="11053"/>
                    <a:pt x="11553" y="10960"/>
                    <a:pt x="11560" y="10861"/>
                  </a:cubicBezTo>
                  <a:cubicBezTo>
                    <a:pt x="11560" y="10806"/>
                    <a:pt x="11479" y="10812"/>
                    <a:pt x="11479" y="10861"/>
                  </a:cubicBezTo>
                  <a:cubicBezTo>
                    <a:pt x="11473" y="10960"/>
                    <a:pt x="11467" y="11053"/>
                    <a:pt x="11467" y="11152"/>
                  </a:cubicBezTo>
                  <a:cubicBezTo>
                    <a:pt x="11257" y="11158"/>
                    <a:pt x="11047" y="11170"/>
                    <a:pt x="10831" y="11177"/>
                  </a:cubicBezTo>
                  <a:cubicBezTo>
                    <a:pt x="10831" y="11158"/>
                    <a:pt x="10831" y="11139"/>
                    <a:pt x="10843" y="11121"/>
                  </a:cubicBezTo>
                  <a:cubicBezTo>
                    <a:pt x="10855" y="11034"/>
                    <a:pt x="10874" y="10966"/>
                    <a:pt x="10874" y="10880"/>
                  </a:cubicBezTo>
                  <a:cubicBezTo>
                    <a:pt x="10874" y="10861"/>
                    <a:pt x="10843" y="10849"/>
                    <a:pt x="10831" y="10874"/>
                  </a:cubicBezTo>
                  <a:cubicBezTo>
                    <a:pt x="10787" y="10960"/>
                    <a:pt x="10763" y="11078"/>
                    <a:pt x="10756" y="11183"/>
                  </a:cubicBezTo>
                  <a:cubicBezTo>
                    <a:pt x="10553" y="11189"/>
                    <a:pt x="10361" y="11195"/>
                    <a:pt x="10169" y="11207"/>
                  </a:cubicBezTo>
                  <a:cubicBezTo>
                    <a:pt x="10132" y="11207"/>
                    <a:pt x="10132" y="11269"/>
                    <a:pt x="10169" y="11269"/>
                  </a:cubicBezTo>
                  <a:lnTo>
                    <a:pt x="10756" y="11269"/>
                  </a:lnTo>
                  <a:cubicBezTo>
                    <a:pt x="10756" y="11312"/>
                    <a:pt x="10756" y="11356"/>
                    <a:pt x="10750" y="11393"/>
                  </a:cubicBezTo>
                  <a:lnTo>
                    <a:pt x="10750" y="11572"/>
                  </a:lnTo>
                  <a:cubicBezTo>
                    <a:pt x="10336" y="11615"/>
                    <a:pt x="9935" y="11671"/>
                    <a:pt x="9527" y="11739"/>
                  </a:cubicBezTo>
                  <a:cubicBezTo>
                    <a:pt x="9496" y="11745"/>
                    <a:pt x="9515" y="11794"/>
                    <a:pt x="9546" y="11788"/>
                  </a:cubicBezTo>
                  <a:cubicBezTo>
                    <a:pt x="9947" y="11714"/>
                    <a:pt x="10349" y="11665"/>
                    <a:pt x="10750" y="11621"/>
                  </a:cubicBezTo>
                  <a:cubicBezTo>
                    <a:pt x="10756" y="11733"/>
                    <a:pt x="10763" y="11831"/>
                    <a:pt x="10781" y="11943"/>
                  </a:cubicBezTo>
                  <a:cubicBezTo>
                    <a:pt x="10793" y="12048"/>
                    <a:pt x="10824" y="12146"/>
                    <a:pt x="10855" y="12252"/>
                  </a:cubicBezTo>
                  <a:cubicBezTo>
                    <a:pt x="10620" y="12282"/>
                    <a:pt x="10380" y="12301"/>
                    <a:pt x="10139" y="12332"/>
                  </a:cubicBezTo>
                  <a:cubicBezTo>
                    <a:pt x="10102" y="12344"/>
                    <a:pt x="10102" y="12394"/>
                    <a:pt x="10139" y="12387"/>
                  </a:cubicBezTo>
                  <a:cubicBezTo>
                    <a:pt x="10386" y="12363"/>
                    <a:pt x="10633" y="12344"/>
                    <a:pt x="10880" y="12326"/>
                  </a:cubicBezTo>
                  <a:cubicBezTo>
                    <a:pt x="10936" y="12486"/>
                    <a:pt x="11004" y="12635"/>
                    <a:pt x="11090" y="12783"/>
                  </a:cubicBezTo>
                  <a:lnTo>
                    <a:pt x="10392" y="13160"/>
                  </a:lnTo>
                  <a:lnTo>
                    <a:pt x="9651" y="12480"/>
                  </a:lnTo>
                  <a:lnTo>
                    <a:pt x="8353" y="11893"/>
                  </a:lnTo>
                  <a:lnTo>
                    <a:pt x="8322" y="10936"/>
                  </a:lnTo>
                  <a:lnTo>
                    <a:pt x="8242" y="10769"/>
                  </a:lnTo>
                  <a:lnTo>
                    <a:pt x="0" y="10769"/>
                  </a:lnTo>
                  <a:lnTo>
                    <a:pt x="0" y="13506"/>
                  </a:lnTo>
                  <a:lnTo>
                    <a:pt x="24249" y="13506"/>
                  </a:lnTo>
                  <a:lnTo>
                    <a:pt x="24249" y="10769"/>
                  </a:lnTo>
                  <a:lnTo>
                    <a:pt x="14123" y="10769"/>
                  </a:lnTo>
                  <a:close/>
                  <a:moveTo>
                    <a:pt x="12153" y="11244"/>
                  </a:moveTo>
                  <a:lnTo>
                    <a:pt x="12184" y="11461"/>
                  </a:lnTo>
                  <a:lnTo>
                    <a:pt x="12085" y="11461"/>
                  </a:lnTo>
                  <a:lnTo>
                    <a:pt x="11553" y="11485"/>
                  </a:lnTo>
                  <a:cubicBezTo>
                    <a:pt x="11553" y="11405"/>
                    <a:pt x="11547" y="11331"/>
                    <a:pt x="11547" y="11251"/>
                  </a:cubicBezTo>
                  <a:cubicBezTo>
                    <a:pt x="11745" y="11251"/>
                    <a:pt x="11949" y="11251"/>
                    <a:pt x="12153" y="11244"/>
                  </a:cubicBezTo>
                  <a:close/>
                  <a:moveTo>
                    <a:pt x="10812" y="11417"/>
                  </a:moveTo>
                  <a:cubicBezTo>
                    <a:pt x="10812" y="11362"/>
                    <a:pt x="10818" y="11306"/>
                    <a:pt x="10818" y="11263"/>
                  </a:cubicBezTo>
                  <a:lnTo>
                    <a:pt x="11461" y="11263"/>
                  </a:lnTo>
                  <a:lnTo>
                    <a:pt x="11461" y="11498"/>
                  </a:lnTo>
                  <a:cubicBezTo>
                    <a:pt x="11374" y="11510"/>
                    <a:pt x="11288" y="11510"/>
                    <a:pt x="11207" y="11516"/>
                  </a:cubicBezTo>
                  <a:cubicBezTo>
                    <a:pt x="11071" y="11522"/>
                    <a:pt x="10942" y="11541"/>
                    <a:pt x="10812" y="11553"/>
                  </a:cubicBezTo>
                  <a:close/>
                  <a:moveTo>
                    <a:pt x="10849" y="11943"/>
                  </a:moveTo>
                  <a:cubicBezTo>
                    <a:pt x="10824" y="11831"/>
                    <a:pt x="10818" y="11714"/>
                    <a:pt x="10812" y="11603"/>
                  </a:cubicBezTo>
                  <a:cubicBezTo>
                    <a:pt x="10966" y="11584"/>
                    <a:pt x="11115" y="11578"/>
                    <a:pt x="11269" y="11572"/>
                  </a:cubicBezTo>
                  <a:cubicBezTo>
                    <a:pt x="11337" y="11572"/>
                    <a:pt x="11399" y="11560"/>
                    <a:pt x="11467" y="11560"/>
                  </a:cubicBezTo>
                  <a:cubicBezTo>
                    <a:pt x="11473" y="11708"/>
                    <a:pt x="11485" y="11856"/>
                    <a:pt x="11504" y="12004"/>
                  </a:cubicBezTo>
                  <a:lnTo>
                    <a:pt x="11529" y="12165"/>
                  </a:lnTo>
                  <a:lnTo>
                    <a:pt x="11343" y="12190"/>
                  </a:lnTo>
                  <a:lnTo>
                    <a:pt x="10923" y="12233"/>
                  </a:lnTo>
                  <a:cubicBezTo>
                    <a:pt x="10886" y="12134"/>
                    <a:pt x="10868" y="12035"/>
                    <a:pt x="10849" y="11943"/>
                  </a:cubicBezTo>
                  <a:close/>
                  <a:moveTo>
                    <a:pt x="11133" y="12733"/>
                  </a:moveTo>
                  <a:cubicBezTo>
                    <a:pt x="11059" y="12597"/>
                    <a:pt x="10997" y="12449"/>
                    <a:pt x="10948" y="12301"/>
                  </a:cubicBezTo>
                  <a:cubicBezTo>
                    <a:pt x="11090" y="12289"/>
                    <a:pt x="11226" y="12276"/>
                    <a:pt x="11368" y="12264"/>
                  </a:cubicBezTo>
                  <a:cubicBezTo>
                    <a:pt x="11430" y="12258"/>
                    <a:pt x="11485" y="12252"/>
                    <a:pt x="11547" y="12252"/>
                  </a:cubicBezTo>
                  <a:cubicBezTo>
                    <a:pt x="11560" y="12332"/>
                    <a:pt x="11578" y="12412"/>
                    <a:pt x="11590" y="12486"/>
                  </a:cubicBezTo>
                  <a:close/>
                  <a:moveTo>
                    <a:pt x="11683" y="12443"/>
                  </a:moveTo>
                  <a:cubicBezTo>
                    <a:pt x="11671" y="12375"/>
                    <a:pt x="11652" y="12313"/>
                    <a:pt x="11640" y="12239"/>
                  </a:cubicBezTo>
                  <a:cubicBezTo>
                    <a:pt x="11751" y="12233"/>
                    <a:pt x="11862" y="12214"/>
                    <a:pt x="11980" y="12208"/>
                  </a:cubicBezTo>
                  <a:cubicBezTo>
                    <a:pt x="12029" y="12202"/>
                    <a:pt x="12085" y="12202"/>
                    <a:pt x="12140" y="12196"/>
                  </a:cubicBezTo>
                  <a:close/>
                  <a:moveTo>
                    <a:pt x="11930" y="12109"/>
                  </a:moveTo>
                  <a:cubicBezTo>
                    <a:pt x="11831" y="12116"/>
                    <a:pt x="11720" y="12134"/>
                    <a:pt x="11621" y="12140"/>
                  </a:cubicBezTo>
                  <a:cubicBezTo>
                    <a:pt x="11615" y="12085"/>
                    <a:pt x="11597" y="12035"/>
                    <a:pt x="11590" y="11980"/>
                  </a:cubicBezTo>
                  <a:cubicBezTo>
                    <a:pt x="11566" y="11838"/>
                    <a:pt x="11560" y="11695"/>
                    <a:pt x="11553" y="11547"/>
                  </a:cubicBezTo>
                  <a:cubicBezTo>
                    <a:pt x="11726" y="11535"/>
                    <a:pt x="11906" y="11529"/>
                    <a:pt x="12085" y="11529"/>
                  </a:cubicBezTo>
                  <a:lnTo>
                    <a:pt x="12196" y="11529"/>
                  </a:lnTo>
                  <a:lnTo>
                    <a:pt x="12264" y="12054"/>
                  </a:lnTo>
                  <a:cubicBezTo>
                    <a:pt x="12146" y="12079"/>
                    <a:pt x="12029" y="12103"/>
                    <a:pt x="11930" y="12109"/>
                  </a:cubicBezTo>
                  <a:close/>
                  <a:moveTo>
                    <a:pt x="21766" y="21197"/>
                  </a:moveTo>
                  <a:lnTo>
                    <a:pt x="21185" y="20827"/>
                  </a:lnTo>
                  <a:lnTo>
                    <a:pt x="18084" y="20827"/>
                  </a:lnTo>
                  <a:lnTo>
                    <a:pt x="17756" y="20969"/>
                  </a:lnTo>
                  <a:lnTo>
                    <a:pt x="17083" y="21012"/>
                  </a:lnTo>
                  <a:lnTo>
                    <a:pt x="16199" y="20901"/>
                  </a:lnTo>
                  <a:lnTo>
                    <a:pt x="16026" y="20827"/>
                  </a:lnTo>
                  <a:lnTo>
                    <a:pt x="0" y="20827"/>
                  </a:lnTo>
                  <a:lnTo>
                    <a:pt x="0" y="23570"/>
                  </a:lnTo>
                  <a:lnTo>
                    <a:pt x="24249" y="23570"/>
                  </a:lnTo>
                  <a:lnTo>
                    <a:pt x="24249" y="20827"/>
                  </a:lnTo>
                  <a:lnTo>
                    <a:pt x="22031" y="20827"/>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42"/>
            <p:cNvSpPr/>
            <p:nvPr/>
          </p:nvSpPr>
          <p:spPr>
            <a:xfrm>
              <a:off x="3665166" y="1847192"/>
              <a:ext cx="238116" cy="128535"/>
            </a:xfrm>
            <a:custGeom>
              <a:avLst/>
              <a:gdLst/>
              <a:ahLst/>
              <a:cxnLst/>
              <a:rect l="l" t="t" r="r" b="b"/>
              <a:pathLst>
                <a:path w="3103" h="1675" extrusionOk="0">
                  <a:moveTo>
                    <a:pt x="1" y="0"/>
                  </a:moveTo>
                  <a:lnTo>
                    <a:pt x="3102" y="0"/>
                  </a:lnTo>
                  <a:lnTo>
                    <a:pt x="3102" y="1674"/>
                  </a:lnTo>
                  <a:lnTo>
                    <a:pt x="1" y="1674"/>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42"/>
            <p:cNvSpPr/>
            <p:nvPr/>
          </p:nvSpPr>
          <p:spPr>
            <a:xfrm>
              <a:off x="4089060" y="2591917"/>
              <a:ext cx="238040" cy="128612"/>
            </a:xfrm>
            <a:custGeom>
              <a:avLst/>
              <a:gdLst/>
              <a:ahLst/>
              <a:cxnLst/>
              <a:rect l="l" t="t" r="r" b="b"/>
              <a:pathLst>
                <a:path w="3102" h="1676" extrusionOk="0">
                  <a:moveTo>
                    <a:pt x="0" y="1"/>
                  </a:moveTo>
                  <a:lnTo>
                    <a:pt x="3102" y="1"/>
                  </a:lnTo>
                  <a:lnTo>
                    <a:pt x="3102" y="1675"/>
                  </a:lnTo>
                  <a:lnTo>
                    <a:pt x="0" y="1675"/>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42"/>
            <p:cNvSpPr/>
            <p:nvPr/>
          </p:nvSpPr>
          <p:spPr>
            <a:xfrm>
              <a:off x="3665166" y="2405141"/>
              <a:ext cx="238116" cy="129072"/>
            </a:xfrm>
            <a:custGeom>
              <a:avLst/>
              <a:gdLst/>
              <a:ahLst/>
              <a:cxnLst/>
              <a:rect l="l" t="t" r="r" b="b"/>
              <a:pathLst>
                <a:path w="3103" h="1682" extrusionOk="0">
                  <a:moveTo>
                    <a:pt x="1" y="1"/>
                  </a:moveTo>
                  <a:lnTo>
                    <a:pt x="3102" y="1"/>
                  </a:lnTo>
                  <a:lnTo>
                    <a:pt x="3102" y="1681"/>
                  </a:lnTo>
                  <a:lnTo>
                    <a:pt x="1" y="168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42"/>
            <p:cNvSpPr/>
            <p:nvPr/>
          </p:nvSpPr>
          <p:spPr>
            <a:xfrm>
              <a:off x="4089060" y="2405141"/>
              <a:ext cx="238040" cy="129072"/>
            </a:xfrm>
            <a:custGeom>
              <a:avLst/>
              <a:gdLst/>
              <a:ahLst/>
              <a:cxnLst/>
              <a:rect l="l" t="t" r="r" b="b"/>
              <a:pathLst>
                <a:path w="3102" h="1682" extrusionOk="0">
                  <a:moveTo>
                    <a:pt x="0" y="1"/>
                  </a:moveTo>
                  <a:lnTo>
                    <a:pt x="3102" y="1"/>
                  </a:lnTo>
                  <a:lnTo>
                    <a:pt x="3102" y="1681"/>
                  </a:lnTo>
                  <a:lnTo>
                    <a:pt x="0" y="168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42"/>
            <p:cNvSpPr/>
            <p:nvPr/>
          </p:nvSpPr>
          <p:spPr>
            <a:xfrm>
              <a:off x="3392596" y="1312417"/>
              <a:ext cx="1135024" cy="871431"/>
            </a:xfrm>
            <a:custGeom>
              <a:avLst/>
              <a:gdLst/>
              <a:ahLst/>
              <a:cxnLst/>
              <a:rect l="l" t="t" r="r" b="b"/>
              <a:pathLst>
                <a:path w="14791" h="11356" extrusionOk="0">
                  <a:moveTo>
                    <a:pt x="835" y="11077"/>
                  </a:moveTo>
                  <a:lnTo>
                    <a:pt x="581" y="10583"/>
                  </a:lnTo>
                  <a:lnTo>
                    <a:pt x="0" y="10089"/>
                  </a:lnTo>
                  <a:lnTo>
                    <a:pt x="0" y="10318"/>
                  </a:lnTo>
                  <a:lnTo>
                    <a:pt x="421" y="10577"/>
                  </a:lnTo>
                  <a:lnTo>
                    <a:pt x="699" y="11226"/>
                  </a:lnTo>
                  <a:lnTo>
                    <a:pt x="1459" y="11040"/>
                  </a:lnTo>
                  <a:lnTo>
                    <a:pt x="2181" y="11355"/>
                  </a:lnTo>
                  <a:lnTo>
                    <a:pt x="1576" y="10929"/>
                  </a:lnTo>
                  <a:close/>
                  <a:moveTo>
                    <a:pt x="2163" y="2440"/>
                  </a:moveTo>
                  <a:lnTo>
                    <a:pt x="2428" y="2440"/>
                  </a:lnTo>
                  <a:lnTo>
                    <a:pt x="2527" y="2280"/>
                  </a:lnTo>
                  <a:lnTo>
                    <a:pt x="3590" y="1934"/>
                  </a:lnTo>
                  <a:lnTo>
                    <a:pt x="2361" y="2138"/>
                  </a:lnTo>
                  <a:close/>
                  <a:moveTo>
                    <a:pt x="1113" y="1186"/>
                  </a:moveTo>
                  <a:lnTo>
                    <a:pt x="1230" y="1440"/>
                  </a:lnTo>
                  <a:lnTo>
                    <a:pt x="1947" y="1625"/>
                  </a:lnTo>
                  <a:lnTo>
                    <a:pt x="1459" y="1298"/>
                  </a:lnTo>
                  <a:lnTo>
                    <a:pt x="995" y="884"/>
                  </a:lnTo>
                  <a:lnTo>
                    <a:pt x="699" y="1094"/>
                  </a:lnTo>
                  <a:lnTo>
                    <a:pt x="279" y="606"/>
                  </a:lnTo>
                  <a:lnTo>
                    <a:pt x="0" y="581"/>
                  </a:lnTo>
                  <a:lnTo>
                    <a:pt x="0" y="834"/>
                  </a:lnTo>
                  <a:cubicBezTo>
                    <a:pt x="130" y="859"/>
                    <a:pt x="279" y="884"/>
                    <a:pt x="279" y="884"/>
                  </a:cubicBezTo>
                  <a:lnTo>
                    <a:pt x="557" y="1186"/>
                  </a:lnTo>
                  <a:lnTo>
                    <a:pt x="0" y="1433"/>
                  </a:lnTo>
                  <a:lnTo>
                    <a:pt x="0" y="1650"/>
                  </a:lnTo>
                  <a:lnTo>
                    <a:pt x="649" y="1403"/>
                  </a:lnTo>
                  <a:close/>
                  <a:moveTo>
                    <a:pt x="13864" y="10435"/>
                  </a:moveTo>
                  <a:lnTo>
                    <a:pt x="13444" y="10806"/>
                  </a:lnTo>
                  <a:lnTo>
                    <a:pt x="14328" y="11108"/>
                  </a:lnTo>
                  <a:lnTo>
                    <a:pt x="13747" y="10738"/>
                  </a:lnTo>
                  <a:close/>
                  <a:moveTo>
                    <a:pt x="14766" y="278"/>
                  </a:moveTo>
                  <a:lnTo>
                    <a:pt x="14581" y="0"/>
                  </a:lnTo>
                  <a:cubicBezTo>
                    <a:pt x="14581" y="0"/>
                    <a:pt x="14562" y="1606"/>
                    <a:pt x="14575" y="2440"/>
                  </a:cubicBezTo>
                  <a:lnTo>
                    <a:pt x="14791" y="2440"/>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42"/>
            <p:cNvSpPr/>
            <p:nvPr/>
          </p:nvSpPr>
          <p:spPr>
            <a:xfrm>
              <a:off x="4672183" y="1442792"/>
              <a:ext cx="581287" cy="2007376"/>
            </a:xfrm>
            <a:custGeom>
              <a:avLst/>
              <a:gdLst/>
              <a:ahLst/>
              <a:cxnLst/>
              <a:rect l="l" t="t" r="r" b="b"/>
              <a:pathLst>
                <a:path w="7575" h="26159" extrusionOk="0">
                  <a:moveTo>
                    <a:pt x="0" y="0"/>
                  </a:moveTo>
                  <a:lnTo>
                    <a:pt x="7575" y="0"/>
                  </a:lnTo>
                  <a:lnTo>
                    <a:pt x="7575" y="26158"/>
                  </a:lnTo>
                  <a:lnTo>
                    <a:pt x="0" y="26158"/>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42"/>
            <p:cNvSpPr/>
            <p:nvPr/>
          </p:nvSpPr>
          <p:spPr>
            <a:xfrm>
              <a:off x="4711012" y="1536640"/>
              <a:ext cx="542457" cy="1912989"/>
            </a:xfrm>
            <a:custGeom>
              <a:avLst/>
              <a:gdLst/>
              <a:ahLst/>
              <a:cxnLst/>
              <a:rect l="l" t="t" r="r" b="b"/>
              <a:pathLst>
                <a:path w="7069" h="24929" extrusionOk="0">
                  <a:moveTo>
                    <a:pt x="1" y="16477"/>
                  </a:moveTo>
                  <a:lnTo>
                    <a:pt x="4319" y="16477"/>
                  </a:lnTo>
                  <a:lnTo>
                    <a:pt x="4319" y="10256"/>
                  </a:lnTo>
                  <a:lnTo>
                    <a:pt x="1" y="10256"/>
                  </a:lnTo>
                  <a:close/>
                  <a:moveTo>
                    <a:pt x="1" y="24929"/>
                  </a:moveTo>
                  <a:lnTo>
                    <a:pt x="4319" y="24929"/>
                  </a:lnTo>
                  <a:lnTo>
                    <a:pt x="4319" y="20493"/>
                  </a:lnTo>
                  <a:lnTo>
                    <a:pt x="1" y="20493"/>
                  </a:lnTo>
                  <a:close/>
                  <a:moveTo>
                    <a:pt x="1" y="6222"/>
                  </a:moveTo>
                  <a:lnTo>
                    <a:pt x="4319" y="6222"/>
                  </a:lnTo>
                  <a:lnTo>
                    <a:pt x="4319" y="0"/>
                  </a:lnTo>
                  <a:lnTo>
                    <a:pt x="1" y="0"/>
                  </a:lnTo>
                  <a:close/>
                  <a:moveTo>
                    <a:pt x="5024" y="24929"/>
                  </a:moveTo>
                  <a:lnTo>
                    <a:pt x="7069" y="24929"/>
                  </a:lnTo>
                  <a:lnTo>
                    <a:pt x="7069" y="20493"/>
                  </a:lnTo>
                  <a:lnTo>
                    <a:pt x="5024" y="20493"/>
                  </a:lnTo>
                  <a:close/>
                  <a:moveTo>
                    <a:pt x="5024" y="0"/>
                  </a:moveTo>
                  <a:lnTo>
                    <a:pt x="5024" y="6222"/>
                  </a:lnTo>
                  <a:lnTo>
                    <a:pt x="7069" y="6222"/>
                  </a:lnTo>
                  <a:lnTo>
                    <a:pt x="7069" y="0"/>
                  </a:lnTo>
                  <a:close/>
                  <a:moveTo>
                    <a:pt x="5024" y="16477"/>
                  </a:moveTo>
                  <a:lnTo>
                    <a:pt x="7069" y="16477"/>
                  </a:lnTo>
                  <a:lnTo>
                    <a:pt x="7069" y="10256"/>
                  </a:lnTo>
                  <a:lnTo>
                    <a:pt x="5024" y="10256"/>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42"/>
            <p:cNvSpPr/>
            <p:nvPr/>
          </p:nvSpPr>
          <p:spPr>
            <a:xfrm>
              <a:off x="4710550" y="1676000"/>
              <a:ext cx="539068" cy="1521014"/>
            </a:xfrm>
            <a:custGeom>
              <a:avLst/>
              <a:gdLst/>
              <a:ahLst/>
              <a:cxnLst/>
              <a:rect l="l" t="t" r="r" b="b"/>
              <a:pathLst>
                <a:path w="7693" h="19821" extrusionOk="0">
                  <a:moveTo>
                    <a:pt x="7" y="19604"/>
                  </a:moveTo>
                  <a:lnTo>
                    <a:pt x="563" y="19239"/>
                  </a:lnTo>
                  <a:lnTo>
                    <a:pt x="1261" y="19171"/>
                  </a:lnTo>
                  <a:lnTo>
                    <a:pt x="1885" y="19820"/>
                  </a:lnTo>
                  <a:lnTo>
                    <a:pt x="2268" y="18696"/>
                  </a:lnTo>
                  <a:lnTo>
                    <a:pt x="1" y="18696"/>
                  </a:lnTo>
                  <a:lnTo>
                    <a:pt x="1" y="19604"/>
                  </a:lnTo>
                  <a:close/>
                  <a:moveTo>
                    <a:pt x="470" y="12864"/>
                  </a:moveTo>
                  <a:cubicBezTo>
                    <a:pt x="470" y="12864"/>
                    <a:pt x="180" y="12190"/>
                    <a:pt x="7" y="11745"/>
                  </a:cubicBezTo>
                  <a:lnTo>
                    <a:pt x="7" y="14661"/>
                  </a:lnTo>
                  <a:lnTo>
                    <a:pt x="631" y="14661"/>
                  </a:lnTo>
                  <a:close/>
                  <a:moveTo>
                    <a:pt x="5030" y="4245"/>
                  </a:moveTo>
                  <a:lnTo>
                    <a:pt x="5030" y="4418"/>
                  </a:lnTo>
                  <a:lnTo>
                    <a:pt x="5135" y="4418"/>
                  </a:lnTo>
                  <a:close/>
                  <a:moveTo>
                    <a:pt x="6142" y="1978"/>
                  </a:moveTo>
                  <a:lnTo>
                    <a:pt x="6000" y="1236"/>
                  </a:lnTo>
                  <a:lnTo>
                    <a:pt x="5561" y="588"/>
                  </a:lnTo>
                  <a:lnTo>
                    <a:pt x="5030" y="544"/>
                  </a:lnTo>
                  <a:lnTo>
                    <a:pt x="5030" y="3769"/>
                  </a:lnTo>
                  <a:lnTo>
                    <a:pt x="6142" y="3213"/>
                  </a:lnTo>
                  <a:close/>
                  <a:moveTo>
                    <a:pt x="1718" y="12956"/>
                  </a:moveTo>
                  <a:lnTo>
                    <a:pt x="1625" y="14661"/>
                  </a:lnTo>
                  <a:lnTo>
                    <a:pt x="2565" y="14661"/>
                  </a:lnTo>
                  <a:lnTo>
                    <a:pt x="2151" y="13018"/>
                  </a:lnTo>
                  <a:close/>
                  <a:moveTo>
                    <a:pt x="7328" y="2565"/>
                  </a:moveTo>
                  <a:lnTo>
                    <a:pt x="6457" y="4418"/>
                  </a:lnTo>
                  <a:lnTo>
                    <a:pt x="7692" y="4418"/>
                  </a:lnTo>
                  <a:lnTo>
                    <a:pt x="7692" y="2441"/>
                  </a:lnTo>
                  <a:close/>
                  <a:moveTo>
                    <a:pt x="5030" y="14661"/>
                  </a:moveTo>
                  <a:lnTo>
                    <a:pt x="5777" y="14661"/>
                  </a:lnTo>
                  <a:lnTo>
                    <a:pt x="6092" y="13784"/>
                  </a:lnTo>
                  <a:lnTo>
                    <a:pt x="5771" y="13135"/>
                  </a:lnTo>
                  <a:lnTo>
                    <a:pt x="5308" y="12184"/>
                  </a:lnTo>
                  <a:lnTo>
                    <a:pt x="5493" y="10485"/>
                  </a:lnTo>
                  <a:lnTo>
                    <a:pt x="5512" y="12091"/>
                  </a:lnTo>
                  <a:lnTo>
                    <a:pt x="6210" y="13086"/>
                  </a:lnTo>
                  <a:lnTo>
                    <a:pt x="6716" y="13506"/>
                  </a:lnTo>
                  <a:lnTo>
                    <a:pt x="6556" y="14661"/>
                  </a:lnTo>
                  <a:lnTo>
                    <a:pt x="7686" y="14661"/>
                  </a:lnTo>
                  <a:lnTo>
                    <a:pt x="7686" y="8440"/>
                  </a:lnTo>
                  <a:lnTo>
                    <a:pt x="5017" y="8440"/>
                  </a:lnTo>
                  <a:lnTo>
                    <a:pt x="5017" y="14661"/>
                  </a:lnTo>
                  <a:close/>
                  <a:moveTo>
                    <a:pt x="3294" y="8434"/>
                  </a:moveTo>
                  <a:lnTo>
                    <a:pt x="3016" y="10602"/>
                  </a:lnTo>
                  <a:lnTo>
                    <a:pt x="3633" y="10108"/>
                  </a:lnTo>
                  <a:lnTo>
                    <a:pt x="4171" y="8434"/>
                  </a:lnTo>
                  <a:lnTo>
                    <a:pt x="3294" y="8434"/>
                  </a:lnTo>
                  <a:close/>
                  <a:moveTo>
                    <a:pt x="3479" y="847"/>
                  </a:moveTo>
                  <a:lnTo>
                    <a:pt x="2429" y="1218"/>
                  </a:lnTo>
                  <a:lnTo>
                    <a:pt x="2120" y="3355"/>
                  </a:lnTo>
                  <a:lnTo>
                    <a:pt x="1934" y="1589"/>
                  </a:lnTo>
                  <a:lnTo>
                    <a:pt x="1440" y="1403"/>
                  </a:lnTo>
                  <a:lnTo>
                    <a:pt x="513" y="1743"/>
                  </a:lnTo>
                  <a:cubicBezTo>
                    <a:pt x="513" y="1743"/>
                    <a:pt x="254" y="1916"/>
                    <a:pt x="13" y="2077"/>
                  </a:cubicBezTo>
                  <a:lnTo>
                    <a:pt x="13" y="4400"/>
                  </a:lnTo>
                  <a:lnTo>
                    <a:pt x="4332" y="4400"/>
                  </a:lnTo>
                  <a:lnTo>
                    <a:pt x="4332" y="1"/>
                  </a:lnTo>
                  <a:lnTo>
                    <a:pt x="3856" y="341"/>
                  </a:lnTo>
                  <a:close/>
                  <a:moveTo>
                    <a:pt x="4332" y="14661"/>
                  </a:moveTo>
                  <a:lnTo>
                    <a:pt x="4332" y="13271"/>
                  </a:lnTo>
                  <a:lnTo>
                    <a:pt x="3850" y="14661"/>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42"/>
            <p:cNvSpPr/>
            <p:nvPr/>
          </p:nvSpPr>
          <p:spPr>
            <a:xfrm>
              <a:off x="4672183" y="1442792"/>
              <a:ext cx="581287" cy="1729049"/>
            </a:xfrm>
            <a:custGeom>
              <a:avLst/>
              <a:gdLst/>
              <a:ahLst/>
              <a:cxnLst/>
              <a:rect l="l" t="t" r="r" b="b"/>
              <a:pathLst>
                <a:path w="7575" h="22532" extrusionOk="0">
                  <a:moveTo>
                    <a:pt x="0" y="0"/>
                  </a:moveTo>
                  <a:lnTo>
                    <a:pt x="0" y="2002"/>
                  </a:lnTo>
                  <a:lnTo>
                    <a:pt x="7575" y="2002"/>
                  </a:lnTo>
                  <a:lnTo>
                    <a:pt x="7575" y="0"/>
                  </a:lnTo>
                  <a:close/>
                  <a:moveTo>
                    <a:pt x="0" y="12264"/>
                  </a:moveTo>
                  <a:lnTo>
                    <a:pt x="7575" y="12264"/>
                  </a:lnTo>
                  <a:lnTo>
                    <a:pt x="7575" y="8829"/>
                  </a:lnTo>
                  <a:lnTo>
                    <a:pt x="0" y="8829"/>
                  </a:lnTo>
                  <a:close/>
                  <a:moveTo>
                    <a:pt x="0" y="22532"/>
                  </a:moveTo>
                  <a:lnTo>
                    <a:pt x="7575" y="22532"/>
                  </a:lnTo>
                  <a:lnTo>
                    <a:pt x="7575" y="19090"/>
                  </a:lnTo>
                  <a:lnTo>
                    <a:pt x="0" y="19090"/>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42"/>
            <p:cNvSpPr/>
            <p:nvPr/>
          </p:nvSpPr>
          <p:spPr>
            <a:xfrm>
              <a:off x="4597288" y="1250260"/>
              <a:ext cx="713045" cy="1839551"/>
            </a:xfrm>
            <a:custGeom>
              <a:avLst/>
              <a:gdLst/>
              <a:ahLst/>
              <a:cxnLst/>
              <a:rect l="l" t="t" r="r" b="b"/>
              <a:pathLst>
                <a:path w="9292" h="23972" extrusionOk="0">
                  <a:moveTo>
                    <a:pt x="0" y="1"/>
                  </a:moveTo>
                  <a:lnTo>
                    <a:pt x="0" y="3436"/>
                  </a:lnTo>
                  <a:lnTo>
                    <a:pt x="9292" y="3436"/>
                  </a:lnTo>
                  <a:lnTo>
                    <a:pt x="9292" y="1"/>
                  </a:lnTo>
                  <a:close/>
                  <a:moveTo>
                    <a:pt x="0" y="13704"/>
                  </a:moveTo>
                  <a:lnTo>
                    <a:pt x="9292" y="13704"/>
                  </a:lnTo>
                  <a:lnTo>
                    <a:pt x="9292" y="10263"/>
                  </a:lnTo>
                  <a:lnTo>
                    <a:pt x="0" y="10263"/>
                  </a:lnTo>
                  <a:close/>
                  <a:moveTo>
                    <a:pt x="0" y="23972"/>
                  </a:moveTo>
                  <a:lnTo>
                    <a:pt x="9292" y="23972"/>
                  </a:lnTo>
                  <a:lnTo>
                    <a:pt x="9292" y="20537"/>
                  </a:lnTo>
                  <a:lnTo>
                    <a:pt x="0" y="20537"/>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42"/>
            <p:cNvSpPr/>
            <p:nvPr/>
          </p:nvSpPr>
          <p:spPr>
            <a:xfrm>
              <a:off x="4650850" y="1268293"/>
              <a:ext cx="539081" cy="1808703"/>
            </a:xfrm>
            <a:custGeom>
              <a:avLst/>
              <a:gdLst/>
              <a:ahLst/>
              <a:cxnLst/>
              <a:rect l="l" t="t" r="r" b="b"/>
              <a:pathLst>
                <a:path w="7025" h="23570" extrusionOk="0">
                  <a:moveTo>
                    <a:pt x="6203" y="10750"/>
                  </a:moveTo>
                  <a:lnTo>
                    <a:pt x="5808" y="10380"/>
                  </a:lnTo>
                  <a:lnTo>
                    <a:pt x="4461" y="10145"/>
                  </a:lnTo>
                  <a:lnTo>
                    <a:pt x="4350" y="10287"/>
                  </a:lnTo>
                  <a:lnTo>
                    <a:pt x="4164" y="10028"/>
                  </a:lnTo>
                  <a:lnTo>
                    <a:pt x="2465" y="10028"/>
                  </a:lnTo>
                  <a:lnTo>
                    <a:pt x="321" y="10287"/>
                  </a:lnTo>
                  <a:lnTo>
                    <a:pt x="4059" y="10213"/>
                  </a:lnTo>
                  <a:lnTo>
                    <a:pt x="4294" y="10750"/>
                  </a:lnTo>
                  <a:lnTo>
                    <a:pt x="4523" y="10355"/>
                  </a:lnTo>
                  <a:lnTo>
                    <a:pt x="5635" y="10540"/>
                  </a:lnTo>
                  <a:lnTo>
                    <a:pt x="6005" y="10818"/>
                  </a:lnTo>
                  <a:lnTo>
                    <a:pt x="5777" y="11560"/>
                  </a:lnTo>
                  <a:lnTo>
                    <a:pt x="5474" y="11930"/>
                  </a:lnTo>
                  <a:lnTo>
                    <a:pt x="5591" y="12233"/>
                  </a:lnTo>
                  <a:lnTo>
                    <a:pt x="5752" y="12604"/>
                  </a:lnTo>
                  <a:lnTo>
                    <a:pt x="5795" y="13203"/>
                  </a:lnTo>
                  <a:lnTo>
                    <a:pt x="5981" y="12462"/>
                  </a:lnTo>
                  <a:lnTo>
                    <a:pt x="5752" y="11974"/>
                  </a:lnTo>
                  <a:lnTo>
                    <a:pt x="6079" y="11442"/>
                  </a:lnTo>
                  <a:lnTo>
                    <a:pt x="6215" y="10979"/>
                  </a:lnTo>
                  <a:lnTo>
                    <a:pt x="7025" y="10701"/>
                  </a:lnTo>
                  <a:close/>
                  <a:moveTo>
                    <a:pt x="4801" y="760"/>
                  </a:moveTo>
                  <a:lnTo>
                    <a:pt x="4893" y="1"/>
                  </a:lnTo>
                  <a:lnTo>
                    <a:pt x="4547" y="853"/>
                  </a:lnTo>
                  <a:lnTo>
                    <a:pt x="5035" y="1854"/>
                  </a:lnTo>
                  <a:close/>
                  <a:moveTo>
                    <a:pt x="2465" y="2089"/>
                  </a:moveTo>
                  <a:lnTo>
                    <a:pt x="2811" y="2021"/>
                  </a:lnTo>
                  <a:lnTo>
                    <a:pt x="3021" y="1422"/>
                  </a:lnTo>
                  <a:lnTo>
                    <a:pt x="3485" y="933"/>
                  </a:lnTo>
                  <a:lnTo>
                    <a:pt x="2929" y="1187"/>
                  </a:lnTo>
                  <a:lnTo>
                    <a:pt x="2694" y="1768"/>
                  </a:lnTo>
                  <a:lnTo>
                    <a:pt x="2348" y="1885"/>
                  </a:lnTo>
                  <a:lnTo>
                    <a:pt x="2163" y="2459"/>
                  </a:lnTo>
                  <a:cubicBezTo>
                    <a:pt x="2163" y="2459"/>
                    <a:pt x="1718" y="2855"/>
                    <a:pt x="1650" y="2948"/>
                  </a:cubicBezTo>
                  <a:lnTo>
                    <a:pt x="2274" y="2534"/>
                  </a:lnTo>
                  <a:close/>
                  <a:moveTo>
                    <a:pt x="56" y="20740"/>
                  </a:moveTo>
                  <a:cubicBezTo>
                    <a:pt x="31" y="20722"/>
                    <a:pt x="6" y="20716"/>
                    <a:pt x="0" y="20716"/>
                  </a:cubicBezTo>
                  <a:close/>
                  <a:moveTo>
                    <a:pt x="674" y="22180"/>
                  </a:moveTo>
                  <a:lnTo>
                    <a:pt x="575" y="21717"/>
                  </a:lnTo>
                  <a:lnTo>
                    <a:pt x="902" y="21068"/>
                  </a:lnTo>
                  <a:lnTo>
                    <a:pt x="56" y="20740"/>
                  </a:lnTo>
                  <a:cubicBezTo>
                    <a:pt x="192" y="20833"/>
                    <a:pt x="507" y="21154"/>
                    <a:pt x="507" y="21154"/>
                  </a:cubicBezTo>
                  <a:lnTo>
                    <a:pt x="321" y="21667"/>
                  </a:lnTo>
                  <a:lnTo>
                    <a:pt x="414" y="22409"/>
                  </a:lnTo>
                  <a:lnTo>
                    <a:pt x="2997" y="22458"/>
                  </a:lnTo>
                  <a:lnTo>
                    <a:pt x="4177" y="23107"/>
                  </a:lnTo>
                  <a:lnTo>
                    <a:pt x="5381" y="23570"/>
                  </a:lnTo>
                  <a:lnTo>
                    <a:pt x="3058" y="22273"/>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42"/>
            <p:cNvSpPr/>
            <p:nvPr/>
          </p:nvSpPr>
          <p:spPr>
            <a:xfrm>
              <a:off x="2555850" y="2030600"/>
              <a:ext cx="534878" cy="1533256"/>
            </a:xfrm>
            <a:custGeom>
              <a:avLst/>
              <a:gdLst/>
              <a:ahLst/>
              <a:cxnLst/>
              <a:rect l="l" t="t" r="r" b="b"/>
              <a:pathLst>
                <a:path w="6970" h="11894" extrusionOk="0">
                  <a:moveTo>
                    <a:pt x="0" y="9077"/>
                  </a:moveTo>
                  <a:lnTo>
                    <a:pt x="0" y="1"/>
                  </a:lnTo>
                  <a:lnTo>
                    <a:pt x="1112" y="1"/>
                  </a:lnTo>
                  <a:lnTo>
                    <a:pt x="1112" y="2732"/>
                  </a:lnTo>
                  <a:lnTo>
                    <a:pt x="5795" y="2732"/>
                  </a:lnTo>
                  <a:lnTo>
                    <a:pt x="6969" y="11894"/>
                  </a:lnTo>
                  <a:lnTo>
                    <a:pt x="1205" y="11029"/>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42"/>
            <p:cNvSpPr/>
            <p:nvPr/>
          </p:nvSpPr>
          <p:spPr>
            <a:xfrm>
              <a:off x="2314060" y="1276811"/>
              <a:ext cx="1128425" cy="1739562"/>
            </a:xfrm>
            <a:custGeom>
              <a:avLst/>
              <a:gdLst/>
              <a:ahLst/>
              <a:cxnLst/>
              <a:rect l="l" t="t" r="r" b="b"/>
              <a:pathLst>
                <a:path w="14705" h="22669" extrusionOk="0">
                  <a:moveTo>
                    <a:pt x="8285" y="8434"/>
                  </a:moveTo>
                  <a:lnTo>
                    <a:pt x="7309" y="8310"/>
                  </a:lnTo>
                  <a:cubicBezTo>
                    <a:pt x="7074" y="7340"/>
                    <a:pt x="6846" y="6364"/>
                    <a:pt x="6636" y="5394"/>
                  </a:cubicBezTo>
                  <a:cubicBezTo>
                    <a:pt x="6395" y="4264"/>
                    <a:pt x="6178" y="3127"/>
                    <a:pt x="6092" y="1984"/>
                  </a:cubicBezTo>
                  <a:cubicBezTo>
                    <a:pt x="6049" y="1335"/>
                    <a:pt x="6080" y="699"/>
                    <a:pt x="6086" y="50"/>
                  </a:cubicBezTo>
                  <a:cubicBezTo>
                    <a:pt x="6086" y="7"/>
                    <a:pt x="6024" y="1"/>
                    <a:pt x="6018" y="38"/>
                  </a:cubicBezTo>
                  <a:cubicBezTo>
                    <a:pt x="5919" y="594"/>
                    <a:pt x="5931" y="1168"/>
                    <a:pt x="5962" y="1731"/>
                  </a:cubicBezTo>
                  <a:cubicBezTo>
                    <a:pt x="5993" y="2293"/>
                    <a:pt x="6061" y="2861"/>
                    <a:pt x="6148" y="3423"/>
                  </a:cubicBezTo>
                  <a:cubicBezTo>
                    <a:pt x="6327" y="4579"/>
                    <a:pt x="6580" y="5722"/>
                    <a:pt x="6852" y="6858"/>
                  </a:cubicBezTo>
                  <a:cubicBezTo>
                    <a:pt x="6963" y="7347"/>
                    <a:pt x="7087" y="7835"/>
                    <a:pt x="7229" y="8310"/>
                  </a:cubicBezTo>
                  <a:lnTo>
                    <a:pt x="6796" y="8255"/>
                  </a:lnTo>
                  <a:lnTo>
                    <a:pt x="6345" y="8557"/>
                  </a:lnTo>
                  <a:cubicBezTo>
                    <a:pt x="6246" y="7791"/>
                    <a:pt x="6135" y="7038"/>
                    <a:pt x="5907" y="6302"/>
                  </a:cubicBezTo>
                  <a:cubicBezTo>
                    <a:pt x="6086" y="6197"/>
                    <a:pt x="6283" y="6080"/>
                    <a:pt x="6407" y="5919"/>
                  </a:cubicBezTo>
                  <a:cubicBezTo>
                    <a:pt x="6426" y="5895"/>
                    <a:pt x="6395" y="5858"/>
                    <a:pt x="6370" y="5870"/>
                  </a:cubicBezTo>
                  <a:cubicBezTo>
                    <a:pt x="6191" y="5938"/>
                    <a:pt x="6030" y="6080"/>
                    <a:pt x="5870" y="6197"/>
                  </a:cubicBezTo>
                  <a:cubicBezTo>
                    <a:pt x="5808" y="5994"/>
                    <a:pt x="5740" y="5802"/>
                    <a:pt x="5653" y="5610"/>
                  </a:cubicBezTo>
                  <a:cubicBezTo>
                    <a:pt x="5449" y="5122"/>
                    <a:pt x="5190" y="4684"/>
                    <a:pt x="4881" y="4264"/>
                  </a:cubicBezTo>
                  <a:cubicBezTo>
                    <a:pt x="5005" y="4196"/>
                    <a:pt x="5128" y="4134"/>
                    <a:pt x="5258" y="4085"/>
                  </a:cubicBezTo>
                  <a:cubicBezTo>
                    <a:pt x="5344" y="4054"/>
                    <a:pt x="5418" y="4035"/>
                    <a:pt x="5505" y="4010"/>
                  </a:cubicBezTo>
                  <a:cubicBezTo>
                    <a:pt x="5591" y="3986"/>
                    <a:pt x="5678" y="3979"/>
                    <a:pt x="5746" y="3930"/>
                  </a:cubicBezTo>
                  <a:cubicBezTo>
                    <a:pt x="5771" y="3918"/>
                    <a:pt x="5764" y="3887"/>
                    <a:pt x="5740" y="3881"/>
                  </a:cubicBezTo>
                  <a:cubicBezTo>
                    <a:pt x="5573" y="3837"/>
                    <a:pt x="5369" y="3930"/>
                    <a:pt x="5215" y="3992"/>
                  </a:cubicBezTo>
                  <a:cubicBezTo>
                    <a:pt x="5073" y="4047"/>
                    <a:pt x="4943" y="4109"/>
                    <a:pt x="4813" y="4190"/>
                  </a:cubicBezTo>
                  <a:cubicBezTo>
                    <a:pt x="4782" y="4140"/>
                    <a:pt x="4745" y="4103"/>
                    <a:pt x="4714" y="4054"/>
                  </a:cubicBezTo>
                  <a:cubicBezTo>
                    <a:pt x="4306" y="3547"/>
                    <a:pt x="3880" y="3053"/>
                    <a:pt x="3509" y="2521"/>
                  </a:cubicBezTo>
                  <a:cubicBezTo>
                    <a:pt x="3096" y="1935"/>
                    <a:pt x="2774" y="1317"/>
                    <a:pt x="2552" y="637"/>
                  </a:cubicBezTo>
                  <a:cubicBezTo>
                    <a:pt x="2533" y="594"/>
                    <a:pt x="2490" y="612"/>
                    <a:pt x="2496" y="649"/>
                  </a:cubicBezTo>
                  <a:cubicBezTo>
                    <a:pt x="2737" y="1830"/>
                    <a:pt x="3559" y="2818"/>
                    <a:pt x="4300" y="3726"/>
                  </a:cubicBezTo>
                  <a:cubicBezTo>
                    <a:pt x="4442" y="3893"/>
                    <a:pt x="4578" y="4072"/>
                    <a:pt x="4708" y="4239"/>
                  </a:cubicBezTo>
                  <a:cubicBezTo>
                    <a:pt x="4566" y="4332"/>
                    <a:pt x="4418" y="4449"/>
                    <a:pt x="4288" y="4573"/>
                  </a:cubicBezTo>
                  <a:cubicBezTo>
                    <a:pt x="4171" y="4690"/>
                    <a:pt x="4041" y="4820"/>
                    <a:pt x="3960" y="4974"/>
                  </a:cubicBezTo>
                  <a:cubicBezTo>
                    <a:pt x="3163" y="4227"/>
                    <a:pt x="2206" y="3652"/>
                    <a:pt x="1415" y="2898"/>
                  </a:cubicBezTo>
                  <a:cubicBezTo>
                    <a:pt x="1112" y="2614"/>
                    <a:pt x="834" y="2311"/>
                    <a:pt x="600" y="1965"/>
                  </a:cubicBezTo>
                  <a:cubicBezTo>
                    <a:pt x="365" y="1607"/>
                    <a:pt x="192" y="1230"/>
                    <a:pt x="56" y="829"/>
                  </a:cubicBezTo>
                  <a:cubicBezTo>
                    <a:pt x="37" y="798"/>
                    <a:pt x="0" y="804"/>
                    <a:pt x="0" y="841"/>
                  </a:cubicBezTo>
                  <a:cubicBezTo>
                    <a:pt x="93" y="1533"/>
                    <a:pt x="525" y="2138"/>
                    <a:pt x="989" y="2633"/>
                  </a:cubicBezTo>
                  <a:cubicBezTo>
                    <a:pt x="1477" y="3158"/>
                    <a:pt x="2039" y="3590"/>
                    <a:pt x="2607" y="4017"/>
                  </a:cubicBezTo>
                  <a:cubicBezTo>
                    <a:pt x="3219" y="4480"/>
                    <a:pt x="3837" y="4943"/>
                    <a:pt x="4337" y="5518"/>
                  </a:cubicBezTo>
                  <a:cubicBezTo>
                    <a:pt x="4640" y="5845"/>
                    <a:pt x="4881" y="6234"/>
                    <a:pt x="5073" y="6636"/>
                  </a:cubicBezTo>
                  <a:cubicBezTo>
                    <a:pt x="4677" y="6828"/>
                    <a:pt x="4276" y="6982"/>
                    <a:pt x="3862" y="7099"/>
                  </a:cubicBezTo>
                  <a:cubicBezTo>
                    <a:pt x="3806" y="7112"/>
                    <a:pt x="3831" y="7192"/>
                    <a:pt x="3886" y="7174"/>
                  </a:cubicBezTo>
                  <a:cubicBezTo>
                    <a:pt x="4306" y="7069"/>
                    <a:pt x="4727" y="6914"/>
                    <a:pt x="5122" y="6729"/>
                  </a:cubicBezTo>
                  <a:cubicBezTo>
                    <a:pt x="5227" y="6970"/>
                    <a:pt x="5313" y="7204"/>
                    <a:pt x="5381" y="7452"/>
                  </a:cubicBezTo>
                  <a:cubicBezTo>
                    <a:pt x="5493" y="7847"/>
                    <a:pt x="5554" y="8267"/>
                    <a:pt x="5561" y="8675"/>
                  </a:cubicBezTo>
                  <a:cubicBezTo>
                    <a:pt x="5561" y="8811"/>
                    <a:pt x="5561" y="8947"/>
                    <a:pt x="5554" y="9083"/>
                  </a:cubicBezTo>
                  <a:lnTo>
                    <a:pt x="4411" y="9849"/>
                  </a:lnTo>
                  <a:lnTo>
                    <a:pt x="10590" y="22668"/>
                  </a:lnTo>
                  <a:lnTo>
                    <a:pt x="14704" y="22452"/>
                  </a:lnTo>
                  <a:close/>
                  <a:moveTo>
                    <a:pt x="4764" y="5839"/>
                  </a:moveTo>
                  <a:cubicBezTo>
                    <a:pt x="4541" y="5524"/>
                    <a:pt x="4288" y="5240"/>
                    <a:pt x="4016" y="4980"/>
                  </a:cubicBezTo>
                  <a:cubicBezTo>
                    <a:pt x="4133" y="4875"/>
                    <a:pt x="4232" y="4746"/>
                    <a:pt x="4356" y="4634"/>
                  </a:cubicBezTo>
                  <a:cubicBezTo>
                    <a:pt x="4492" y="4511"/>
                    <a:pt x="4640" y="4406"/>
                    <a:pt x="4795" y="4301"/>
                  </a:cubicBezTo>
                  <a:cubicBezTo>
                    <a:pt x="5035" y="4628"/>
                    <a:pt x="5258" y="4962"/>
                    <a:pt x="5437" y="5332"/>
                  </a:cubicBezTo>
                  <a:cubicBezTo>
                    <a:pt x="5573" y="5623"/>
                    <a:pt x="5690" y="5926"/>
                    <a:pt x="5795" y="6234"/>
                  </a:cubicBezTo>
                  <a:cubicBezTo>
                    <a:pt x="5610" y="6352"/>
                    <a:pt x="5412" y="6457"/>
                    <a:pt x="5221" y="6556"/>
                  </a:cubicBezTo>
                  <a:cubicBezTo>
                    <a:pt x="5215" y="6568"/>
                    <a:pt x="5208" y="6568"/>
                    <a:pt x="5196" y="6574"/>
                  </a:cubicBezTo>
                  <a:cubicBezTo>
                    <a:pt x="5066" y="6321"/>
                    <a:pt x="4930" y="6074"/>
                    <a:pt x="4764" y="5839"/>
                  </a:cubicBezTo>
                  <a:close/>
                  <a:moveTo>
                    <a:pt x="5585" y="7810"/>
                  </a:moveTo>
                  <a:cubicBezTo>
                    <a:pt x="5517" y="7414"/>
                    <a:pt x="5394" y="7038"/>
                    <a:pt x="5239" y="6667"/>
                  </a:cubicBezTo>
                  <a:cubicBezTo>
                    <a:pt x="5246" y="6667"/>
                    <a:pt x="5246" y="6661"/>
                    <a:pt x="5252" y="6661"/>
                  </a:cubicBezTo>
                  <a:cubicBezTo>
                    <a:pt x="5443" y="6568"/>
                    <a:pt x="5641" y="6457"/>
                    <a:pt x="5826" y="6340"/>
                  </a:cubicBezTo>
                  <a:cubicBezTo>
                    <a:pt x="5900" y="6587"/>
                    <a:pt x="5962" y="6846"/>
                    <a:pt x="6024" y="7099"/>
                  </a:cubicBezTo>
                  <a:cubicBezTo>
                    <a:pt x="6141" y="7594"/>
                    <a:pt x="6215" y="8088"/>
                    <a:pt x="6290" y="8588"/>
                  </a:cubicBezTo>
                  <a:lnTo>
                    <a:pt x="5653" y="9015"/>
                  </a:lnTo>
                  <a:cubicBezTo>
                    <a:pt x="5653" y="8959"/>
                    <a:pt x="5659" y="8910"/>
                    <a:pt x="5659" y="8854"/>
                  </a:cubicBezTo>
                  <a:cubicBezTo>
                    <a:pt x="5672" y="8496"/>
                    <a:pt x="5647" y="8150"/>
                    <a:pt x="5585" y="781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42"/>
            <p:cNvSpPr/>
            <p:nvPr/>
          </p:nvSpPr>
          <p:spPr>
            <a:xfrm>
              <a:off x="2836024" y="1909732"/>
              <a:ext cx="608298" cy="1093816"/>
            </a:xfrm>
            <a:custGeom>
              <a:avLst/>
              <a:gdLst/>
              <a:ahLst/>
              <a:cxnLst/>
              <a:rect l="l" t="t" r="r" b="b"/>
              <a:pathLst>
                <a:path w="7927" h="14254" extrusionOk="0">
                  <a:moveTo>
                    <a:pt x="7927" y="14179"/>
                  </a:moveTo>
                  <a:lnTo>
                    <a:pt x="1483" y="186"/>
                  </a:lnTo>
                  <a:lnTo>
                    <a:pt x="0" y="1"/>
                  </a:lnTo>
                  <a:lnTo>
                    <a:pt x="6642" y="14253"/>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42"/>
            <p:cNvSpPr/>
            <p:nvPr/>
          </p:nvSpPr>
          <p:spPr>
            <a:xfrm>
              <a:off x="3374103" y="2016856"/>
              <a:ext cx="523964" cy="753409"/>
            </a:xfrm>
            <a:custGeom>
              <a:avLst/>
              <a:gdLst/>
              <a:ahLst/>
              <a:cxnLst/>
              <a:rect l="l" t="t" r="r" b="b"/>
              <a:pathLst>
                <a:path w="6828" h="9818" extrusionOk="0">
                  <a:moveTo>
                    <a:pt x="606" y="8823"/>
                  </a:moveTo>
                  <a:cubicBezTo>
                    <a:pt x="606" y="8823"/>
                    <a:pt x="1" y="7847"/>
                    <a:pt x="235" y="7007"/>
                  </a:cubicBezTo>
                  <a:cubicBezTo>
                    <a:pt x="464" y="6173"/>
                    <a:pt x="791" y="5987"/>
                    <a:pt x="1113" y="5709"/>
                  </a:cubicBezTo>
                  <a:cubicBezTo>
                    <a:pt x="1440" y="5431"/>
                    <a:pt x="1761" y="5203"/>
                    <a:pt x="1718" y="4505"/>
                  </a:cubicBezTo>
                  <a:cubicBezTo>
                    <a:pt x="1669" y="3813"/>
                    <a:pt x="1440" y="3720"/>
                    <a:pt x="1718" y="3207"/>
                  </a:cubicBezTo>
                  <a:cubicBezTo>
                    <a:pt x="1996" y="2701"/>
                    <a:pt x="2688" y="2330"/>
                    <a:pt x="2737" y="1910"/>
                  </a:cubicBezTo>
                  <a:cubicBezTo>
                    <a:pt x="2781" y="1496"/>
                    <a:pt x="2552" y="1"/>
                    <a:pt x="2552" y="1"/>
                  </a:cubicBezTo>
                  <a:cubicBezTo>
                    <a:pt x="2552" y="1"/>
                    <a:pt x="3201" y="977"/>
                    <a:pt x="3201" y="1298"/>
                  </a:cubicBezTo>
                  <a:cubicBezTo>
                    <a:pt x="3201" y="1626"/>
                    <a:pt x="2966" y="2837"/>
                    <a:pt x="2966" y="2837"/>
                  </a:cubicBezTo>
                  <a:lnTo>
                    <a:pt x="2367" y="3905"/>
                  </a:lnTo>
                  <a:lnTo>
                    <a:pt x="3201" y="4505"/>
                  </a:lnTo>
                  <a:cubicBezTo>
                    <a:pt x="3201" y="4505"/>
                    <a:pt x="3429" y="3627"/>
                    <a:pt x="3522" y="3115"/>
                  </a:cubicBezTo>
                  <a:cubicBezTo>
                    <a:pt x="3615" y="2608"/>
                    <a:pt x="4449" y="1774"/>
                    <a:pt x="4449" y="1774"/>
                  </a:cubicBezTo>
                  <a:cubicBezTo>
                    <a:pt x="4449" y="1774"/>
                    <a:pt x="4128" y="2237"/>
                    <a:pt x="4078" y="2837"/>
                  </a:cubicBezTo>
                  <a:cubicBezTo>
                    <a:pt x="4035" y="3442"/>
                    <a:pt x="4313" y="3671"/>
                    <a:pt x="4263" y="4183"/>
                  </a:cubicBezTo>
                  <a:cubicBezTo>
                    <a:pt x="4220" y="4690"/>
                    <a:pt x="3800" y="5765"/>
                    <a:pt x="3800" y="5765"/>
                  </a:cubicBezTo>
                  <a:cubicBezTo>
                    <a:pt x="3800" y="5765"/>
                    <a:pt x="4263" y="7470"/>
                    <a:pt x="4708" y="7501"/>
                  </a:cubicBezTo>
                  <a:cubicBezTo>
                    <a:pt x="5147" y="7532"/>
                    <a:pt x="5518" y="7674"/>
                    <a:pt x="5425" y="6791"/>
                  </a:cubicBezTo>
                  <a:cubicBezTo>
                    <a:pt x="5332" y="5913"/>
                    <a:pt x="5147" y="5493"/>
                    <a:pt x="5147" y="5493"/>
                  </a:cubicBezTo>
                  <a:lnTo>
                    <a:pt x="5703" y="4659"/>
                  </a:lnTo>
                  <a:cubicBezTo>
                    <a:pt x="5703" y="4659"/>
                    <a:pt x="5425" y="5635"/>
                    <a:pt x="5610" y="6148"/>
                  </a:cubicBezTo>
                  <a:cubicBezTo>
                    <a:pt x="5796" y="6661"/>
                    <a:pt x="6024" y="6896"/>
                    <a:pt x="6166" y="7538"/>
                  </a:cubicBezTo>
                  <a:cubicBezTo>
                    <a:pt x="6302" y="8187"/>
                    <a:pt x="6827" y="8730"/>
                    <a:pt x="5919" y="9280"/>
                  </a:cubicBezTo>
                  <a:cubicBezTo>
                    <a:pt x="5005" y="9818"/>
                    <a:pt x="3380" y="9818"/>
                    <a:pt x="3380" y="9818"/>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42"/>
            <p:cNvSpPr/>
            <p:nvPr/>
          </p:nvSpPr>
          <p:spPr>
            <a:xfrm>
              <a:off x="3913179" y="1904974"/>
              <a:ext cx="238040" cy="1149298"/>
            </a:xfrm>
            <a:custGeom>
              <a:avLst/>
              <a:gdLst/>
              <a:ahLst/>
              <a:cxnLst/>
              <a:rect l="l" t="t" r="r" b="b"/>
              <a:pathLst>
                <a:path w="3102" h="14977" extrusionOk="0">
                  <a:moveTo>
                    <a:pt x="834" y="13994"/>
                  </a:moveTo>
                  <a:cubicBezTo>
                    <a:pt x="439" y="13469"/>
                    <a:pt x="0" y="12561"/>
                    <a:pt x="321" y="11721"/>
                  </a:cubicBezTo>
                  <a:cubicBezTo>
                    <a:pt x="649" y="10887"/>
                    <a:pt x="1248" y="10331"/>
                    <a:pt x="1205" y="9626"/>
                  </a:cubicBezTo>
                  <a:cubicBezTo>
                    <a:pt x="1155" y="8928"/>
                    <a:pt x="1341" y="7859"/>
                    <a:pt x="1390" y="7396"/>
                  </a:cubicBezTo>
                  <a:cubicBezTo>
                    <a:pt x="1433" y="6933"/>
                    <a:pt x="927" y="5956"/>
                    <a:pt x="927" y="5956"/>
                  </a:cubicBezTo>
                  <a:cubicBezTo>
                    <a:pt x="927" y="5956"/>
                    <a:pt x="371" y="5444"/>
                    <a:pt x="834" y="4375"/>
                  </a:cubicBezTo>
                  <a:cubicBezTo>
                    <a:pt x="1297" y="3306"/>
                    <a:pt x="2132" y="1959"/>
                    <a:pt x="2132" y="1959"/>
                  </a:cubicBezTo>
                  <a:lnTo>
                    <a:pt x="2410" y="1"/>
                  </a:lnTo>
                  <a:cubicBezTo>
                    <a:pt x="2410" y="1"/>
                    <a:pt x="2731" y="1348"/>
                    <a:pt x="2638" y="1768"/>
                  </a:cubicBezTo>
                  <a:cubicBezTo>
                    <a:pt x="2545" y="2188"/>
                    <a:pt x="1853" y="3726"/>
                    <a:pt x="1853" y="3726"/>
                  </a:cubicBezTo>
                  <a:cubicBezTo>
                    <a:pt x="1853" y="3726"/>
                    <a:pt x="1248" y="4974"/>
                    <a:pt x="1575" y="5444"/>
                  </a:cubicBezTo>
                  <a:cubicBezTo>
                    <a:pt x="1897" y="5907"/>
                    <a:pt x="2132" y="6747"/>
                    <a:pt x="2132" y="6747"/>
                  </a:cubicBezTo>
                  <a:lnTo>
                    <a:pt x="1946" y="8557"/>
                  </a:lnTo>
                  <a:cubicBezTo>
                    <a:pt x="1946" y="8557"/>
                    <a:pt x="1711" y="10096"/>
                    <a:pt x="2082" y="10096"/>
                  </a:cubicBezTo>
                  <a:cubicBezTo>
                    <a:pt x="2453" y="10096"/>
                    <a:pt x="2780" y="9540"/>
                    <a:pt x="2731" y="8934"/>
                  </a:cubicBezTo>
                  <a:cubicBezTo>
                    <a:pt x="2688" y="8335"/>
                    <a:pt x="2823" y="7402"/>
                    <a:pt x="2823" y="7402"/>
                  </a:cubicBezTo>
                  <a:cubicBezTo>
                    <a:pt x="2823" y="7402"/>
                    <a:pt x="3009" y="8557"/>
                    <a:pt x="3058" y="9126"/>
                  </a:cubicBezTo>
                  <a:cubicBezTo>
                    <a:pt x="3101" y="9688"/>
                    <a:pt x="3101" y="10034"/>
                    <a:pt x="2848" y="10627"/>
                  </a:cubicBezTo>
                  <a:cubicBezTo>
                    <a:pt x="2595" y="11220"/>
                    <a:pt x="2360" y="11677"/>
                    <a:pt x="2545" y="12474"/>
                  </a:cubicBezTo>
                  <a:cubicBezTo>
                    <a:pt x="2731" y="13265"/>
                    <a:pt x="3101" y="14241"/>
                    <a:pt x="2638" y="14612"/>
                  </a:cubicBezTo>
                  <a:cubicBezTo>
                    <a:pt x="2175" y="14976"/>
                    <a:pt x="1112" y="14377"/>
                    <a:pt x="834" y="1399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42"/>
            <p:cNvSpPr/>
            <p:nvPr/>
          </p:nvSpPr>
          <p:spPr>
            <a:xfrm>
              <a:off x="2993411" y="2496687"/>
              <a:ext cx="966739" cy="589804"/>
            </a:xfrm>
            <a:custGeom>
              <a:avLst/>
              <a:gdLst/>
              <a:ahLst/>
              <a:cxnLst/>
              <a:rect l="l" t="t" r="r" b="b"/>
              <a:pathLst>
                <a:path w="12598" h="7686" extrusionOk="0">
                  <a:moveTo>
                    <a:pt x="464" y="5078"/>
                  </a:moveTo>
                  <a:lnTo>
                    <a:pt x="2348" y="4831"/>
                  </a:lnTo>
                  <a:lnTo>
                    <a:pt x="2256" y="3781"/>
                  </a:lnTo>
                  <a:lnTo>
                    <a:pt x="3250" y="1365"/>
                  </a:lnTo>
                  <a:lnTo>
                    <a:pt x="5845" y="93"/>
                  </a:lnTo>
                  <a:lnTo>
                    <a:pt x="7643" y="0"/>
                  </a:lnTo>
                  <a:lnTo>
                    <a:pt x="8631" y="2354"/>
                  </a:lnTo>
                  <a:lnTo>
                    <a:pt x="10893" y="3003"/>
                  </a:lnTo>
                  <a:lnTo>
                    <a:pt x="12264" y="3281"/>
                  </a:lnTo>
                  <a:lnTo>
                    <a:pt x="12598" y="5696"/>
                  </a:lnTo>
                  <a:lnTo>
                    <a:pt x="10738" y="7686"/>
                  </a:lnTo>
                  <a:lnTo>
                    <a:pt x="4022" y="7463"/>
                  </a:lnTo>
                  <a:lnTo>
                    <a:pt x="1" y="753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42"/>
            <p:cNvSpPr/>
            <p:nvPr/>
          </p:nvSpPr>
          <p:spPr>
            <a:xfrm>
              <a:off x="3335197" y="2371991"/>
              <a:ext cx="490813" cy="773744"/>
            </a:xfrm>
            <a:custGeom>
              <a:avLst/>
              <a:gdLst/>
              <a:ahLst/>
              <a:cxnLst/>
              <a:rect l="l" t="t" r="r" b="b"/>
              <a:pathLst>
                <a:path w="6396" h="10083" extrusionOk="0">
                  <a:moveTo>
                    <a:pt x="711" y="8662"/>
                  </a:moveTo>
                  <a:cubicBezTo>
                    <a:pt x="464" y="8297"/>
                    <a:pt x="1" y="7334"/>
                    <a:pt x="217" y="6858"/>
                  </a:cubicBezTo>
                  <a:cubicBezTo>
                    <a:pt x="433" y="6394"/>
                    <a:pt x="928" y="6086"/>
                    <a:pt x="897" y="5746"/>
                  </a:cubicBezTo>
                  <a:cubicBezTo>
                    <a:pt x="866" y="5406"/>
                    <a:pt x="711" y="5437"/>
                    <a:pt x="742" y="4881"/>
                  </a:cubicBezTo>
                  <a:cubicBezTo>
                    <a:pt x="773" y="4325"/>
                    <a:pt x="1267" y="3645"/>
                    <a:pt x="1267" y="3645"/>
                  </a:cubicBezTo>
                  <a:cubicBezTo>
                    <a:pt x="1267" y="3645"/>
                    <a:pt x="1175" y="4139"/>
                    <a:pt x="1175" y="4510"/>
                  </a:cubicBezTo>
                  <a:cubicBezTo>
                    <a:pt x="1175" y="4881"/>
                    <a:pt x="1638" y="5313"/>
                    <a:pt x="1638" y="5313"/>
                  </a:cubicBezTo>
                  <a:cubicBezTo>
                    <a:pt x="1638" y="5313"/>
                    <a:pt x="2225" y="4448"/>
                    <a:pt x="2071" y="4109"/>
                  </a:cubicBezTo>
                  <a:cubicBezTo>
                    <a:pt x="1916" y="3769"/>
                    <a:pt x="1669" y="3305"/>
                    <a:pt x="1793" y="2749"/>
                  </a:cubicBezTo>
                  <a:cubicBezTo>
                    <a:pt x="1916" y="2193"/>
                    <a:pt x="2534" y="1328"/>
                    <a:pt x="2534" y="1328"/>
                  </a:cubicBezTo>
                  <a:lnTo>
                    <a:pt x="2565" y="0"/>
                  </a:lnTo>
                  <a:cubicBezTo>
                    <a:pt x="2565" y="0"/>
                    <a:pt x="2874" y="618"/>
                    <a:pt x="2936" y="989"/>
                  </a:cubicBezTo>
                  <a:cubicBezTo>
                    <a:pt x="2997" y="1359"/>
                    <a:pt x="2688" y="2515"/>
                    <a:pt x="2688" y="2515"/>
                  </a:cubicBezTo>
                  <a:cubicBezTo>
                    <a:pt x="2688" y="2515"/>
                    <a:pt x="2287" y="3380"/>
                    <a:pt x="2627" y="3688"/>
                  </a:cubicBezTo>
                  <a:cubicBezTo>
                    <a:pt x="2966" y="3997"/>
                    <a:pt x="3430" y="4183"/>
                    <a:pt x="3244" y="4801"/>
                  </a:cubicBezTo>
                  <a:cubicBezTo>
                    <a:pt x="3059" y="5418"/>
                    <a:pt x="2966" y="6067"/>
                    <a:pt x="2966" y="6067"/>
                  </a:cubicBezTo>
                  <a:lnTo>
                    <a:pt x="3677" y="6438"/>
                  </a:lnTo>
                  <a:cubicBezTo>
                    <a:pt x="3677" y="6438"/>
                    <a:pt x="3955" y="5721"/>
                    <a:pt x="3893" y="5184"/>
                  </a:cubicBezTo>
                  <a:cubicBezTo>
                    <a:pt x="3831" y="4640"/>
                    <a:pt x="4326" y="3775"/>
                    <a:pt x="4326" y="3775"/>
                  </a:cubicBezTo>
                  <a:lnTo>
                    <a:pt x="4078" y="2725"/>
                  </a:lnTo>
                  <a:lnTo>
                    <a:pt x="4048" y="1273"/>
                  </a:lnTo>
                  <a:cubicBezTo>
                    <a:pt x="4048" y="1273"/>
                    <a:pt x="4048" y="2539"/>
                    <a:pt x="4295" y="2892"/>
                  </a:cubicBezTo>
                  <a:cubicBezTo>
                    <a:pt x="4542" y="3231"/>
                    <a:pt x="5067" y="3818"/>
                    <a:pt x="5005" y="4158"/>
                  </a:cubicBezTo>
                  <a:cubicBezTo>
                    <a:pt x="4943" y="4498"/>
                    <a:pt x="4449" y="4992"/>
                    <a:pt x="4758" y="5239"/>
                  </a:cubicBezTo>
                  <a:cubicBezTo>
                    <a:pt x="5067" y="5486"/>
                    <a:pt x="5654" y="5116"/>
                    <a:pt x="5747" y="4930"/>
                  </a:cubicBezTo>
                  <a:cubicBezTo>
                    <a:pt x="5839" y="4745"/>
                    <a:pt x="5530" y="3602"/>
                    <a:pt x="5530" y="3602"/>
                  </a:cubicBezTo>
                  <a:cubicBezTo>
                    <a:pt x="5530" y="3602"/>
                    <a:pt x="5932" y="4189"/>
                    <a:pt x="6025" y="4683"/>
                  </a:cubicBezTo>
                  <a:cubicBezTo>
                    <a:pt x="6117" y="5177"/>
                    <a:pt x="5777" y="5641"/>
                    <a:pt x="5839" y="6135"/>
                  </a:cubicBezTo>
                  <a:cubicBezTo>
                    <a:pt x="5901" y="6629"/>
                    <a:pt x="6210" y="6691"/>
                    <a:pt x="6303" y="7216"/>
                  </a:cubicBezTo>
                  <a:cubicBezTo>
                    <a:pt x="6395" y="7741"/>
                    <a:pt x="5592" y="8890"/>
                    <a:pt x="5592" y="8890"/>
                  </a:cubicBezTo>
                  <a:cubicBezTo>
                    <a:pt x="5592" y="8890"/>
                    <a:pt x="1675" y="10083"/>
                    <a:pt x="711" y="8662"/>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42"/>
            <p:cNvSpPr/>
            <p:nvPr/>
          </p:nvSpPr>
          <p:spPr>
            <a:xfrm>
              <a:off x="3335397" y="2371991"/>
              <a:ext cx="490813" cy="773744"/>
            </a:xfrm>
            <a:custGeom>
              <a:avLst/>
              <a:gdLst/>
              <a:ahLst/>
              <a:cxnLst/>
              <a:rect l="l" t="t" r="r" b="b"/>
              <a:pathLst>
                <a:path w="6396" h="10083" extrusionOk="0">
                  <a:moveTo>
                    <a:pt x="711" y="8662"/>
                  </a:moveTo>
                  <a:cubicBezTo>
                    <a:pt x="464" y="8297"/>
                    <a:pt x="1" y="7334"/>
                    <a:pt x="217" y="6858"/>
                  </a:cubicBezTo>
                  <a:cubicBezTo>
                    <a:pt x="433" y="6394"/>
                    <a:pt x="928" y="6086"/>
                    <a:pt x="897" y="5746"/>
                  </a:cubicBezTo>
                  <a:cubicBezTo>
                    <a:pt x="866" y="5406"/>
                    <a:pt x="711" y="5437"/>
                    <a:pt x="742" y="4881"/>
                  </a:cubicBezTo>
                  <a:cubicBezTo>
                    <a:pt x="773" y="4325"/>
                    <a:pt x="1267" y="3645"/>
                    <a:pt x="1267" y="3645"/>
                  </a:cubicBezTo>
                  <a:cubicBezTo>
                    <a:pt x="1267" y="3645"/>
                    <a:pt x="1175" y="4139"/>
                    <a:pt x="1175" y="4510"/>
                  </a:cubicBezTo>
                  <a:cubicBezTo>
                    <a:pt x="1175" y="4881"/>
                    <a:pt x="1638" y="5313"/>
                    <a:pt x="1638" y="5313"/>
                  </a:cubicBezTo>
                  <a:cubicBezTo>
                    <a:pt x="1638" y="5313"/>
                    <a:pt x="2225" y="4448"/>
                    <a:pt x="2071" y="4109"/>
                  </a:cubicBezTo>
                  <a:cubicBezTo>
                    <a:pt x="1916" y="3769"/>
                    <a:pt x="1669" y="3305"/>
                    <a:pt x="1793" y="2749"/>
                  </a:cubicBezTo>
                  <a:cubicBezTo>
                    <a:pt x="1916" y="2193"/>
                    <a:pt x="2534" y="1328"/>
                    <a:pt x="2534" y="1328"/>
                  </a:cubicBezTo>
                  <a:lnTo>
                    <a:pt x="2565" y="0"/>
                  </a:lnTo>
                  <a:cubicBezTo>
                    <a:pt x="2565" y="0"/>
                    <a:pt x="2874" y="618"/>
                    <a:pt x="2936" y="989"/>
                  </a:cubicBezTo>
                  <a:cubicBezTo>
                    <a:pt x="2997" y="1359"/>
                    <a:pt x="2688" y="2515"/>
                    <a:pt x="2688" y="2515"/>
                  </a:cubicBezTo>
                  <a:cubicBezTo>
                    <a:pt x="2688" y="2515"/>
                    <a:pt x="2287" y="3380"/>
                    <a:pt x="2627" y="3688"/>
                  </a:cubicBezTo>
                  <a:cubicBezTo>
                    <a:pt x="2966" y="3997"/>
                    <a:pt x="3430" y="4183"/>
                    <a:pt x="3244" y="4801"/>
                  </a:cubicBezTo>
                  <a:cubicBezTo>
                    <a:pt x="3059" y="5418"/>
                    <a:pt x="2966" y="6067"/>
                    <a:pt x="2966" y="6067"/>
                  </a:cubicBezTo>
                  <a:lnTo>
                    <a:pt x="3677" y="6438"/>
                  </a:lnTo>
                  <a:cubicBezTo>
                    <a:pt x="3677" y="6438"/>
                    <a:pt x="3955" y="5721"/>
                    <a:pt x="3893" y="5184"/>
                  </a:cubicBezTo>
                  <a:cubicBezTo>
                    <a:pt x="3831" y="4640"/>
                    <a:pt x="4326" y="3775"/>
                    <a:pt x="4326" y="3775"/>
                  </a:cubicBezTo>
                  <a:lnTo>
                    <a:pt x="4078" y="2725"/>
                  </a:lnTo>
                  <a:lnTo>
                    <a:pt x="4048" y="1273"/>
                  </a:lnTo>
                  <a:cubicBezTo>
                    <a:pt x="4048" y="1273"/>
                    <a:pt x="4048" y="2539"/>
                    <a:pt x="4295" y="2892"/>
                  </a:cubicBezTo>
                  <a:cubicBezTo>
                    <a:pt x="4542" y="3231"/>
                    <a:pt x="5067" y="3818"/>
                    <a:pt x="5005" y="4158"/>
                  </a:cubicBezTo>
                  <a:cubicBezTo>
                    <a:pt x="4943" y="4498"/>
                    <a:pt x="4449" y="4992"/>
                    <a:pt x="4758" y="5239"/>
                  </a:cubicBezTo>
                  <a:cubicBezTo>
                    <a:pt x="5067" y="5486"/>
                    <a:pt x="5654" y="5116"/>
                    <a:pt x="5747" y="4930"/>
                  </a:cubicBezTo>
                  <a:cubicBezTo>
                    <a:pt x="5839" y="4745"/>
                    <a:pt x="5530" y="3602"/>
                    <a:pt x="5530" y="3602"/>
                  </a:cubicBezTo>
                  <a:cubicBezTo>
                    <a:pt x="5530" y="3602"/>
                    <a:pt x="5932" y="4189"/>
                    <a:pt x="6025" y="4683"/>
                  </a:cubicBezTo>
                  <a:cubicBezTo>
                    <a:pt x="6117" y="5177"/>
                    <a:pt x="5777" y="5641"/>
                    <a:pt x="5839" y="6135"/>
                  </a:cubicBezTo>
                  <a:cubicBezTo>
                    <a:pt x="5901" y="6629"/>
                    <a:pt x="6210" y="6691"/>
                    <a:pt x="6303" y="7216"/>
                  </a:cubicBezTo>
                  <a:cubicBezTo>
                    <a:pt x="6395" y="7741"/>
                    <a:pt x="5592" y="8890"/>
                    <a:pt x="5592" y="8890"/>
                  </a:cubicBezTo>
                  <a:cubicBezTo>
                    <a:pt x="5592" y="8890"/>
                    <a:pt x="1675" y="10083"/>
                    <a:pt x="711" y="8662"/>
                  </a:cubicBez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42"/>
            <p:cNvSpPr/>
            <p:nvPr/>
          </p:nvSpPr>
          <p:spPr>
            <a:xfrm>
              <a:off x="2836024" y="2786750"/>
              <a:ext cx="1821978" cy="673832"/>
            </a:xfrm>
            <a:custGeom>
              <a:avLst/>
              <a:gdLst/>
              <a:ahLst/>
              <a:cxnLst/>
              <a:rect l="l" t="t" r="r" b="b"/>
              <a:pathLst>
                <a:path w="23743" h="8781" extrusionOk="0">
                  <a:moveTo>
                    <a:pt x="2095" y="3856"/>
                  </a:moveTo>
                  <a:lnTo>
                    <a:pt x="4276" y="2367"/>
                  </a:lnTo>
                  <a:lnTo>
                    <a:pt x="5530" y="2182"/>
                  </a:lnTo>
                  <a:lnTo>
                    <a:pt x="8458" y="1904"/>
                  </a:lnTo>
                  <a:lnTo>
                    <a:pt x="10219" y="2596"/>
                  </a:lnTo>
                  <a:lnTo>
                    <a:pt x="12406" y="2460"/>
                  </a:lnTo>
                  <a:lnTo>
                    <a:pt x="14593" y="1"/>
                  </a:lnTo>
                  <a:lnTo>
                    <a:pt x="15884" y="2781"/>
                  </a:lnTo>
                  <a:lnTo>
                    <a:pt x="17657" y="3628"/>
                  </a:lnTo>
                  <a:lnTo>
                    <a:pt x="18399" y="4041"/>
                  </a:lnTo>
                  <a:lnTo>
                    <a:pt x="18720" y="5432"/>
                  </a:lnTo>
                  <a:lnTo>
                    <a:pt x="18627" y="6550"/>
                  </a:lnTo>
                  <a:lnTo>
                    <a:pt x="19048" y="5481"/>
                  </a:lnTo>
                  <a:lnTo>
                    <a:pt x="20771" y="5432"/>
                  </a:lnTo>
                  <a:lnTo>
                    <a:pt x="21513" y="6457"/>
                  </a:lnTo>
                  <a:lnTo>
                    <a:pt x="23280" y="6642"/>
                  </a:lnTo>
                  <a:lnTo>
                    <a:pt x="23743" y="8780"/>
                  </a:lnTo>
                  <a:lnTo>
                    <a:pt x="0" y="8780"/>
                  </a:lnTo>
                  <a:lnTo>
                    <a:pt x="1298" y="5858"/>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42"/>
            <p:cNvSpPr/>
            <p:nvPr/>
          </p:nvSpPr>
          <p:spPr>
            <a:xfrm>
              <a:off x="3041756" y="2786750"/>
              <a:ext cx="962518" cy="465643"/>
            </a:xfrm>
            <a:custGeom>
              <a:avLst/>
              <a:gdLst/>
              <a:ahLst/>
              <a:cxnLst/>
              <a:rect l="l" t="t" r="r" b="b"/>
              <a:pathLst>
                <a:path w="12543" h="6068" extrusionOk="0">
                  <a:moveTo>
                    <a:pt x="11912" y="1"/>
                  </a:moveTo>
                  <a:lnTo>
                    <a:pt x="9725" y="2466"/>
                  </a:lnTo>
                  <a:lnTo>
                    <a:pt x="7538" y="2602"/>
                  </a:lnTo>
                  <a:lnTo>
                    <a:pt x="8001" y="3319"/>
                  </a:lnTo>
                  <a:lnTo>
                    <a:pt x="8588" y="3658"/>
                  </a:lnTo>
                  <a:lnTo>
                    <a:pt x="8557" y="4950"/>
                  </a:lnTo>
                  <a:lnTo>
                    <a:pt x="9947" y="3121"/>
                  </a:lnTo>
                  <a:lnTo>
                    <a:pt x="10967" y="3059"/>
                  </a:lnTo>
                  <a:lnTo>
                    <a:pt x="11646" y="1539"/>
                  </a:lnTo>
                  <a:lnTo>
                    <a:pt x="12542" y="1379"/>
                  </a:lnTo>
                  <a:close/>
                  <a:moveTo>
                    <a:pt x="2849" y="2182"/>
                  </a:moveTo>
                  <a:lnTo>
                    <a:pt x="1601" y="2367"/>
                  </a:lnTo>
                  <a:lnTo>
                    <a:pt x="1" y="3455"/>
                  </a:lnTo>
                  <a:lnTo>
                    <a:pt x="273" y="4079"/>
                  </a:lnTo>
                  <a:lnTo>
                    <a:pt x="1261" y="3399"/>
                  </a:lnTo>
                  <a:lnTo>
                    <a:pt x="2404" y="3059"/>
                  </a:lnTo>
                  <a:lnTo>
                    <a:pt x="3454" y="6068"/>
                  </a:lnTo>
                  <a:lnTo>
                    <a:pt x="2991" y="2905"/>
                  </a:lnTo>
                  <a:lnTo>
                    <a:pt x="4350" y="2905"/>
                  </a:lnTo>
                  <a:lnTo>
                    <a:pt x="5246" y="2750"/>
                  </a:lnTo>
                  <a:lnTo>
                    <a:pt x="6296" y="2688"/>
                  </a:lnTo>
                  <a:lnTo>
                    <a:pt x="7532" y="2596"/>
                  </a:lnTo>
                  <a:lnTo>
                    <a:pt x="5765" y="1904"/>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42"/>
            <p:cNvSpPr/>
            <p:nvPr/>
          </p:nvSpPr>
          <p:spPr>
            <a:xfrm>
              <a:off x="3079664" y="2878757"/>
              <a:ext cx="1467451" cy="516367"/>
            </a:xfrm>
            <a:custGeom>
              <a:avLst/>
              <a:gdLst/>
              <a:ahLst/>
              <a:cxnLst/>
              <a:rect l="l" t="t" r="r" b="b"/>
              <a:pathLst>
                <a:path w="19123" h="6729" extrusionOk="0">
                  <a:moveTo>
                    <a:pt x="10170" y="3602"/>
                  </a:moveTo>
                  <a:lnTo>
                    <a:pt x="10201" y="3077"/>
                  </a:lnTo>
                  <a:lnTo>
                    <a:pt x="9491" y="2676"/>
                  </a:lnTo>
                  <a:lnTo>
                    <a:pt x="10479" y="1378"/>
                  </a:lnTo>
                  <a:lnTo>
                    <a:pt x="10349" y="1"/>
                  </a:lnTo>
                  <a:lnTo>
                    <a:pt x="10152" y="223"/>
                  </a:lnTo>
                  <a:lnTo>
                    <a:pt x="10287" y="1224"/>
                  </a:lnTo>
                  <a:lnTo>
                    <a:pt x="9855" y="1903"/>
                  </a:lnTo>
                  <a:lnTo>
                    <a:pt x="9206" y="2645"/>
                  </a:lnTo>
                  <a:lnTo>
                    <a:pt x="9948" y="3170"/>
                  </a:lnTo>
                  <a:lnTo>
                    <a:pt x="10009" y="3880"/>
                  </a:lnTo>
                  <a:cubicBezTo>
                    <a:pt x="10009" y="3880"/>
                    <a:pt x="11091" y="5023"/>
                    <a:pt x="11122" y="5116"/>
                  </a:cubicBezTo>
                  <a:lnTo>
                    <a:pt x="11616" y="5641"/>
                  </a:lnTo>
                  <a:lnTo>
                    <a:pt x="10658" y="4053"/>
                  </a:lnTo>
                  <a:close/>
                  <a:moveTo>
                    <a:pt x="4474" y="1811"/>
                  </a:moveTo>
                  <a:cubicBezTo>
                    <a:pt x="4474" y="1811"/>
                    <a:pt x="3516" y="1594"/>
                    <a:pt x="3393" y="1471"/>
                  </a:cubicBezTo>
                  <a:cubicBezTo>
                    <a:pt x="3331" y="1409"/>
                    <a:pt x="3096" y="1150"/>
                    <a:pt x="2898" y="933"/>
                  </a:cubicBezTo>
                  <a:lnTo>
                    <a:pt x="2620" y="958"/>
                  </a:lnTo>
                  <a:cubicBezTo>
                    <a:pt x="2874" y="1261"/>
                    <a:pt x="3183" y="1644"/>
                    <a:pt x="3183" y="1644"/>
                  </a:cubicBezTo>
                  <a:lnTo>
                    <a:pt x="4048" y="2045"/>
                  </a:lnTo>
                  <a:lnTo>
                    <a:pt x="4140" y="2509"/>
                  </a:lnTo>
                  <a:lnTo>
                    <a:pt x="3702" y="3584"/>
                  </a:lnTo>
                  <a:lnTo>
                    <a:pt x="3640" y="3528"/>
                  </a:lnTo>
                  <a:cubicBezTo>
                    <a:pt x="3640" y="3528"/>
                    <a:pt x="2120" y="3343"/>
                    <a:pt x="2058" y="3250"/>
                  </a:cubicBezTo>
                  <a:cubicBezTo>
                    <a:pt x="1996" y="3158"/>
                    <a:pt x="1440" y="2200"/>
                    <a:pt x="1440" y="2200"/>
                  </a:cubicBezTo>
                  <a:lnTo>
                    <a:pt x="118" y="1829"/>
                  </a:lnTo>
                  <a:lnTo>
                    <a:pt x="1" y="1910"/>
                  </a:lnTo>
                  <a:lnTo>
                    <a:pt x="297" y="2132"/>
                  </a:lnTo>
                  <a:lnTo>
                    <a:pt x="1410" y="2472"/>
                  </a:lnTo>
                  <a:lnTo>
                    <a:pt x="1842" y="3553"/>
                  </a:lnTo>
                  <a:lnTo>
                    <a:pt x="3485" y="3831"/>
                  </a:lnTo>
                  <a:lnTo>
                    <a:pt x="4752" y="4541"/>
                  </a:lnTo>
                  <a:lnTo>
                    <a:pt x="3930" y="3788"/>
                  </a:lnTo>
                  <a:lnTo>
                    <a:pt x="4350" y="2527"/>
                  </a:lnTo>
                  <a:lnTo>
                    <a:pt x="4474" y="2064"/>
                  </a:lnTo>
                  <a:lnTo>
                    <a:pt x="5586" y="1940"/>
                  </a:lnTo>
                  <a:lnTo>
                    <a:pt x="8805" y="1817"/>
                  </a:lnTo>
                  <a:lnTo>
                    <a:pt x="5617" y="1662"/>
                  </a:lnTo>
                  <a:close/>
                  <a:moveTo>
                    <a:pt x="792" y="3324"/>
                  </a:moveTo>
                  <a:lnTo>
                    <a:pt x="421" y="3386"/>
                  </a:lnTo>
                  <a:lnTo>
                    <a:pt x="884" y="4282"/>
                  </a:lnTo>
                  <a:lnTo>
                    <a:pt x="2868" y="5054"/>
                  </a:lnTo>
                  <a:lnTo>
                    <a:pt x="3176" y="4801"/>
                  </a:lnTo>
                  <a:lnTo>
                    <a:pt x="1101" y="4158"/>
                  </a:lnTo>
                  <a:close/>
                  <a:moveTo>
                    <a:pt x="19110" y="5338"/>
                  </a:moveTo>
                  <a:lnTo>
                    <a:pt x="18869" y="5314"/>
                  </a:lnTo>
                  <a:cubicBezTo>
                    <a:pt x="18962" y="5870"/>
                    <a:pt x="19085" y="6580"/>
                    <a:pt x="19122" y="6728"/>
                  </a:cubicBezTo>
                  <a:close/>
                  <a:moveTo>
                    <a:pt x="14544" y="4313"/>
                  </a:moveTo>
                  <a:lnTo>
                    <a:pt x="13123" y="4467"/>
                  </a:lnTo>
                  <a:lnTo>
                    <a:pt x="14050" y="4591"/>
                  </a:lnTo>
                  <a:lnTo>
                    <a:pt x="15193" y="4251"/>
                  </a:lnTo>
                  <a:lnTo>
                    <a:pt x="15520" y="4128"/>
                  </a:lnTo>
                  <a:lnTo>
                    <a:pt x="15483" y="3961"/>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42"/>
            <p:cNvSpPr/>
            <p:nvPr/>
          </p:nvSpPr>
          <p:spPr>
            <a:xfrm>
              <a:off x="2937737" y="3444342"/>
              <a:ext cx="2205973" cy="324830"/>
            </a:xfrm>
            <a:custGeom>
              <a:avLst/>
              <a:gdLst/>
              <a:ahLst/>
              <a:cxnLst/>
              <a:rect l="l" t="t" r="r" b="b"/>
              <a:pathLst>
                <a:path w="28747" h="4233" extrusionOk="0">
                  <a:moveTo>
                    <a:pt x="22322" y="1489"/>
                  </a:moveTo>
                  <a:lnTo>
                    <a:pt x="18238" y="1366"/>
                  </a:lnTo>
                  <a:lnTo>
                    <a:pt x="402" y="1922"/>
                  </a:lnTo>
                  <a:lnTo>
                    <a:pt x="0" y="2484"/>
                  </a:lnTo>
                  <a:lnTo>
                    <a:pt x="15909" y="4232"/>
                  </a:lnTo>
                  <a:lnTo>
                    <a:pt x="17676" y="3343"/>
                  </a:lnTo>
                  <a:lnTo>
                    <a:pt x="23248" y="3961"/>
                  </a:lnTo>
                  <a:lnTo>
                    <a:pt x="20338" y="2787"/>
                  </a:lnTo>
                  <a:lnTo>
                    <a:pt x="24991" y="2725"/>
                  </a:lnTo>
                  <a:lnTo>
                    <a:pt x="28741" y="2639"/>
                  </a:lnTo>
                  <a:lnTo>
                    <a:pt x="28741" y="1848"/>
                  </a:lnTo>
                  <a:lnTo>
                    <a:pt x="25794" y="1737"/>
                  </a:lnTo>
                  <a:close/>
                  <a:moveTo>
                    <a:pt x="22631" y="1"/>
                  </a:moveTo>
                  <a:lnTo>
                    <a:pt x="24126" y="557"/>
                  </a:lnTo>
                  <a:lnTo>
                    <a:pt x="28747" y="649"/>
                  </a:lnTo>
                  <a:lnTo>
                    <a:pt x="28747" y="1"/>
                  </a:lnTo>
                  <a:lnTo>
                    <a:pt x="22631" y="1"/>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42"/>
            <p:cNvSpPr/>
            <p:nvPr/>
          </p:nvSpPr>
          <p:spPr>
            <a:xfrm>
              <a:off x="2306003" y="3186930"/>
              <a:ext cx="2171441" cy="405404"/>
            </a:xfrm>
            <a:custGeom>
              <a:avLst/>
              <a:gdLst/>
              <a:ahLst/>
              <a:cxnLst/>
              <a:rect l="l" t="t" r="r" b="b"/>
              <a:pathLst>
                <a:path w="28297" h="5283" extrusionOk="0">
                  <a:moveTo>
                    <a:pt x="0" y="4869"/>
                  </a:moveTo>
                  <a:lnTo>
                    <a:pt x="2972" y="4727"/>
                  </a:lnTo>
                  <a:lnTo>
                    <a:pt x="3621" y="5097"/>
                  </a:lnTo>
                  <a:lnTo>
                    <a:pt x="4869" y="5283"/>
                  </a:lnTo>
                  <a:lnTo>
                    <a:pt x="6963" y="5239"/>
                  </a:lnTo>
                  <a:lnTo>
                    <a:pt x="11658" y="5239"/>
                  </a:lnTo>
                  <a:cubicBezTo>
                    <a:pt x="11936" y="5239"/>
                    <a:pt x="28296" y="4591"/>
                    <a:pt x="28296" y="4591"/>
                  </a:cubicBezTo>
                  <a:lnTo>
                    <a:pt x="27925" y="3849"/>
                  </a:lnTo>
                  <a:lnTo>
                    <a:pt x="26245" y="3565"/>
                  </a:lnTo>
                  <a:lnTo>
                    <a:pt x="24435" y="2502"/>
                  </a:lnTo>
                  <a:lnTo>
                    <a:pt x="23366" y="2132"/>
                  </a:lnTo>
                  <a:lnTo>
                    <a:pt x="21599" y="1390"/>
                  </a:lnTo>
                  <a:lnTo>
                    <a:pt x="20240" y="0"/>
                  </a:lnTo>
                  <a:lnTo>
                    <a:pt x="19838" y="0"/>
                  </a:lnTo>
                  <a:lnTo>
                    <a:pt x="18448" y="328"/>
                  </a:lnTo>
                  <a:lnTo>
                    <a:pt x="16768" y="1483"/>
                  </a:lnTo>
                  <a:lnTo>
                    <a:pt x="15378" y="2317"/>
                  </a:lnTo>
                  <a:lnTo>
                    <a:pt x="13691" y="223"/>
                  </a:lnTo>
                  <a:lnTo>
                    <a:pt x="13289" y="223"/>
                  </a:lnTo>
                  <a:lnTo>
                    <a:pt x="12406" y="828"/>
                  </a:lnTo>
                  <a:lnTo>
                    <a:pt x="11479" y="1848"/>
                  </a:lnTo>
                  <a:lnTo>
                    <a:pt x="9107" y="2447"/>
                  </a:lnTo>
                  <a:cubicBezTo>
                    <a:pt x="9107" y="2447"/>
                    <a:pt x="8489" y="1502"/>
                    <a:pt x="7853" y="1390"/>
                  </a:cubicBezTo>
                  <a:cubicBezTo>
                    <a:pt x="7741" y="1372"/>
                    <a:pt x="7340" y="1397"/>
                    <a:pt x="7253" y="1427"/>
                  </a:cubicBezTo>
                  <a:cubicBezTo>
                    <a:pt x="6654" y="1662"/>
                    <a:pt x="5672" y="2311"/>
                    <a:pt x="5672" y="2311"/>
                  </a:cubicBezTo>
                  <a:lnTo>
                    <a:pt x="4652" y="3188"/>
                  </a:lnTo>
                  <a:cubicBezTo>
                    <a:pt x="4652" y="3188"/>
                    <a:pt x="3114" y="3281"/>
                    <a:pt x="2651" y="3559"/>
                  </a:cubicBezTo>
                  <a:cubicBezTo>
                    <a:pt x="2187" y="3837"/>
                    <a:pt x="884" y="4442"/>
                    <a:pt x="884" y="4442"/>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42"/>
            <p:cNvSpPr/>
            <p:nvPr/>
          </p:nvSpPr>
          <p:spPr>
            <a:xfrm>
              <a:off x="2337311" y="3186930"/>
              <a:ext cx="2171364" cy="405404"/>
            </a:xfrm>
            <a:custGeom>
              <a:avLst/>
              <a:gdLst/>
              <a:ahLst/>
              <a:cxnLst/>
              <a:rect l="l" t="t" r="r" b="b"/>
              <a:pathLst>
                <a:path w="28296" h="5283" extrusionOk="0">
                  <a:moveTo>
                    <a:pt x="0" y="4869"/>
                  </a:moveTo>
                  <a:lnTo>
                    <a:pt x="2972" y="4727"/>
                  </a:lnTo>
                  <a:lnTo>
                    <a:pt x="3620" y="5097"/>
                  </a:lnTo>
                  <a:lnTo>
                    <a:pt x="4875" y="5283"/>
                  </a:lnTo>
                  <a:lnTo>
                    <a:pt x="6963" y="5239"/>
                  </a:lnTo>
                  <a:lnTo>
                    <a:pt x="11658" y="5239"/>
                  </a:lnTo>
                  <a:cubicBezTo>
                    <a:pt x="11936" y="5239"/>
                    <a:pt x="28296" y="4591"/>
                    <a:pt x="28296" y="4591"/>
                  </a:cubicBezTo>
                  <a:lnTo>
                    <a:pt x="27925" y="3849"/>
                  </a:lnTo>
                  <a:lnTo>
                    <a:pt x="26251" y="3565"/>
                  </a:lnTo>
                  <a:lnTo>
                    <a:pt x="24434" y="2502"/>
                  </a:lnTo>
                  <a:lnTo>
                    <a:pt x="23366" y="2132"/>
                  </a:lnTo>
                  <a:lnTo>
                    <a:pt x="21599" y="1390"/>
                  </a:lnTo>
                  <a:lnTo>
                    <a:pt x="19832" y="0"/>
                  </a:lnTo>
                  <a:lnTo>
                    <a:pt x="18442" y="328"/>
                  </a:lnTo>
                  <a:lnTo>
                    <a:pt x="16767" y="1483"/>
                  </a:lnTo>
                  <a:lnTo>
                    <a:pt x="15377" y="2317"/>
                  </a:lnTo>
                  <a:lnTo>
                    <a:pt x="13283" y="223"/>
                  </a:lnTo>
                  <a:lnTo>
                    <a:pt x="12399" y="828"/>
                  </a:lnTo>
                  <a:lnTo>
                    <a:pt x="11473" y="1848"/>
                  </a:lnTo>
                  <a:lnTo>
                    <a:pt x="9107" y="2447"/>
                  </a:lnTo>
                  <a:cubicBezTo>
                    <a:pt x="9107" y="2447"/>
                    <a:pt x="7852" y="1199"/>
                    <a:pt x="7241" y="1427"/>
                  </a:cubicBezTo>
                  <a:cubicBezTo>
                    <a:pt x="6641" y="1662"/>
                    <a:pt x="5659" y="2311"/>
                    <a:pt x="5659" y="2311"/>
                  </a:cubicBezTo>
                  <a:lnTo>
                    <a:pt x="4640" y="3188"/>
                  </a:lnTo>
                  <a:cubicBezTo>
                    <a:pt x="4640" y="3188"/>
                    <a:pt x="3101" y="3281"/>
                    <a:pt x="2638" y="3559"/>
                  </a:cubicBezTo>
                  <a:cubicBezTo>
                    <a:pt x="2175" y="3837"/>
                    <a:pt x="871" y="4442"/>
                    <a:pt x="871" y="4442"/>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42"/>
            <p:cNvSpPr/>
            <p:nvPr/>
          </p:nvSpPr>
          <p:spPr>
            <a:xfrm>
              <a:off x="2551100" y="3211102"/>
              <a:ext cx="1200942" cy="328590"/>
            </a:xfrm>
            <a:custGeom>
              <a:avLst/>
              <a:gdLst/>
              <a:ahLst/>
              <a:cxnLst/>
              <a:rect l="l" t="t" r="r" b="b"/>
              <a:pathLst>
                <a:path w="15650" h="4282" extrusionOk="0">
                  <a:moveTo>
                    <a:pt x="4455" y="1112"/>
                  </a:moveTo>
                  <a:cubicBezTo>
                    <a:pt x="3855" y="1347"/>
                    <a:pt x="2873" y="1996"/>
                    <a:pt x="2873" y="1996"/>
                  </a:cubicBezTo>
                  <a:lnTo>
                    <a:pt x="1854" y="2873"/>
                  </a:lnTo>
                  <a:cubicBezTo>
                    <a:pt x="1854" y="2873"/>
                    <a:pt x="575" y="2954"/>
                    <a:pt x="0" y="3176"/>
                  </a:cubicBezTo>
                  <a:lnTo>
                    <a:pt x="31" y="3201"/>
                  </a:lnTo>
                  <a:lnTo>
                    <a:pt x="1298" y="3170"/>
                  </a:lnTo>
                  <a:lnTo>
                    <a:pt x="1638" y="3726"/>
                  </a:lnTo>
                  <a:lnTo>
                    <a:pt x="1792" y="3293"/>
                  </a:lnTo>
                  <a:lnTo>
                    <a:pt x="2286" y="3108"/>
                  </a:lnTo>
                  <a:lnTo>
                    <a:pt x="2472" y="3324"/>
                  </a:lnTo>
                  <a:lnTo>
                    <a:pt x="2842" y="4282"/>
                  </a:lnTo>
                  <a:lnTo>
                    <a:pt x="2781" y="2447"/>
                  </a:lnTo>
                  <a:lnTo>
                    <a:pt x="4047" y="1736"/>
                  </a:lnTo>
                  <a:lnTo>
                    <a:pt x="4819" y="1119"/>
                  </a:lnTo>
                  <a:lnTo>
                    <a:pt x="4825" y="1112"/>
                  </a:lnTo>
                  <a:cubicBezTo>
                    <a:pt x="4696" y="1075"/>
                    <a:pt x="4566" y="1069"/>
                    <a:pt x="4455" y="1112"/>
                  </a:cubicBezTo>
                  <a:close/>
                  <a:moveTo>
                    <a:pt x="8891" y="1310"/>
                  </a:moveTo>
                  <a:lnTo>
                    <a:pt x="8681" y="1533"/>
                  </a:lnTo>
                  <a:lnTo>
                    <a:pt x="6308" y="2132"/>
                  </a:lnTo>
                  <a:lnTo>
                    <a:pt x="6864" y="3015"/>
                  </a:lnTo>
                  <a:lnTo>
                    <a:pt x="9966" y="3015"/>
                  </a:lnTo>
                  <a:lnTo>
                    <a:pt x="9039" y="1872"/>
                  </a:lnTo>
                  <a:lnTo>
                    <a:pt x="10120" y="2367"/>
                  </a:lnTo>
                  <a:close/>
                  <a:moveTo>
                    <a:pt x="12795" y="3627"/>
                  </a:moveTo>
                  <a:lnTo>
                    <a:pt x="12789" y="3695"/>
                  </a:lnTo>
                  <a:cubicBezTo>
                    <a:pt x="12795" y="3701"/>
                    <a:pt x="12795" y="3670"/>
                    <a:pt x="12795" y="3627"/>
                  </a:cubicBezTo>
                  <a:close/>
                  <a:moveTo>
                    <a:pt x="13981" y="1162"/>
                  </a:moveTo>
                  <a:lnTo>
                    <a:pt x="12591" y="1996"/>
                  </a:lnTo>
                  <a:cubicBezTo>
                    <a:pt x="12591" y="1996"/>
                    <a:pt x="12789" y="3299"/>
                    <a:pt x="12795" y="3627"/>
                  </a:cubicBezTo>
                  <a:lnTo>
                    <a:pt x="12974" y="2243"/>
                  </a:lnTo>
                  <a:lnTo>
                    <a:pt x="13191" y="2305"/>
                  </a:lnTo>
                  <a:lnTo>
                    <a:pt x="13500" y="2583"/>
                  </a:lnTo>
                  <a:lnTo>
                    <a:pt x="13500" y="1934"/>
                  </a:lnTo>
                  <a:lnTo>
                    <a:pt x="14519" y="1409"/>
                  </a:lnTo>
                  <a:lnTo>
                    <a:pt x="15650" y="0"/>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42"/>
            <p:cNvSpPr/>
            <p:nvPr/>
          </p:nvSpPr>
          <p:spPr>
            <a:xfrm>
              <a:off x="3202980" y="3385523"/>
              <a:ext cx="841120" cy="203508"/>
            </a:xfrm>
            <a:custGeom>
              <a:avLst/>
              <a:gdLst/>
              <a:ahLst/>
              <a:cxnLst/>
              <a:rect l="l" t="t" r="r" b="b"/>
              <a:pathLst>
                <a:path w="10961" h="2652" extrusionOk="0">
                  <a:moveTo>
                    <a:pt x="9935" y="1768"/>
                  </a:moveTo>
                  <a:lnTo>
                    <a:pt x="8915" y="996"/>
                  </a:lnTo>
                  <a:lnTo>
                    <a:pt x="8019" y="1181"/>
                  </a:lnTo>
                  <a:lnTo>
                    <a:pt x="6432" y="1583"/>
                  </a:lnTo>
                  <a:lnTo>
                    <a:pt x="7284" y="2386"/>
                  </a:lnTo>
                  <a:cubicBezTo>
                    <a:pt x="8501" y="2342"/>
                    <a:pt x="9762" y="2287"/>
                    <a:pt x="10960" y="2237"/>
                  </a:cubicBezTo>
                  <a:close/>
                  <a:moveTo>
                    <a:pt x="5252" y="1583"/>
                  </a:moveTo>
                  <a:lnTo>
                    <a:pt x="3985" y="1397"/>
                  </a:lnTo>
                  <a:lnTo>
                    <a:pt x="2564" y="1397"/>
                  </a:lnTo>
                  <a:lnTo>
                    <a:pt x="1668" y="1922"/>
                  </a:lnTo>
                  <a:cubicBezTo>
                    <a:pt x="1668" y="1922"/>
                    <a:pt x="470" y="2417"/>
                    <a:pt x="0" y="2651"/>
                  </a:cubicBezTo>
                  <a:lnTo>
                    <a:pt x="389" y="2651"/>
                  </a:lnTo>
                  <a:cubicBezTo>
                    <a:pt x="513" y="2651"/>
                    <a:pt x="3670" y="2528"/>
                    <a:pt x="7198" y="2386"/>
                  </a:cubicBezTo>
                  <a:lnTo>
                    <a:pt x="6290" y="1737"/>
                  </a:lnTo>
                  <a:close/>
                  <a:moveTo>
                    <a:pt x="10738" y="402"/>
                  </a:moveTo>
                  <a:lnTo>
                    <a:pt x="10274" y="1"/>
                  </a:lnTo>
                  <a:lnTo>
                    <a:pt x="8884" y="186"/>
                  </a:lnTo>
                  <a:lnTo>
                    <a:pt x="9712" y="711"/>
                  </a:lnTo>
                  <a:close/>
                </a:path>
              </a:pathLst>
            </a:custGeom>
            <a:solidFill>
              <a:srgbClr val="000000">
                <a:alpha val="419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42"/>
            <p:cNvSpPr/>
            <p:nvPr/>
          </p:nvSpPr>
          <p:spPr>
            <a:xfrm>
              <a:off x="2615099" y="3447219"/>
              <a:ext cx="198750" cy="137974"/>
            </a:xfrm>
            <a:custGeom>
              <a:avLst/>
              <a:gdLst/>
              <a:ahLst/>
              <a:cxnLst/>
              <a:rect l="l" t="t" r="r" b="b"/>
              <a:pathLst>
                <a:path w="2590" h="1798" extrusionOk="0">
                  <a:moveTo>
                    <a:pt x="0" y="1705"/>
                  </a:moveTo>
                  <a:lnTo>
                    <a:pt x="328" y="1242"/>
                  </a:lnTo>
                  <a:lnTo>
                    <a:pt x="742" y="1137"/>
                  </a:lnTo>
                  <a:lnTo>
                    <a:pt x="1329" y="982"/>
                  </a:lnTo>
                  <a:lnTo>
                    <a:pt x="1971" y="457"/>
                  </a:lnTo>
                  <a:lnTo>
                    <a:pt x="2323" y="0"/>
                  </a:lnTo>
                  <a:lnTo>
                    <a:pt x="2045" y="500"/>
                  </a:lnTo>
                  <a:lnTo>
                    <a:pt x="1483" y="1013"/>
                  </a:lnTo>
                  <a:lnTo>
                    <a:pt x="1687" y="1075"/>
                  </a:lnTo>
                  <a:lnTo>
                    <a:pt x="2064" y="1199"/>
                  </a:lnTo>
                  <a:lnTo>
                    <a:pt x="2589" y="809"/>
                  </a:lnTo>
                  <a:lnTo>
                    <a:pt x="2064" y="1335"/>
                  </a:lnTo>
                  <a:lnTo>
                    <a:pt x="1687" y="1168"/>
                  </a:lnTo>
                  <a:lnTo>
                    <a:pt x="1285" y="1075"/>
                  </a:lnTo>
                  <a:lnTo>
                    <a:pt x="402" y="1335"/>
                  </a:lnTo>
                  <a:lnTo>
                    <a:pt x="173" y="1798"/>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42"/>
            <p:cNvSpPr/>
            <p:nvPr/>
          </p:nvSpPr>
          <p:spPr>
            <a:xfrm>
              <a:off x="3873813" y="3461876"/>
              <a:ext cx="333808" cy="101984"/>
            </a:xfrm>
            <a:custGeom>
              <a:avLst/>
              <a:gdLst/>
              <a:ahLst/>
              <a:cxnLst/>
              <a:rect l="l" t="t" r="r" b="b"/>
              <a:pathLst>
                <a:path w="4350" h="1329" extrusionOk="0">
                  <a:moveTo>
                    <a:pt x="4257" y="866"/>
                  </a:moveTo>
                  <a:lnTo>
                    <a:pt x="3948" y="606"/>
                  </a:lnTo>
                  <a:lnTo>
                    <a:pt x="3639" y="371"/>
                  </a:lnTo>
                  <a:lnTo>
                    <a:pt x="4084" y="204"/>
                  </a:lnTo>
                  <a:lnTo>
                    <a:pt x="3608" y="248"/>
                  </a:lnTo>
                  <a:lnTo>
                    <a:pt x="3250" y="143"/>
                  </a:lnTo>
                  <a:lnTo>
                    <a:pt x="2774" y="1"/>
                  </a:lnTo>
                  <a:lnTo>
                    <a:pt x="1279" y="371"/>
                  </a:lnTo>
                  <a:lnTo>
                    <a:pt x="680" y="513"/>
                  </a:lnTo>
                  <a:lnTo>
                    <a:pt x="402" y="822"/>
                  </a:lnTo>
                  <a:cubicBezTo>
                    <a:pt x="402" y="822"/>
                    <a:pt x="161" y="1131"/>
                    <a:pt x="0" y="1329"/>
                  </a:cubicBezTo>
                  <a:cubicBezTo>
                    <a:pt x="68" y="1329"/>
                    <a:pt x="149" y="1323"/>
                    <a:pt x="217" y="1323"/>
                  </a:cubicBezTo>
                  <a:lnTo>
                    <a:pt x="396" y="1039"/>
                  </a:lnTo>
                  <a:lnTo>
                    <a:pt x="705" y="742"/>
                  </a:lnTo>
                  <a:lnTo>
                    <a:pt x="1088" y="1020"/>
                  </a:lnTo>
                  <a:lnTo>
                    <a:pt x="952" y="866"/>
                  </a:lnTo>
                  <a:lnTo>
                    <a:pt x="828" y="668"/>
                  </a:lnTo>
                  <a:lnTo>
                    <a:pt x="1322" y="464"/>
                  </a:lnTo>
                  <a:lnTo>
                    <a:pt x="2756" y="93"/>
                  </a:lnTo>
                  <a:lnTo>
                    <a:pt x="3219" y="248"/>
                  </a:lnTo>
                  <a:lnTo>
                    <a:pt x="3516" y="464"/>
                  </a:lnTo>
                  <a:lnTo>
                    <a:pt x="3682" y="699"/>
                  </a:lnTo>
                  <a:lnTo>
                    <a:pt x="3787" y="1181"/>
                  </a:lnTo>
                  <a:cubicBezTo>
                    <a:pt x="3979" y="1174"/>
                    <a:pt x="4164" y="1168"/>
                    <a:pt x="4350" y="1162"/>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42"/>
            <p:cNvSpPr/>
            <p:nvPr/>
          </p:nvSpPr>
          <p:spPr>
            <a:xfrm>
              <a:off x="3787484" y="3537231"/>
              <a:ext cx="503628" cy="87327"/>
            </a:xfrm>
            <a:custGeom>
              <a:avLst/>
              <a:gdLst/>
              <a:ahLst/>
              <a:cxnLst/>
              <a:rect l="l" t="t" r="r" b="b"/>
              <a:pathLst>
                <a:path w="6563" h="1138" extrusionOk="0">
                  <a:moveTo>
                    <a:pt x="1" y="557"/>
                  </a:moveTo>
                  <a:lnTo>
                    <a:pt x="7" y="705"/>
                  </a:lnTo>
                  <a:lnTo>
                    <a:pt x="1978" y="1026"/>
                  </a:lnTo>
                  <a:lnTo>
                    <a:pt x="5456" y="1138"/>
                  </a:lnTo>
                  <a:lnTo>
                    <a:pt x="6537" y="718"/>
                  </a:lnTo>
                  <a:lnTo>
                    <a:pt x="6562" y="526"/>
                  </a:lnTo>
                  <a:lnTo>
                    <a:pt x="3998" y="489"/>
                  </a:lnTo>
                  <a:cubicBezTo>
                    <a:pt x="3998" y="489"/>
                    <a:pt x="3967" y="69"/>
                    <a:pt x="3868" y="1"/>
                  </a:cubicBezTo>
                  <a:cubicBezTo>
                    <a:pt x="3868" y="1"/>
                    <a:pt x="2948" y="273"/>
                    <a:pt x="2898" y="304"/>
                  </a:cubicBezTo>
                  <a:cubicBezTo>
                    <a:pt x="2855" y="335"/>
                    <a:pt x="1" y="557"/>
                    <a:pt x="1" y="557"/>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42"/>
            <p:cNvSpPr/>
            <p:nvPr/>
          </p:nvSpPr>
          <p:spPr>
            <a:xfrm>
              <a:off x="3787484" y="3534929"/>
              <a:ext cx="503628" cy="75893"/>
            </a:xfrm>
            <a:custGeom>
              <a:avLst/>
              <a:gdLst/>
              <a:ahLst/>
              <a:cxnLst/>
              <a:rect l="l" t="t" r="r" b="b"/>
              <a:pathLst>
                <a:path w="6563" h="989" extrusionOk="0">
                  <a:moveTo>
                    <a:pt x="1" y="587"/>
                  </a:moveTo>
                  <a:lnTo>
                    <a:pt x="1014" y="93"/>
                  </a:lnTo>
                  <a:cubicBezTo>
                    <a:pt x="1014" y="93"/>
                    <a:pt x="3776" y="62"/>
                    <a:pt x="3868" y="31"/>
                  </a:cubicBezTo>
                  <a:cubicBezTo>
                    <a:pt x="3961" y="0"/>
                    <a:pt x="3899" y="432"/>
                    <a:pt x="3899" y="432"/>
                  </a:cubicBezTo>
                  <a:lnTo>
                    <a:pt x="6562" y="556"/>
                  </a:lnTo>
                  <a:lnTo>
                    <a:pt x="5419" y="989"/>
                  </a:lnTo>
                  <a:lnTo>
                    <a:pt x="2015" y="896"/>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42"/>
            <p:cNvSpPr/>
            <p:nvPr/>
          </p:nvSpPr>
          <p:spPr>
            <a:xfrm>
              <a:off x="3520593" y="3627780"/>
              <a:ext cx="225762" cy="40441"/>
            </a:xfrm>
            <a:custGeom>
              <a:avLst/>
              <a:gdLst/>
              <a:ahLst/>
              <a:cxnLst/>
              <a:rect l="l" t="t" r="r" b="b"/>
              <a:pathLst>
                <a:path w="2942" h="527" extrusionOk="0">
                  <a:moveTo>
                    <a:pt x="1" y="1"/>
                  </a:moveTo>
                  <a:lnTo>
                    <a:pt x="19" y="236"/>
                  </a:lnTo>
                  <a:lnTo>
                    <a:pt x="2200" y="526"/>
                  </a:lnTo>
                  <a:lnTo>
                    <a:pt x="2880" y="217"/>
                  </a:lnTo>
                  <a:lnTo>
                    <a:pt x="2941" y="32"/>
                  </a:lnTo>
                  <a:lnTo>
                    <a:pt x="1761" y="94"/>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42"/>
            <p:cNvSpPr/>
            <p:nvPr/>
          </p:nvSpPr>
          <p:spPr>
            <a:xfrm>
              <a:off x="3520593" y="3611205"/>
              <a:ext cx="225762" cy="42743"/>
            </a:xfrm>
            <a:custGeom>
              <a:avLst/>
              <a:gdLst/>
              <a:ahLst/>
              <a:cxnLst/>
              <a:rect l="l" t="t" r="r" b="b"/>
              <a:pathLst>
                <a:path w="2942" h="557" extrusionOk="0">
                  <a:moveTo>
                    <a:pt x="1" y="217"/>
                  </a:moveTo>
                  <a:lnTo>
                    <a:pt x="1051" y="1"/>
                  </a:lnTo>
                  <a:lnTo>
                    <a:pt x="2262" y="155"/>
                  </a:lnTo>
                  <a:lnTo>
                    <a:pt x="2941" y="248"/>
                  </a:lnTo>
                  <a:lnTo>
                    <a:pt x="2200" y="557"/>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42"/>
            <p:cNvSpPr/>
            <p:nvPr/>
          </p:nvSpPr>
          <p:spPr>
            <a:xfrm>
              <a:off x="4285813" y="3665764"/>
              <a:ext cx="154626" cy="36067"/>
            </a:xfrm>
            <a:custGeom>
              <a:avLst/>
              <a:gdLst/>
              <a:ahLst/>
              <a:cxnLst/>
              <a:rect l="l" t="t" r="r" b="b"/>
              <a:pathLst>
                <a:path w="2015" h="470" extrusionOk="0">
                  <a:moveTo>
                    <a:pt x="0" y="0"/>
                  </a:moveTo>
                  <a:lnTo>
                    <a:pt x="31" y="186"/>
                  </a:lnTo>
                  <a:lnTo>
                    <a:pt x="352" y="470"/>
                  </a:lnTo>
                  <a:lnTo>
                    <a:pt x="2002" y="223"/>
                  </a:lnTo>
                  <a:lnTo>
                    <a:pt x="2014" y="3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42"/>
            <p:cNvSpPr/>
            <p:nvPr/>
          </p:nvSpPr>
          <p:spPr>
            <a:xfrm>
              <a:off x="4285813" y="3644892"/>
              <a:ext cx="154626" cy="40364"/>
            </a:xfrm>
            <a:custGeom>
              <a:avLst/>
              <a:gdLst/>
              <a:ahLst/>
              <a:cxnLst/>
              <a:rect l="l" t="t" r="r" b="b"/>
              <a:pathLst>
                <a:path w="2015" h="526" extrusionOk="0">
                  <a:moveTo>
                    <a:pt x="371" y="525"/>
                  </a:moveTo>
                  <a:lnTo>
                    <a:pt x="0" y="278"/>
                  </a:lnTo>
                  <a:cubicBezTo>
                    <a:pt x="0" y="278"/>
                    <a:pt x="1452" y="0"/>
                    <a:pt x="1551" y="31"/>
                  </a:cubicBezTo>
                  <a:cubicBezTo>
                    <a:pt x="1650" y="62"/>
                    <a:pt x="2014" y="309"/>
                    <a:pt x="2014" y="309"/>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42"/>
            <p:cNvSpPr/>
            <p:nvPr/>
          </p:nvSpPr>
          <p:spPr>
            <a:xfrm>
              <a:off x="4501521" y="3604605"/>
              <a:ext cx="52182" cy="12815"/>
            </a:xfrm>
            <a:custGeom>
              <a:avLst/>
              <a:gdLst/>
              <a:ahLst/>
              <a:cxnLst/>
              <a:rect l="l" t="t" r="r" b="b"/>
              <a:pathLst>
                <a:path w="680" h="167" extrusionOk="0">
                  <a:moveTo>
                    <a:pt x="6" y="0"/>
                  </a:moveTo>
                  <a:lnTo>
                    <a:pt x="0" y="81"/>
                  </a:lnTo>
                  <a:lnTo>
                    <a:pt x="290" y="167"/>
                  </a:lnTo>
                  <a:lnTo>
                    <a:pt x="680" y="105"/>
                  </a:lnTo>
                  <a:lnTo>
                    <a:pt x="680" y="25"/>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42"/>
            <p:cNvSpPr/>
            <p:nvPr/>
          </p:nvSpPr>
          <p:spPr>
            <a:xfrm>
              <a:off x="4501981" y="3602227"/>
              <a:ext cx="51721" cy="9055"/>
            </a:xfrm>
            <a:custGeom>
              <a:avLst/>
              <a:gdLst/>
              <a:ahLst/>
              <a:cxnLst/>
              <a:rect l="l" t="t" r="r" b="b"/>
              <a:pathLst>
                <a:path w="674" h="118" extrusionOk="0">
                  <a:moveTo>
                    <a:pt x="0" y="31"/>
                  </a:moveTo>
                  <a:lnTo>
                    <a:pt x="334" y="0"/>
                  </a:lnTo>
                  <a:lnTo>
                    <a:pt x="674" y="56"/>
                  </a:lnTo>
                  <a:lnTo>
                    <a:pt x="278" y="118"/>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42"/>
            <p:cNvSpPr/>
            <p:nvPr/>
          </p:nvSpPr>
          <p:spPr>
            <a:xfrm>
              <a:off x="4924341" y="2219823"/>
              <a:ext cx="20489" cy="16192"/>
            </a:xfrm>
            <a:custGeom>
              <a:avLst/>
              <a:gdLst/>
              <a:ahLst/>
              <a:cxnLst/>
              <a:rect l="l" t="t" r="r" b="b"/>
              <a:pathLst>
                <a:path w="267" h="211" extrusionOk="0">
                  <a:moveTo>
                    <a:pt x="137" y="210"/>
                  </a:moveTo>
                  <a:cubicBezTo>
                    <a:pt x="267" y="210"/>
                    <a:pt x="267" y="6"/>
                    <a:pt x="137" y="6"/>
                  </a:cubicBezTo>
                  <a:cubicBezTo>
                    <a:pt x="1" y="0"/>
                    <a:pt x="1" y="210"/>
                    <a:pt x="137" y="21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42"/>
            <p:cNvSpPr/>
            <p:nvPr/>
          </p:nvSpPr>
          <p:spPr>
            <a:xfrm>
              <a:off x="4726666" y="1951937"/>
              <a:ext cx="43740" cy="52719"/>
            </a:xfrm>
            <a:custGeom>
              <a:avLst/>
              <a:gdLst/>
              <a:ahLst/>
              <a:cxnLst/>
              <a:rect l="l" t="t" r="r" b="b"/>
              <a:pathLst>
                <a:path w="570" h="687" extrusionOk="0">
                  <a:moveTo>
                    <a:pt x="7" y="532"/>
                  </a:moveTo>
                  <a:cubicBezTo>
                    <a:pt x="7" y="532"/>
                    <a:pt x="7" y="544"/>
                    <a:pt x="7" y="532"/>
                  </a:cubicBezTo>
                  <a:cubicBezTo>
                    <a:pt x="7" y="587"/>
                    <a:pt x="13" y="624"/>
                    <a:pt x="44" y="655"/>
                  </a:cubicBezTo>
                  <a:cubicBezTo>
                    <a:pt x="69" y="674"/>
                    <a:pt x="100" y="686"/>
                    <a:pt x="124" y="668"/>
                  </a:cubicBezTo>
                  <a:cubicBezTo>
                    <a:pt x="137" y="655"/>
                    <a:pt x="155" y="643"/>
                    <a:pt x="168" y="624"/>
                  </a:cubicBezTo>
                  <a:cubicBezTo>
                    <a:pt x="174" y="612"/>
                    <a:pt x="186" y="593"/>
                    <a:pt x="192" y="575"/>
                  </a:cubicBezTo>
                  <a:lnTo>
                    <a:pt x="192" y="575"/>
                  </a:lnTo>
                  <a:cubicBezTo>
                    <a:pt x="198" y="563"/>
                    <a:pt x="198" y="556"/>
                    <a:pt x="205" y="556"/>
                  </a:cubicBezTo>
                  <a:cubicBezTo>
                    <a:pt x="217" y="550"/>
                    <a:pt x="217" y="532"/>
                    <a:pt x="223" y="519"/>
                  </a:cubicBezTo>
                  <a:cubicBezTo>
                    <a:pt x="229" y="501"/>
                    <a:pt x="242" y="482"/>
                    <a:pt x="248" y="464"/>
                  </a:cubicBezTo>
                  <a:cubicBezTo>
                    <a:pt x="248" y="458"/>
                    <a:pt x="254" y="451"/>
                    <a:pt x="254" y="439"/>
                  </a:cubicBezTo>
                  <a:lnTo>
                    <a:pt x="254" y="439"/>
                  </a:lnTo>
                  <a:lnTo>
                    <a:pt x="254" y="439"/>
                  </a:lnTo>
                  <a:cubicBezTo>
                    <a:pt x="254" y="433"/>
                    <a:pt x="260" y="427"/>
                    <a:pt x="260" y="427"/>
                  </a:cubicBezTo>
                  <a:cubicBezTo>
                    <a:pt x="266" y="420"/>
                    <a:pt x="266" y="408"/>
                    <a:pt x="279" y="396"/>
                  </a:cubicBezTo>
                  <a:lnTo>
                    <a:pt x="279" y="396"/>
                  </a:lnTo>
                  <a:lnTo>
                    <a:pt x="279" y="390"/>
                  </a:lnTo>
                  <a:cubicBezTo>
                    <a:pt x="279" y="377"/>
                    <a:pt x="285" y="371"/>
                    <a:pt x="285" y="365"/>
                  </a:cubicBezTo>
                  <a:cubicBezTo>
                    <a:pt x="291" y="346"/>
                    <a:pt x="297" y="340"/>
                    <a:pt x="310" y="334"/>
                  </a:cubicBezTo>
                  <a:cubicBezTo>
                    <a:pt x="310" y="328"/>
                    <a:pt x="316" y="328"/>
                    <a:pt x="316" y="315"/>
                  </a:cubicBezTo>
                  <a:lnTo>
                    <a:pt x="316" y="315"/>
                  </a:lnTo>
                  <a:cubicBezTo>
                    <a:pt x="328" y="297"/>
                    <a:pt x="353" y="278"/>
                    <a:pt x="371" y="254"/>
                  </a:cubicBezTo>
                  <a:cubicBezTo>
                    <a:pt x="390" y="241"/>
                    <a:pt x="415" y="217"/>
                    <a:pt x="433" y="204"/>
                  </a:cubicBezTo>
                  <a:lnTo>
                    <a:pt x="476" y="155"/>
                  </a:lnTo>
                  <a:cubicBezTo>
                    <a:pt x="483" y="149"/>
                    <a:pt x="495" y="142"/>
                    <a:pt x="507" y="142"/>
                  </a:cubicBezTo>
                  <a:cubicBezTo>
                    <a:pt x="569" y="99"/>
                    <a:pt x="532" y="0"/>
                    <a:pt x="452" y="19"/>
                  </a:cubicBezTo>
                  <a:cubicBezTo>
                    <a:pt x="439" y="19"/>
                    <a:pt x="433" y="25"/>
                    <a:pt x="415" y="25"/>
                  </a:cubicBezTo>
                  <a:cubicBezTo>
                    <a:pt x="390" y="25"/>
                    <a:pt x="359" y="31"/>
                    <a:pt x="340" y="37"/>
                  </a:cubicBezTo>
                  <a:cubicBezTo>
                    <a:pt x="297" y="56"/>
                    <a:pt x="266" y="81"/>
                    <a:pt x="229" y="112"/>
                  </a:cubicBezTo>
                  <a:cubicBezTo>
                    <a:pt x="205" y="124"/>
                    <a:pt x="186" y="149"/>
                    <a:pt x="168" y="173"/>
                  </a:cubicBezTo>
                  <a:cubicBezTo>
                    <a:pt x="161" y="186"/>
                    <a:pt x="143" y="192"/>
                    <a:pt x="137" y="210"/>
                  </a:cubicBezTo>
                  <a:cubicBezTo>
                    <a:pt x="130" y="217"/>
                    <a:pt x="124" y="235"/>
                    <a:pt x="112" y="241"/>
                  </a:cubicBezTo>
                  <a:cubicBezTo>
                    <a:pt x="106" y="248"/>
                    <a:pt x="112" y="248"/>
                    <a:pt x="124" y="235"/>
                  </a:cubicBezTo>
                  <a:lnTo>
                    <a:pt x="112" y="241"/>
                  </a:lnTo>
                  <a:cubicBezTo>
                    <a:pt x="93" y="272"/>
                    <a:pt x="69" y="297"/>
                    <a:pt x="50" y="334"/>
                  </a:cubicBezTo>
                  <a:cubicBezTo>
                    <a:pt x="38" y="365"/>
                    <a:pt x="13" y="402"/>
                    <a:pt x="7" y="439"/>
                  </a:cubicBezTo>
                  <a:cubicBezTo>
                    <a:pt x="1" y="464"/>
                    <a:pt x="1" y="488"/>
                    <a:pt x="1" y="501"/>
                  </a:cubicBezTo>
                  <a:cubicBezTo>
                    <a:pt x="1" y="513"/>
                    <a:pt x="7" y="526"/>
                    <a:pt x="7" y="532"/>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42"/>
            <p:cNvSpPr/>
            <p:nvPr/>
          </p:nvSpPr>
          <p:spPr>
            <a:xfrm>
              <a:off x="4745620" y="1986545"/>
              <a:ext cx="537" cy="537"/>
            </a:xfrm>
            <a:custGeom>
              <a:avLst/>
              <a:gdLst/>
              <a:ahLst/>
              <a:cxnLst/>
              <a:rect l="l" t="t" r="r" b="b"/>
              <a:pathLst>
                <a:path w="7" h="7" extrusionOk="0">
                  <a:moveTo>
                    <a:pt x="7" y="0"/>
                  </a:moveTo>
                  <a:cubicBezTo>
                    <a:pt x="1" y="7"/>
                    <a:pt x="7" y="7"/>
                    <a:pt x="7" y="0"/>
                  </a:cubicBezTo>
                  <a:close/>
                </a:path>
              </a:pathLst>
            </a:custGeom>
            <a:solidFill>
              <a:srgbClr val="F596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51" name="Google Shape;651;p42"/>
            <p:cNvGrpSpPr/>
            <p:nvPr/>
          </p:nvGrpSpPr>
          <p:grpSpPr>
            <a:xfrm>
              <a:off x="2156673" y="683793"/>
              <a:ext cx="2163289" cy="2230570"/>
              <a:chOff x="2156673" y="683793"/>
              <a:chExt cx="2163289" cy="2230570"/>
            </a:xfrm>
          </p:grpSpPr>
          <p:sp>
            <p:nvSpPr>
              <p:cNvPr id="652" name="Google Shape;652;p42"/>
              <p:cNvSpPr/>
              <p:nvPr/>
            </p:nvSpPr>
            <p:spPr>
              <a:xfrm>
                <a:off x="2333475" y="1427598"/>
                <a:ext cx="226683" cy="36067"/>
              </a:xfrm>
              <a:custGeom>
                <a:avLst/>
                <a:gdLst/>
                <a:ahLst/>
                <a:cxnLst/>
                <a:rect l="l" t="t" r="r" b="b"/>
                <a:pathLst>
                  <a:path w="2954" h="470" extrusionOk="0">
                    <a:moveTo>
                      <a:pt x="2898" y="7"/>
                    </a:moveTo>
                    <a:cubicBezTo>
                      <a:pt x="2676" y="0"/>
                      <a:pt x="2435" y="62"/>
                      <a:pt x="2212" y="93"/>
                    </a:cubicBezTo>
                    <a:lnTo>
                      <a:pt x="1483" y="192"/>
                    </a:lnTo>
                    <a:cubicBezTo>
                      <a:pt x="1001" y="260"/>
                      <a:pt x="520" y="322"/>
                      <a:pt x="31" y="408"/>
                    </a:cubicBezTo>
                    <a:cubicBezTo>
                      <a:pt x="1" y="414"/>
                      <a:pt x="13" y="470"/>
                      <a:pt x="44" y="464"/>
                    </a:cubicBezTo>
                    <a:cubicBezTo>
                      <a:pt x="526" y="414"/>
                      <a:pt x="1014" y="346"/>
                      <a:pt x="1502" y="285"/>
                    </a:cubicBezTo>
                    <a:cubicBezTo>
                      <a:pt x="1743" y="254"/>
                      <a:pt x="1990" y="223"/>
                      <a:pt x="2225" y="186"/>
                    </a:cubicBezTo>
                    <a:cubicBezTo>
                      <a:pt x="2453" y="155"/>
                      <a:pt x="2700" y="149"/>
                      <a:pt x="2904" y="87"/>
                    </a:cubicBezTo>
                    <a:cubicBezTo>
                      <a:pt x="2954" y="68"/>
                      <a:pt x="2948" y="7"/>
                      <a:pt x="2898" y="7"/>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42"/>
              <p:cNvSpPr/>
              <p:nvPr/>
            </p:nvSpPr>
            <p:spPr>
              <a:xfrm>
                <a:off x="4118450" y="840182"/>
                <a:ext cx="21410" cy="13813"/>
              </a:xfrm>
              <a:custGeom>
                <a:avLst/>
                <a:gdLst/>
                <a:ahLst/>
                <a:cxnLst/>
                <a:rect l="l" t="t" r="r" b="b"/>
                <a:pathLst>
                  <a:path w="279" h="180" extrusionOk="0">
                    <a:moveTo>
                      <a:pt x="25" y="180"/>
                    </a:moveTo>
                    <a:lnTo>
                      <a:pt x="43" y="180"/>
                    </a:lnTo>
                    <a:cubicBezTo>
                      <a:pt x="50" y="180"/>
                      <a:pt x="56" y="174"/>
                      <a:pt x="74" y="174"/>
                    </a:cubicBezTo>
                    <a:cubicBezTo>
                      <a:pt x="81" y="174"/>
                      <a:pt x="87" y="161"/>
                      <a:pt x="93" y="161"/>
                    </a:cubicBezTo>
                    <a:cubicBezTo>
                      <a:pt x="111" y="155"/>
                      <a:pt x="124" y="149"/>
                      <a:pt x="148" y="143"/>
                    </a:cubicBezTo>
                    <a:cubicBezTo>
                      <a:pt x="179" y="124"/>
                      <a:pt x="210" y="112"/>
                      <a:pt x="247" y="93"/>
                    </a:cubicBezTo>
                    <a:cubicBezTo>
                      <a:pt x="272" y="87"/>
                      <a:pt x="278" y="50"/>
                      <a:pt x="266" y="32"/>
                    </a:cubicBezTo>
                    <a:cubicBezTo>
                      <a:pt x="247" y="7"/>
                      <a:pt x="229" y="1"/>
                      <a:pt x="204" y="19"/>
                    </a:cubicBezTo>
                    <a:cubicBezTo>
                      <a:pt x="173" y="32"/>
                      <a:pt x="136" y="50"/>
                      <a:pt x="105" y="63"/>
                    </a:cubicBezTo>
                    <a:cubicBezTo>
                      <a:pt x="87" y="69"/>
                      <a:pt x="74" y="81"/>
                      <a:pt x="56" y="93"/>
                    </a:cubicBezTo>
                    <a:cubicBezTo>
                      <a:pt x="50" y="100"/>
                      <a:pt x="43" y="100"/>
                      <a:pt x="31" y="112"/>
                    </a:cubicBezTo>
                    <a:cubicBezTo>
                      <a:pt x="25" y="118"/>
                      <a:pt x="19" y="118"/>
                      <a:pt x="13" y="124"/>
                    </a:cubicBezTo>
                    <a:cubicBezTo>
                      <a:pt x="13" y="131"/>
                      <a:pt x="0" y="131"/>
                      <a:pt x="0" y="137"/>
                    </a:cubicBezTo>
                    <a:cubicBezTo>
                      <a:pt x="0" y="155"/>
                      <a:pt x="13" y="174"/>
                      <a:pt x="25" y="18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42"/>
              <p:cNvSpPr/>
              <p:nvPr/>
            </p:nvSpPr>
            <p:spPr>
              <a:xfrm>
                <a:off x="3877113" y="937407"/>
                <a:ext cx="25707" cy="25630"/>
              </a:xfrm>
              <a:custGeom>
                <a:avLst/>
                <a:gdLst/>
                <a:ahLst/>
                <a:cxnLst/>
                <a:rect l="l" t="t" r="r" b="b"/>
                <a:pathLst>
                  <a:path w="335" h="334" extrusionOk="0">
                    <a:moveTo>
                      <a:pt x="38" y="334"/>
                    </a:moveTo>
                    <a:lnTo>
                      <a:pt x="68" y="334"/>
                    </a:lnTo>
                    <a:cubicBezTo>
                      <a:pt x="75" y="334"/>
                      <a:pt x="75" y="334"/>
                      <a:pt x="81" y="328"/>
                    </a:cubicBezTo>
                    <a:cubicBezTo>
                      <a:pt x="99" y="315"/>
                      <a:pt x="106" y="309"/>
                      <a:pt x="118" y="303"/>
                    </a:cubicBezTo>
                    <a:cubicBezTo>
                      <a:pt x="136" y="284"/>
                      <a:pt x="161" y="278"/>
                      <a:pt x="174" y="266"/>
                    </a:cubicBezTo>
                    <a:cubicBezTo>
                      <a:pt x="211" y="241"/>
                      <a:pt x="241" y="217"/>
                      <a:pt x="285" y="186"/>
                    </a:cubicBezTo>
                    <a:cubicBezTo>
                      <a:pt x="297" y="179"/>
                      <a:pt x="303" y="161"/>
                      <a:pt x="322" y="149"/>
                    </a:cubicBezTo>
                    <a:cubicBezTo>
                      <a:pt x="328" y="130"/>
                      <a:pt x="334" y="118"/>
                      <a:pt x="334" y="99"/>
                    </a:cubicBezTo>
                    <a:cubicBezTo>
                      <a:pt x="334" y="81"/>
                      <a:pt x="328" y="50"/>
                      <a:pt x="303" y="31"/>
                    </a:cubicBezTo>
                    <a:cubicBezTo>
                      <a:pt x="291" y="19"/>
                      <a:pt x="260" y="0"/>
                      <a:pt x="235" y="0"/>
                    </a:cubicBezTo>
                    <a:cubicBezTo>
                      <a:pt x="223" y="0"/>
                      <a:pt x="204" y="6"/>
                      <a:pt x="192" y="19"/>
                    </a:cubicBezTo>
                    <a:cubicBezTo>
                      <a:pt x="174" y="25"/>
                      <a:pt x="167" y="37"/>
                      <a:pt x="149" y="56"/>
                    </a:cubicBezTo>
                    <a:lnTo>
                      <a:pt x="75" y="161"/>
                    </a:lnTo>
                    <a:cubicBezTo>
                      <a:pt x="56" y="179"/>
                      <a:pt x="50" y="204"/>
                      <a:pt x="38" y="217"/>
                    </a:cubicBezTo>
                    <a:cubicBezTo>
                      <a:pt x="25" y="229"/>
                      <a:pt x="19" y="241"/>
                      <a:pt x="13" y="254"/>
                    </a:cubicBezTo>
                    <a:cubicBezTo>
                      <a:pt x="13" y="260"/>
                      <a:pt x="13" y="260"/>
                      <a:pt x="7" y="272"/>
                    </a:cubicBezTo>
                    <a:lnTo>
                      <a:pt x="7" y="303"/>
                    </a:lnTo>
                    <a:cubicBezTo>
                      <a:pt x="1" y="309"/>
                      <a:pt x="19" y="328"/>
                      <a:pt x="38" y="33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42"/>
              <p:cNvSpPr/>
              <p:nvPr/>
            </p:nvSpPr>
            <p:spPr>
              <a:xfrm>
                <a:off x="3769988" y="1134159"/>
                <a:ext cx="28009" cy="27549"/>
              </a:xfrm>
              <a:custGeom>
                <a:avLst/>
                <a:gdLst/>
                <a:ahLst/>
                <a:cxnLst/>
                <a:rect l="l" t="t" r="r" b="b"/>
                <a:pathLst>
                  <a:path w="365" h="359" extrusionOk="0">
                    <a:moveTo>
                      <a:pt x="44" y="346"/>
                    </a:moveTo>
                    <a:cubicBezTo>
                      <a:pt x="56" y="340"/>
                      <a:pt x="74" y="334"/>
                      <a:pt x="87" y="315"/>
                    </a:cubicBezTo>
                    <a:cubicBezTo>
                      <a:pt x="105" y="309"/>
                      <a:pt x="111" y="291"/>
                      <a:pt x="124" y="284"/>
                    </a:cubicBezTo>
                    <a:lnTo>
                      <a:pt x="198" y="216"/>
                    </a:lnTo>
                    <a:lnTo>
                      <a:pt x="266" y="148"/>
                    </a:lnTo>
                    <a:cubicBezTo>
                      <a:pt x="291" y="124"/>
                      <a:pt x="309" y="93"/>
                      <a:pt x="334" y="68"/>
                    </a:cubicBezTo>
                    <a:cubicBezTo>
                      <a:pt x="365" y="37"/>
                      <a:pt x="315" y="0"/>
                      <a:pt x="291" y="25"/>
                    </a:cubicBezTo>
                    <a:cubicBezTo>
                      <a:pt x="266" y="50"/>
                      <a:pt x="235" y="68"/>
                      <a:pt x="210" y="93"/>
                    </a:cubicBezTo>
                    <a:lnTo>
                      <a:pt x="142" y="161"/>
                    </a:lnTo>
                    <a:lnTo>
                      <a:pt x="74" y="235"/>
                    </a:lnTo>
                    <a:lnTo>
                      <a:pt x="31" y="272"/>
                    </a:lnTo>
                    <a:cubicBezTo>
                      <a:pt x="25" y="278"/>
                      <a:pt x="25" y="284"/>
                      <a:pt x="19" y="284"/>
                    </a:cubicBezTo>
                    <a:cubicBezTo>
                      <a:pt x="6" y="291"/>
                      <a:pt x="0" y="303"/>
                      <a:pt x="0" y="315"/>
                    </a:cubicBezTo>
                    <a:cubicBezTo>
                      <a:pt x="0" y="334"/>
                      <a:pt x="25" y="359"/>
                      <a:pt x="44" y="346"/>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42"/>
              <p:cNvSpPr/>
              <p:nvPr/>
            </p:nvSpPr>
            <p:spPr>
              <a:xfrm>
                <a:off x="3468412" y="1107608"/>
                <a:ext cx="44661" cy="29467"/>
              </a:xfrm>
              <a:custGeom>
                <a:avLst/>
                <a:gdLst/>
                <a:ahLst/>
                <a:cxnLst/>
                <a:rect l="l" t="t" r="r" b="b"/>
                <a:pathLst>
                  <a:path w="582" h="384" extrusionOk="0">
                    <a:moveTo>
                      <a:pt x="7" y="371"/>
                    </a:moveTo>
                    <a:cubicBezTo>
                      <a:pt x="20" y="383"/>
                      <a:pt x="38" y="383"/>
                      <a:pt x="57" y="377"/>
                    </a:cubicBezTo>
                    <a:cubicBezTo>
                      <a:pt x="143" y="340"/>
                      <a:pt x="217" y="291"/>
                      <a:pt x="298" y="247"/>
                    </a:cubicBezTo>
                    <a:lnTo>
                      <a:pt x="526" y="105"/>
                    </a:lnTo>
                    <a:cubicBezTo>
                      <a:pt x="582" y="74"/>
                      <a:pt x="532" y="0"/>
                      <a:pt x="483" y="31"/>
                    </a:cubicBezTo>
                    <a:cubicBezTo>
                      <a:pt x="403" y="74"/>
                      <a:pt x="328" y="124"/>
                      <a:pt x="248" y="179"/>
                    </a:cubicBezTo>
                    <a:cubicBezTo>
                      <a:pt x="174" y="223"/>
                      <a:pt x="94" y="272"/>
                      <a:pt x="20" y="334"/>
                    </a:cubicBezTo>
                    <a:cubicBezTo>
                      <a:pt x="1" y="340"/>
                      <a:pt x="1" y="365"/>
                      <a:pt x="7" y="37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42"/>
              <p:cNvSpPr/>
              <p:nvPr/>
            </p:nvSpPr>
            <p:spPr>
              <a:xfrm>
                <a:off x="3020423" y="2875458"/>
                <a:ext cx="32306" cy="38906"/>
              </a:xfrm>
              <a:custGeom>
                <a:avLst/>
                <a:gdLst/>
                <a:ahLst/>
                <a:cxnLst/>
                <a:rect l="l" t="t" r="r" b="b"/>
                <a:pathLst>
                  <a:path w="421" h="507" extrusionOk="0">
                    <a:moveTo>
                      <a:pt x="7" y="408"/>
                    </a:moveTo>
                    <a:cubicBezTo>
                      <a:pt x="19" y="427"/>
                      <a:pt x="38" y="464"/>
                      <a:pt x="62" y="476"/>
                    </a:cubicBezTo>
                    <a:cubicBezTo>
                      <a:pt x="118" y="507"/>
                      <a:pt x="180" y="495"/>
                      <a:pt x="217" y="439"/>
                    </a:cubicBezTo>
                    <a:lnTo>
                      <a:pt x="310" y="297"/>
                    </a:lnTo>
                    <a:cubicBezTo>
                      <a:pt x="340" y="254"/>
                      <a:pt x="365" y="198"/>
                      <a:pt x="396" y="155"/>
                    </a:cubicBezTo>
                    <a:cubicBezTo>
                      <a:pt x="421" y="105"/>
                      <a:pt x="408" y="56"/>
                      <a:pt x="371" y="31"/>
                    </a:cubicBezTo>
                    <a:cubicBezTo>
                      <a:pt x="334" y="0"/>
                      <a:pt x="279" y="0"/>
                      <a:pt x="248" y="37"/>
                    </a:cubicBezTo>
                    <a:cubicBezTo>
                      <a:pt x="211" y="81"/>
                      <a:pt x="161" y="136"/>
                      <a:pt x="124" y="186"/>
                    </a:cubicBezTo>
                    <a:cubicBezTo>
                      <a:pt x="93" y="229"/>
                      <a:pt x="62" y="278"/>
                      <a:pt x="25" y="322"/>
                    </a:cubicBezTo>
                    <a:cubicBezTo>
                      <a:pt x="7" y="346"/>
                      <a:pt x="1" y="383"/>
                      <a:pt x="7" y="408"/>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42"/>
              <p:cNvSpPr/>
              <p:nvPr/>
            </p:nvSpPr>
            <p:spPr>
              <a:xfrm>
                <a:off x="2861117" y="2872158"/>
                <a:ext cx="21947" cy="16652"/>
              </a:xfrm>
              <a:custGeom>
                <a:avLst/>
                <a:gdLst/>
                <a:ahLst/>
                <a:cxnLst/>
                <a:rect l="l" t="t" r="r" b="b"/>
                <a:pathLst>
                  <a:path w="286" h="217" extrusionOk="0">
                    <a:moveTo>
                      <a:pt x="26" y="173"/>
                    </a:moveTo>
                    <a:cubicBezTo>
                      <a:pt x="32" y="185"/>
                      <a:pt x="44" y="204"/>
                      <a:pt x="63" y="210"/>
                    </a:cubicBezTo>
                    <a:cubicBezTo>
                      <a:pt x="75" y="210"/>
                      <a:pt x="94" y="216"/>
                      <a:pt x="106" y="210"/>
                    </a:cubicBezTo>
                    <a:cubicBezTo>
                      <a:pt x="118" y="210"/>
                      <a:pt x="131" y="204"/>
                      <a:pt x="137" y="198"/>
                    </a:cubicBezTo>
                    <a:lnTo>
                      <a:pt x="180" y="173"/>
                    </a:lnTo>
                    <a:cubicBezTo>
                      <a:pt x="192" y="167"/>
                      <a:pt x="199" y="155"/>
                      <a:pt x="217" y="148"/>
                    </a:cubicBezTo>
                    <a:cubicBezTo>
                      <a:pt x="229" y="142"/>
                      <a:pt x="254" y="124"/>
                      <a:pt x="260" y="117"/>
                    </a:cubicBezTo>
                    <a:cubicBezTo>
                      <a:pt x="273" y="105"/>
                      <a:pt x="279" y="87"/>
                      <a:pt x="279" y="74"/>
                    </a:cubicBezTo>
                    <a:cubicBezTo>
                      <a:pt x="285" y="62"/>
                      <a:pt x="285" y="49"/>
                      <a:pt x="279" y="31"/>
                    </a:cubicBezTo>
                    <a:cubicBezTo>
                      <a:pt x="273" y="25"/>
                      <a:pt x="260" y="19"/>
                      <a:pt x="254" y="19"/>
                    </a:cubicBezTo>
                    <a:cubicBezTo>
                      <a:pt x="248" y="19"/>
                      <a:pt x="248" y="12"/>
                      <a:pt x="242" y="12"/>
                    </a:cubicBezTo>
                    <a:cubicBezTo>
                      <a:pt x="223" y="0"/>
                      <a:pt x="211" y="0"/>
                      <a:pt x="192" y="12"/>
                    </a:cubicBezTo>
                    <a:cubicBezTo>
                      <a:pt x="186" y="12"/>
                      <a:pt x="180" y="19"/>
                      <a:pt x="168" y="19"/>
                    </a:cubicBezTo>
                    <a:cubicBezTo>
                      <a:pt x="149" y="25"/>
                      <a:pt x="131" y="31"/>
                      <a:pt x="106" y="43"/>
                    </a:cubicBezTo>
                    <a:lnTo>
                      <a:pt x="63" y="62"/>
                    </a:lnTo>
                    <a:cubicBezTo>
                      <a:pt x="56" y="62"/>
                      <a:pt x="44" y="74"/>
                      <a:pt x="38" y="74"/>
                    </a:cubicBezTo>
                    <a:cubicBezTo>
                      <a:pt x="26" y="80"/>
                      <a:pt x="7" y="93"/>
                      <a:pt x="1" y="111"/>
                    </a:cubicBezTo>
                    <a:cubicBezTo>
                      <a:pt x="13" y="136"/>
                      <a:pt x="13" y="155"/>
                      <a:pt x="26" y="173"/>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42"/>
              <p:cNvSpPr/>
              <p:nvPr/>
            </p:nvSpPr>
            <p:spPr>
              <a:xfrm>
                <a:off x="2869174" y="2630362"/>
                <a:ext cx="24786" cy="23251"/>
              </a:xfrm>
              <a:custGeom>
                <a:avLst/>
                <a:gdLst/>
                <a:ahLst/>
                <a:cxnLst/>
                <a:rect l="l" t="t" r="r" b="b"/>
                <a:pathLst>
                  <a:path w="323" h="303" extrusionOk="0">
                    <a:moveTo>
                      <a:pt x="26" y="278"/>
                    </a:moveTo>
                    <a:cubicBezTo>
                      <a:pt x="44" y="297"/>
                      <a:pt x="75" y="303"/>
                      <a:pt x="94" y="291"/>
                    </a:cubicBezTo>
                    <a:cubicBezTo>
                      <a:pt x="106" y="278"/>
                      <a:pt x="112" y="278"/>
                      <a:pt x="124" y="272"/>
                    </a:cubicBezTo>
                    <a:cubicBezTo>
                      <a:pt x="143" y="266"/>
                      <a:pt x="149" y="260"/>
                      <a:pt x="161" y="241"/>
                    </a:cubicBezTo>
                    <a:lnTo>
                      <a:pt x="211" y="198"/>
                    </a:lnTo>
                    <a:lnTo>
                      <a:pt x="260" y="149"/>
                    </a:lnTo>
                    <a:cubicBezTo>
                      <a:pt x="273" y="136"/>
                      <a:pt x="291" y="111"/>
                      <a:pt x="304" y="93"/>
                    </a:cubicBezTo>
                    <a:cubicBezTo>
                      <a:pt x="310" y="87"/>
                      <a:pt x="322" y="74"/>
                      <a:pt x="322" y="56"/>
                    </a:cubicBezTo>
                    <a:cubicBezTo>
                      <a:pt x="322" y="43"/>
                      <a:pt x="310" y="25"/>
                      <a:pt x="304" y="19"/>
                    </a:cubicBezTo>
                    <a:cubicBezTo>
                      <a:pt x="297" y="13"/>
                      <a:pt x="279" y="0"/>
                      <a:pt x="267" y="0"/>
                    </a:cubicBezTo>
                    <a:cubicBezTo>
                      <a:pt x="248" y="0"/>
                      <a:pt x="242" y="13"/>
                      <a:pt x="229" y="19"/>
                    </a:cubicBezTo>
                    <a:cubicBezTo>
                      <a:pt x="211" y="31"/>
                      <a:pt x="186" y="43"/>
                      <a:pt x="174" y="56"/>
                    </a:cubicBezTo>
                    <a:lnTo>
                      <a:pt x="124" y="105"/>
                    </a:lnTo>
                    <a:lnTo>
                      <a:pt x="81" y="149"/>
                    </a:lnTo>
                    <a:lnTo>
                      <a:pt x="50" y="179"/>
                    </a:lnTo>
                    <a:cubicBezTo>
                      <a:pt x="38" y="186"/>
                      <a:pt x="32" y="198"/>
                      <a:pt x="32" y="210"/>
                    </a:cubicBezTo>
                    <a:cubicBezTo>
                      <a:pt x="1" y="229"/>
                      <a:pt x="1" y="260"/>
                      <a:pt x="26" y="278"/>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42"/>
              <p:cNvSpPr/>
              <p:nvPr/>
            </p:nvSpPr>
            <p:spPr>
              <a:xfrm>
                <a:off x="4295712" y="2485254"/>
                <a:ext cx="24249" cy="25247"/>
              </a:xfrm>
              <a:custGeom>
                <a:avLst/>
                <a:gdLst/>
                <a:ahLst/>
                <a:cxnLst/>
                <a:rect l="l" t="t" r="r" b="b"/>
                <a:pathLst>
                  <a:path w="316" h="329" extrusionOk="0">
                    <a:moveTo>
                      <a:pt x="19" y="303"/>
                    </a:moveTo>
                    <a:cubicBezTo>
                      <a:pt x="26" y="310"/>
                      <a:pt x="32" y="310"/>
                      <a:pt x="38" y="316"/>
                    </a:cubicBezTo>
                    <a:cubicBezTo>
                      <a:pt x="56" y="328"/>
                      <a:pt x="63" y="316"/>
                      <a:pt x="81" y="310"/>
                    </a:cubicBezTo>
                    <a:cubicBezTo>
                      <a:pt x="87" y="310"/>
                      <a:pt x="87" y="303"/>
                      <a:pt x="93" y="303"/>
                    </a:cubicBezTo>
                    <a:cubicBezTo>
                      <a:pt x="100" y="303"/>
                      <a:pt x="112" y="291"/>
                      <a:pt x="118" y="285"/>
                    </a:cubicBezTo>
                    <a:lnTo>
                      <a:pt x="143" y="266"/>
                    </a:lnTo>
                    <a:cubicBezTo>
                      <a:pt x="155" y="248"/>
                      <a:pt x="174" y="236"/>
                      <a:pt x="192" y="217"/>
                    </a:cubicBezTo>
                    <a:cubicBezTo>
                      <a:pt x="223" y="186"/>
                      <a:pt x="266" y="155"/>
                      <a:pt x="297" y="130"/>
                    </a:cubicBezTo>
                    <a:cubicBezTo>
                      <a:pt x="310" y="118"/>
                      <a:pt x="316" y="93"/>
                      <a:pt x="316" y="75"/>
                    </a:cubicBezTo>
                    <a:cubicBezTo>
                      <a:pt x="316" y="63"/>
                      <a:pt x="310" y="38"/>
                      <a:pt x="297" y="25"/>
                    </a:cubicBezTo>
                    <a:cubicBezTo>
                      <a:pt x="279" y="7"/>
                      <a:pt x="260" y="1"/>
                      <a:pt x="242" y="1"/>
                    </a:cubicBezTo>
                    <a:cubicBezTo>
                      <a:pt x="217" y="1"/>
                      <a:pt x="205" y="7"/>
                      <a:pt x="186" y="25"/>
                    </a:cubicBezTo>
                    <a:cubicBezTo>
                      <a:pt x="155" y="56"/>
                      <a:pt x="124" y="93"/>
                      <a:pt x="100" y="124"/>
                    </a:cubicBezTo>
                    <a:lnTo>
                      <a:pt x="56" y="174"/>
                    </a:lnTo>
                    <a:lnTo>
                      <a:pt x="32" y="192"/>
                    </a:lnTo>
                    <a:cubicBezTo>
                      <a:pt x="26" y="205"/>
                      <a:pt x="19" y="211"/>
                      <a:pt x="19" y="217"/>
                    </a:cubicBezTo>
                    <a:cubicBezTo>
                      <a:pt x="19" y="223"/>
                      <a:pt x="7" y="223"/>
                      <a:pt x="7" y="236"/>
                    </a:cubicBezTo>
                    <a:cubicBezTo>
                      <a:pt x="1" y="242"/>
                      <a:pt x="1" y="254"/>
                      <a:pt x="1" y="266"/>
                    </a:cubicBezTo>
                    <a:cubicBezTo>
                      <a:pt x="7" y="285"/>
                      <a:pt x="7" y="297"/>
                      <a:pt x="19" y="303"/>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42"/>
              <p:cNvSpPr/>
              <p:nvPr/>
            </p:nvSpPr>
            <p:spPr>
              <a:xfrm>
                <a:off x="4167715" y="2470137"/>
                <a:ext cx="28546" cy="30848"/>
              </a:xfrm>
              <a:custGeom>
                <a:avLst/>
                <a:gdLst/>
                <a:ahLst/>
                <a:cxnLst/>
                <a:rect l="l" t="t" r="r" b="b"/>
                <a:pathLst>
                  <a:path w="372" h="402" extrusionOk="0">
                    <a:moveTo>
                      <a:pt x="19" y="383"/>
                    </a:moveTo>
                    <a:cubicBezTo>
                      <a:pt x="25" y="389"/>
                      <a:pt x="50" y="402"/>
                      <a:pt x="56" y="389"/>
                    </a:cubicBezTo>
                    <a:cubicBezTo>
                      <a:pt x="112" y="352"/>
                      <a:pt x="155" y="297"/>
                      <a:pt x="211" y="253"/>
                    </a:cubicBezTo>
                    <a:lnTo>
                      <a:pt x="279" y="185"/>
                    </a:lnTo>
                    <a:cubicBezTo>
                      <a:pt x="303" y="161"/>
                      <a:pt x="328" y="136"/>
                      <a:pt x="347" y="105"/>
                    </a:cubicBezTo>
                    <a:cubicBezTo>
                      <a:pt x="371" y="80"/>
                      <a:pt x="371" y="43"/>
                      <a:pt x="347" y="19"/>
                    </a:cubicBezTo>
                    <a:cubicBezTo>
                      <a:pt x="328" y="0"/>
                      <a:pt x="285" y="0"/>
                      <a:pt x="266" y="19"/>
                    </a:cubicBezTo>
                    <a:lnTo>
                      <a:pt x="192" y="93"/>
                    </a:lnTo>
                    <a:cubicBezTo>
                      <a:pt x="174" y="124"/>
                      <a:pt x="149" y="142"/>
                      <a:pt x="124" y="173"/>
                    </a:cubicBezTo>
                    <a:cubicBezTo>
                      <a:pt x="87" y="229"/>
                      <a:pt x="38" y="278"/>
                      <a:pt x="7" y="327"/>
                    </a:cubicBezTo>
                    <a:cubicBezTo>
                      <a:pt x="1" y="358"/>
                      <a:pt x="1" y="377"/>
                      <a:pt x="19" y="383"/>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42"/>
              <p:cNvSpPr/>
              <p:nvPr/>
            </p:nvSpPr>
            <p:spPr>
              <a:xfrm>
                <a:off x="4089060" y="2871621"/>
                <a:ext cx="30848" cy="30465"/>
              </a:xfrm>
              <a:custGeom>
                <a:avLst/>
                <a:gdLst/>
                <a:ahLst/>
                <a:cxnLst/>
                <a:rect l="l" t="t" r="r" b="b"/>
                <a:pathLst>
                  <a:path w="402" h="397" extrusionOk="0">
                    <a:moveTo>
                      <a:pt x="31" y="378"/>
                    </a:moveTo>
                    <a:cubicBezTo>
                      <a:pt x="43" y="390"/>
                      <a:pt x="62" y="396"/>
                      <a:pt x="74" y="396"/>
                    </a:cubicBezTo>
                    <a:lnTo>
                      <a:pt x="99" y="396"/>
                    </a:lnTo>
                    <a:cubicBezTo>
                      <a:pt x="124" y="396"/>
                      <a:pt x="142" y="396"/>
                      <a:pt x="167" y="390"/>
                    </a:cubicBezTo>
                    <a:cubicBezTo>
                      <a:pt x="216" y="372"/>
                      <a:pt x="253" y="347"/>
                      <a:pt x="291" y="316"/>
                    </a:cubicBezTo>
                    <a:cubicBezTo>
                      <a:pt x="365" y="254"/>
                      <a:pt x="402" y="162"/>
                      <a:pt x="402" y="69"/>
                    </a:cubicBezTo>
                    <a:cubicBezTo>
                      <a:pt x="402" y="32"/>
                      <a:pt x="371" y="1"/>
                      <a:pt x="328" y="1"/>
                    </a:cubicBezTo>
                    <a:cubicBezTo>
                      <a:pt x="315" y="1"/>
                      <a:pt x="291" y="7"/>
                      <a:pt x="284" y="26"/>
                    </a:cubicBezTo>
                    <a:cubicBezTo>
                      <a:pt x="272" y="38"/>
                      <a:pt x="272" y="56"/>
                      <a:pt x="260" y="69"/>
                    </a:cubicBezTo>
                    <a:cubicBezTo>
                      <a:pt x="260" y="50"/>
                      <a:pt x="260" y="63"/>
                      <a:pt x="260" y="69"/>
                    </a:cubicBezTo>
                    <a:lnTo>
                      <a:pt x="260" y="87"/>
                    </a:lnTo>
                    <a:cubicBezTo>
                      <a:pt x="260" y="94"/>
                      <a:pt x="253" y="100"/>
                      <a:pt x="253" y="106"/>
                    </a:cubicBezTo>
                    <a:cubicBezTo>
                      <a:pt x="253" y="118"/>
                      <a:pt x="253" y="118"/>
                      <a:pt x="247" y="124"/>
                    </a:cubicBezTo>
                    <a:cubicBezTo>
                      <a:pt x="247" y="131"/>
                      <a:pt x="241" y="143"/>
                      <a:pt x="241" y="149"/>
                    </a:cubicBezTo>
                    <a:cubicBezTo>
                      <a:pt x="229" y="155"/>
                      <a:pt x="229" y="162"/>
                      <a:pt x="223" y="168"/>
                    </a:cubicBezTo>
                    <a:cubicBezTo>
                      <a:pt x="223" y="168"/>
                      <a:pt x="223" y="180"/>
                      <a:pt x="216" y="180"/>
                    </a:cubicBezTo>
                    <a:cubicBezTo>
                      <a:pt x="210" y="186"/>
                      <a:pt x="210" y="192"/>
                      <a:pt x="198" y="192"/>
                    </a:cubicBezTo>
                    <a:cubicBezTo>
                      <a:pt x="198" y="192"/>
                      <a:pt x="198" y="205"/>
                      <a:pt x="192" y="205"/>
                    </a:cubicBezTo>
                    <a:lnTo>
                      <a:pt x="192" y="205"/>
                    </a:lnTo>
                    <a:lnTo>
                      <a:pt x="185" y="211"/>
                    </a:lnTo>
                    <a:cubicBezTo>
                      <a:pt x="179" y="223"/>
                      <a:pt x="161" y="236"/>
                      <a:pt x="148" y="248"/>
                    </a:cubicBezTo>
                    <a:lnTo>
                      <a:pt x="148" y="248"/>
                    </a:lnTo>
                    <a:lnTo>
                      <a:pt x="136" y="254"/>
                    </a:lnTo>
                    <a:cubicBezTo>
                      <a:pt x="130" y="267"/>
                      <a:pt x="124" y="267"/>
                      <a:pt x="118" y="273"/>
                    </a:cubicBezTo>
                    <a:lnTo>
                      <a:pt x="68" y="297"/>
                    </a:lnTo>
                    <a:cubicBezTo>
                      <a:pt x="62" y="297"/>
                      <a:pt x="56" y="304"/>
                      <a:pt x="43" y="304"/>
                    </a:cubicBezTo>
                    <a:cubicBezTo>
                      <a:pt x="62" y="297"/>
                      <a:pt x="37" y="304"/>
                      <a:pt x="37" y="310"/>
                    </a:cubicBezTo>
                    <a:cubicBezTo>
                      <a:pt x="31" y="310"/>
                      <a:pt x="31" y="316"/>
                      <a:pt x="25" y="316"/>
                    </a:cubicBezTo>
                    <a:cubicBezTo>
                      <a:pt x="6" y="328"/>
                      <a:pt x="0" y="365"/>
                      <a:pt x="31" y="378"/>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42"/>
              <p:cNvSpPr/>
              <p:nvPr/>
            </p:nvSpPr>
            <p:spPr>
              <a:xfrm>
                <a:off x="2156673" y="683793"/>
                <a:ext cx="43203" cy="65457"/>
              </a:xfrm>
              <a:custGeom>
                <a:avLst/>
                <a:gdLst/>
                <a:ahLst/>
                <a:cxnLst/>
                <a:rect l="l" t="t" r="r" b="b"/>
                <a:pathLst>
                  <a:path w="563" h="853" extrusionOk="0">
                    <a:moveTo>
                      <a:pt x="74" y="834"/>
                    </a:moveTo>
                    <a:cubicBezTo>
                      <a:pt x="111" y="822"/>
                      <a:pt x="130" y="778"/>
                      <a:pt x="161" y="760"/>
                    </a:cubicBezTo>
                    <a:cubicBezTo>
                      <a:pt x="173" y="741"/>
                      <a:pt x="192" y="735"/>
                      <a:pt x="204" y="710"/>
                    </a:cubicBezTo>
                    <a:cubicBezTo>
                      <a:pt x="216" y="698"/>
                      <a:pt x="229" y="686"/>
                      <a:pt x="235" y="673"/>
                    </a:cubicBezTo>
                    <a:cubicBezTo>
                      <a:pt x="266" y="643"/>
                      <a:pt x="284" y="612"/>
                      <a:pt x="309" y="581"/>
                    </a:cubicBezTo>
                    <a:cubicBezTo>
                      <a:pt x="328" y="550"/>
                      <a:pt x="352" y="513"/>
                      <a:pt x="371" y="482"/>
                    </a:cubicBezTo>
                    <a:cubicBezTo>
                      <a:pt x="408" y="420"/>
                      <a:pt x="439" y="346"/>
                      <a:pt x="470" y="278"/>
                    </a:cubicBezTo>
                    <a:cubicBezTo>
                      <a:pt x="482" y="241"/>
                      <a:pt x="501" y="204"/>
                      <a:pt x="513" y="173"/>
                    </a:cubicBezTo>
                    <a:cubicBezTo>
                      <a:pt x="513" y="161"/>
                      <a:pt x="525" y="154"/>
                      <a:pt x="525" y="148"/>
                    </a:cubicBezTo>
                    <a:lnTo>
                      <a:pt x="525" y="117"/>
                    </a:lnTo>
                    <a:cubicBezTo>
                      <a:pt x="525" y="111"/>
                      <a:pt x="538" y="87"/>
                      <a:pt x="538" y="80"/>
                    </a:cubicBezTo>
                    <a:cubicBezTo>
                      <a:pt x="562" y="31"/>
                      <a:pt x="501" y="0"/>
                      <a:pt x="476" y="37"/>
                    </a:cubicBezTo>
                    <a:cubicBezTo>
                      <a:pt x="470" y="49"/>
                      <a:pt x="464" y="62"/>
                      <a:pt x="451" y="68"/>
                    </a:cubicBezTo>
                    <a:cubicBezTo>
                      <a:pt x="439" y="68"/>
                      <a:pt x="433" y="80"/>
                      <a:pt x="414" y="87"/>
                    </a:cubicBezTo>
                    <a:cubicBezTo>
                      <a:pt x="402" y="99"/>
                      <a:pt x="389" y="117"/>
                      <a:pt x="377" y="130"/>
                    </a:cubicBezTo>
                    <a:cubicBezTo>
                      <a:pt x="352" y="154"/>
                      <a:pt x="328" y="185"/>
                      <a:pt x="309" y="216"/>
                    </a:cubicBezTo>
                    <a:cubicBezTo>
                      <a:pt x="260" y="278"/>
                      <a:pt x="216" y="334"/>
                      <a:pt x="173" y="395"/>
                    </a:cubicBezTo>
                    <a:cubicBezTo>
                      <a:pt x="161" y="426"/>
                      <a:pt x="136" y="457"/>
                      <a:pt x="124" y="476"/>
                    </a:cubicBezTo>
                    <a:cubicBezTo>
                      <a:pt x="111" y="494"/>
                      <a:pt x="99" y="513"/>
                      <a:pt x="93" y="525"/>
                    </a:cubicBezTo>
                    <a:cubicBezTo>
                      <a:pt x="80" y="538"/>
                      <a:pt x="74" y="562"/>
                      <a:pt x="68" y="581"/>
                    </a:cubicBezTo>
                    <a:cubicBezTo>
                      <a:pt x="62" y="593"/>
                      <a:pt x="50" y="599"/>
                      <a:pt x="43" y="618"/>
                    </a:cubicBezTo>
                    <a:cubicBezTo>
                      <a:pt x="37" y="643"/>
                      <a:pt x="31" y="655"/>
                      <a:pt x="31" y="680"/>
                    </a:cubicBezTo>
                    <a:cubicBezTo>
                      <a:pt x="19" y="717"/>
                      <a:pt x="0" y="748"/>
                      <a:pt x="0" y="785"/>
                    </a:cubicBezTo>
                    <a:cubicBezTo>
                      <a:pt x="13" y="834"/>
                      <a:pt x="43" y="853"/>
                      <a:pt x="74" y="83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42"/>
              <p:cNvSpPr/>
              <p:nvPr/>
            </p:nvSpPr>
            <p:spPr>
              <a:xfrm>
                <a:off x="2830346" y="1540861"/>
                <a:ext cx="15194" cy="15731"/>
              </a:xfrm>
              <a:custGeom>
                <a:avLst/>
                <a:gdLst/>
                <a:ahLst/>
                <a:cxnLst/>
                <a:rect l="l" t="t" r="r" b="b"/>
                <a:pathLst>
                  <a:path w="198" h="205" extrusionOk="0">
                    <a:moveTo>
                      <a:pt x="25" y="131"/>
                    </a:moveTo>
                    <a:cubicBezTo>
                      <a:pt x="25" y="137"/>
                      <a:pt x="31" y="155"/>
                      <a:pt x="37" y="162"/>
                    </a:cubicBezTo>
                    <a:lnTo>
                      <a:pt x="68" y="193"/>
                    </a:lnTo>
                    <a:cubicBezTo>
                      <a:pt x="74" y="199"/>
                      <a:pt x="74" y="199"/>
                      <a:pt x="87" y="199"/>
                    </a:cubicBezTo>
                    <a:cubicBezTo>
                      <a:pt x="93" y="199"/>
                      <a:pt x="99" y="205"/>
                      <a:pt x="99" y="205"/>
                    </a:cubicBezTo>
                    <a:lnTo>
                      <a:pt x="118" y="205"/>
                    </a:lnTo>
                    <a:cubicBezTo>
                      <a:pt x="124" y="205"/>
                      <a:pt x="130" y="199"/>
                      <a:pt x="136" y="193"/>
                    </a:cubicBezTo>
                    <a:lnTo>
                      <a:pt x="167" y="162"/>
                    </a:lnTo>
                    <a:cubicBezTo>
                      <a:pt x="179" y="155"/>
                      <a:pt x="179" y="143"/>
                      <a:pt x="186" y="143"/>
                    </a:cubicBezTo>
                    <a:cubicBezTo>
                      <a:pt x="186" y="137"/>
                      <a:pt x="192" y="131"/>
                      <a:pt x="192" y="125"/>
                    </a:cubicBezTo>
                    <a:cubicBezTo>
                      <a:pt x="192" y="106"/>
                      <a:pt x="198" y="100"/>
                      <a:pt x="192" y="81"/>
                    </a:cubicBezTo>
                    <a:cubicBezTo>
                      <a:pt x="192" y="75"/>
                      <a:pt x="192" y="69"/>
                      <a:pt x="186" y="63"/>
                    </a:cubicBezTo>
                    <a:cubicBezTo>
                      <a:pt x="186" y="50"/>
                      <a:pt x="179" y="44"/>
                      <a:pt x="167" y="38"/>
                    </a:cubicBezTo>
                    <a:cubicBezTo>
                      <a:pt x="161" y="32"/>
                      <a:pt x="161" y="20"/>
                      <a:pt x="155" y="20"/>
                    </a:cubicBezTo>
                    <a:cubicBezTo>
                      <a:pt x="149" y="13"/>
                      <a:pt x="136" y="13"/>
                      <a:pt x="130" y="7"/>
                    </a:cubicBezTo>
                    <a:cubicBezTo>
                      <a:pt x="124" y="1"/>
                      <a:pt x="105" y="1"/>
                      <a:pt x="93" y="1"/>
                    </a:cubicBezTo>
                    <a:lnTo>
                      <a:pt x="68" y="1"/>
                    </a:lnTo>
                    <a:cubicBezTo>
                      <a:pt x="62" y="1"/>
                      <a:pt x="56" y="7"/>
                      <a:pt x="44" y="7"/>
                    </a:cubicBezTo>
                    <a:cubicBezTo>
                      <a:pt x="37" y="13"/>
                      <a:pt x="31" y="13"/>
                      <a:pt x="31" y="20"/>
                    </a:cubicBezTo>
                    <a:cubicBezTo>
                      <a:pt x="25" y="32"/>
                      <a:pt x="25" y="38"/>
                      <a:pt x="13" y="38"/>
                    </a:cubicBezTo>
                    <a:cubicBezTo>
                      <a:pt x="13" y="44"/>
                      <a:pt x="6" y="50"/>
                      <a:pt x="6" y="63"/>
                    </a:cubicBezTo>
                    <a:cubicBezTo>
                      <a:pt x="6" y="75"/>
                      <a:pt x="0" y="81"/>
                      <a:pt x="6" y="100"/>
                    </a:cubicBezTo>
                    <a:cubicBezTo>
                      <a:pt x="13" y="112"/>
                      <a:pt x="13" y="118"/>
                      <a:pt x="25" y="13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42"/>
              <p:cNvSpPr/>
              <p:nvPr/>
            </p:nvSpPr>
            <p:spPr>
              <a:xfrm>
                <a:off x="2619856" y="1648982"/>
                <a:ext cx="8595" cy="11434"/>
              </a:xfrm>
              <a:custGeom>
                <a:avLst/>
                <a:gdLst/>
                <a:ahLst/>
                <a:cxnLst/>
                <a:rect l="l" t="t" r="r" b="b"/>
                <a:pathLst>
                  <a:path w="112" h="149" extrusionOk="0">
                    <a:moveTo>
                      <a:pt x="6" y="62"/>
                    </a:moveTo>
                    <a:cubicBezTo>
                      <a:pt x="6" y="75"/>
                      <a:pt x="19" y="87"/>
                      <a:pt x="19" y="93"/>
                    </a:cubicBezTo>
                    <a:lnTo>
                      <a:pt x="25" y="112"/>
                    </a:lnTo>
                    <a:cubicBezTo>
                      <a:pt x="25" y="118"/>
                      <a:pt x="31" y="124"/>
                      <a:pt x="31" y="130"/>
                    </a:cubicBezTo>
                    <a:cubicBezTo>
                      <a:pt x="37" y="143"/>
                      <a:pt x="50" y="149"/>
                      <a:pt x="56" y="149"/>
                    </a:cubicBezTo>
                    <a:cubicBezTo>
                      <a:pt x="62" y="149"/>
                      <a:pt x="80" y="143"/>
                      <a:pt x="80" y="130"/>
                    </a:cubicBezTo>
                    <a:cubicBezTo>
                      <a:pt x="80" y="124"/>
                      <a:pt x="87" y="118"/>
                      <a:pt x="87" y="112"/>
                    </a:cubicBezTo>
                    <a:cubicBezTo>
                      <a:pt x="87" y="99"/>
                      <a:pt x="87" y="99"/>
                      <a:pt x="93" y="93"/>
                    </a:cubicBezTo>
                    <a:cubicBezTo>
                      <a:pt x="93" y="87"/>
                      <a:pt x="99" y="69"/>
                      <a:pt x="99" y="62"/>
                    </a:cubicBezTo>
                    <a:cubicBezTo>
                      <a:pt x="111" y="50"/>
                      <a:pt x="99" y="25"/>
                      <a:pt x="87" y="19"/>
                    </a:cubicBezTo>
                    <a:cubicBezTo>
                      <a:pt x="80" y="7"/>
                      <a:pt x="62" y="1"/>
                      <a:pt x="50" y="1"/>
                    </a:cubicBezTo>
                    <a:cubicBezTo>
                      <a:pt x="31" y="1"/>
                      <a:pt x="25" y="13"/>
                      <a:pt x="6" y="19"/>
                    </a:cubicBezTo>
                    <a:cubicBezTo>
                      <a:pt x="6" y="25"/>
                      <a:pt x="0" y="44"/>
                      <a:pt x="6" y="62"/>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42"/>
              <p:cNvSpPr/>
              <p:nvPr/>
            </p:nvSpPr>
            <p:spPr>
              <a:xfrm>
                <a:off x="2597066" y="1583066"/>
                <a:ext cx="10973" cy="6753"/>
              </a:xfrm>
              <a:custGeom>
                <a:avLst/>
                <a:gdLst/>
                <a:ahLst/>
                <a:cxnLst/>
                <a:rect l="l" t="t" r="r" b="b"/>
                <a:pathLst>
                  <a:path w="143" h="88" extrusionOk="0">
                    <a:moveTo>
                      <a:pt x="13" y="75"/>
                    </a:moveTo>
                    <a:lnTo>
                      <a:pt x="19" y="81"/>
                    </a:lnTo>
                    <a:cubicBezTo>
                      <a:pt x="25" y="87"/>
                      <a:pt x="38" y="87"/>
                      <a:pt x="44" y="87"/>
                    </a:cubicBezTo>
                    <a:cubicBezTo>
                      <a:pt x="69" y="87"/>
                      <a:pt x="81" y="81"/>
                      <a:pt x="106" y="81"/>
                    </a:cubicBezTo>
                    <a:lnTo>
                      <a:pt x="118" y="81"/>
                    </a:lnTo>
                    <a:cubicBezTo>
                      <a:pt x="130" y="81"/>
                      <a:pt x="130" y="75"/>
                      <a:pt x="137" y="75"/>
                    </a:cubicBezTo>
                    <a:cubicBezTo>
                      <a:pt x="143" y="63"/>
                      <a:pt x="143" y="56"/>
                      <a:pt x="143" y="50"/>
                    </a:cubicBezTo>
                    <a:cubicBezTo>
                      <a:pt x="143" y="44"/>
                      <a:pt x="143" y="32"/>
                      <a:pt x="137" y="26"/>
                    </a:cubicBezTo>
                    <a:cubicBezTo>
                      <a:pt x="137" y="26"/>
                      <a:pt x="130" y="26"/>
                      <a:pt x="130" y="19"/>
                    </a:cubicBezTo>
                    <a:cubicBezTo>
                      <a:pt x="118" y="19"/>
                      <a:pt x="112" y="13"/>
                      <a:pt x="112" y="13"/>
                    </a:cubicBezTo>
                    <a:cubicBezTo>
                      <a:pt x="87" y="13"/>
                      <a:pt x="75" y="1"/>
                      <a:pt x="50" y="1"/>
                    </a:cubicBezTo>
                    <a:lnTo>
                      <a:pt x="38" y="1"/>
                    </a:lnTo>
                    <a:cubicBezTo>
                      <a:pt x="25" y="1"/>
                      <a:pt x="25" y="13"/>
                      <a:pt x="19" y="13"/>
                    </a:cubicBezTo>
                    <a:cubicBezTo>
                      <a:pt x="13" y="19"/>
                      <a:pt x="13" y="19"/>
                      <a:pt x="13" y="26"/>
                    </a:cubicBezTo>
                    <a:cubicBezTo>
                      <a:pt x="13" y="32"/>
                      <a:pt x="1" y="32"/>
                      <a:pt x="13" y="44"/>
                    </a:cubicBezTo>
                    <a:cubicBezTo>
                      <a:pt x="7" y="50"/>
                      <a:pt x="7" y="69"/>
                      <a:pt x="13" y="75"/>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42"/>
              <p:cNvSpPr/>
              <p:nvPr/>
            </p:nvSpPr>
            <p:spPr>
              <a:xfrm>
                <a:off x="3448538" y="1052588"/>
                <a:ext cx="8595" cy="11971"/>
              </a:xfrm>
              <a:custGeom>
                <a:avLst/>
                <a:gdLst/>
                <a:ahLst/>
                <a:cxnLst/>
                <a:rect l="l" t="t" r="r" b="b"/>
                <a:pathLst>
                  <a:path w="112" h="156" extrusionOk="0">
                    <a:moveTo>
                      <a:pt x="7" y="106"/>
                    </a:moveTo>
                    <a:cubicBezTo>
                      <a:pt x="13" y="112"/>
                      <a:pt x="19" y="112"/>
                      <a:pt x="19" y="124"/>
                    </a:cubicBezTo>
                    <a:cubicBezTo>
                      <a:pt x="44" y="143"/>
                      <a:pt x="62" y="155"/>
                      <a:pt x="75" y="155"/>
                    </a:cubicBezTo>
                    <a:cubicBezTo>
                      <a:pt x="106" y="155"/>
                      <a:pt x="112" y="112"/>
                      <a:pt x="112" y="81"/>
                    </a:cubicBezTo>
                    <a:cubicBezTo>
                      <a:pt x="112" y="44"/>
                      <a:pt x="106" y="7"/>
                      <a:pt x="75" y="7"/>
                    </a:cubicBezTo>
                    <a:cubicBezTo>
                      <a:pt x="62" y="1"/>
                      <a:pt x="44" y="7"/>
                      <a:pt x="19" y="38"/>
                    </a:cubicBezTo>
                    <a:cubicBezTo>
                      <a:pt x="13" y="44"/>
                      <a:pt x="7" y="44"/>
                      <a:pt x="7" y="50"/>
                    </a:cubicBezTo>
                    <a:cubicBezTo>
                      <a:pt x="1" y="69"/>
                      <a:pt x="1" y="93"/>
                      <a:pt x="7" y="106"/>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8" name="Google Shape;668;p42"/>
            <p:cNvGrpSpPr/>
            <p:nvPr/>
          </p:nvGrpSpPr>
          <p:grpSpPr>
            <a:xfrm>
              <a:off x="4732345" y="2908608"/>
              <a:ext cx="542452" cy="654925"/>
              <a:chOff x="4732345" y="2908608"/>
              <a:chExt cx="542452" cy="654925"/>
            </a:xfrm>
          </p:grpSpPr>
          <p:sp>
            <p:nvSpPr>
              <p:cNvPr id="669" name="Google Shape;669;p42"/>
              <p:cNvSpPr/>
              <p:nvPr/>
            </p:nvSpPr>
            <p:spPr>
              <a:xfrm>
                <a:off x="4732345" y="2908608"/>
                <a:ext cx="391208" cy="637765"/>
              </a:xfrm>
              <a:custGeom>
                <a:avLst/>
                <a:gdLst/>
                <a:ahLst/>
                <a:cxnLst/>
                <a:rect l="l" t="t" r="r" b="b"/>
                <a:pathLst>
                  <a:path w="5098" h="8311" extrusionOk="0">
                    <a:moveTo>
                      <a:pt x="514" y="7334"/>
                    </a:moveTo>
                    <a:cubicBezTo>
                      <a:pt x="384" y="7235"/>
                      <a:pt x="1" y="6685"/>
                      <a:pt x="279" y="6129"/>
                    </a:cubicBezTo>
                    <a:cubicBezTo>
                      <a:pt x="557" y="5573"/>
                      <a:pt x="1070" y="5388"/>
                      <a:pt x="884" y="5017"/>
                    </a:cubicBezTo>
                    <a:cubicBezTo>
                      <a:pt x="699" y="4647"/>
                      <a:pt x="279" y="4511"/>
                      <a:pt x="421" y="3905"/>
                    </a:cubicBezTo>
                    <a:cubicBezTo>
                      <a:pt x="557" y="3306"/>
                      <a:pt x="1255" y="2515"/>
                      <a:pt x="1255" y="2515"/>
                    </a:cubicBezTo>
                    <a:cubicBezTo>
                      <a:pt x="1255" y="2515"/>
                      <a:pt x="792" y="3306"/>
                      <a:pt x="884" y="3627"/>
                    </a:cubicBezTo>
                    <a:cubicBezTo>
                      <a:pt x="977" y="3955"/>
                      <a:pt x="1348" y="4140"/>
                      <a:pt x="1440" y="4511"/>
                    </a:cubicBezTo>
                    <a:cubicBezTo>
                      <a:pt x="1533" y="4875"/>
                      <a:pt x="1440" y="5759"/>
                      <a:pt x="1811" y="5437"/>
                    </a:cubicBezTo>
                    <a:cubicBezTo>
                      <a:pt x="2182" y="5110"/>
                      <a:pt x="2182" y="3942"/>
                      <a:pt x="2182" y="3942"/>
                    </a:cubicBezTo>
                    <a:lnTo>
                      <a:pt x="1811" y="2972"/>
                    </a:lnTo>
                    <a:lnTo>
                      <a:pt x="2225" y="1298"/>
                    </a:lnTo>
                    <a:lnTo>
                      <a:pt x="1484" y="1"/>
                    </a:lnTo>
                    <a:cubicBezTo>
                      <a:pt x="1484" y="1"/>
                      <a:pt x="2089" y="322"/>
                      <a:pt x="2367" y="785"/>
                    </a:cubicBezTo>
                    <a:cubicBezTo>
                      <a:pt x="2645" y="1249"/>
                      <a:pt x="2552" y="2645"/>
                      <a:pt x="2552" y="2645"/>
                    </a:cubicBezTo>
                    <a:cubicBezTo>
                      <a:pt x="2552" y="2645"/>
                      <a:pt x="2966" y="3250"/>
                      <a:pt x="3108" y="3714"/>
                    </a:cubicBezTo>
                    <a:cubicBezTo>
                      <a:pt x="3244" y="4177"/>
                      <a:pt x="2596" y="4684"/>
                      <a:pt x="3016" y="4919"/>
                    </a:cubicBezTo>
                    <a:cubicBezTo>
                      <a:pt x="3430" y="5147"/>
                      <a:pt x="3893" y="4733"/>
                      <a:pt x="3893" y="4733"/>
                    </a:cubicBezTo>
                    <a:cubicBezTo>
                      <a:pt x="3893" y="4733"/>
                      <a:pt x="3850" y="3386"/>
                      <a:pt x="3800" y="3059"/>
                    </a:cubicBezTo>
                    <a:cubicBezTo>
                      <a:pt x="3757" y="2731"/>
                      <a:pt x="4313" y="1805"/>
                      <a:pt x="4313" y="1805"/>
                    </a:cubicBezTo>
                    <a:lnTo>
                      <a:pt x="4356" y="2966"/>
                    </a:lnTo>
                    <a:lnTo>
                      <a:pt x="4777" y="4591"/>
                    </a:lnTo>
                    <a:cubicBezTo>
                      <a:pt x="4777" y="4591"/>
                      <a:pt x="4406" y="5332"/>
                      <a:pt x="4591" y="5888"/>
                    </a:cubicBezTo>
                    <a:cubicBezTo>
                      <a:pt x="4777" y="6445"/>
                      <a:pt x="5098" y="6587"/>
                      <a:pt x="4542" y="7001"/>
                    </a:cubicBezTo>
                    <a:cubicBezTo>
                      <a:pt x="4004" y="7427"/>
                      <a:pt x="1774" y="8310"/>
                      <a:pt x="514" y="733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42"/>
              <p:cNvSpPr/>
              <p:nvPr/>
            </p:nvSpPr>
            <p:spPr>
              <a:xfrm flipH="1">
                <a:off x="4958058" y="3047150"/>
                <a:ext cx="316739" cy="516383"/>
              </a:xfrm>
              <a:custGeom>
                <a:avLst/>
                <a:gdLst/>
                <a:ahLst/>
                <a:cxnLst/>
                <a:rect l="l" t="t" r="r" b="b"/>
                <a:pathLst>
                  <a:path w="5098" h="8311" extrusionOk="0">
                    <a:moveTo>
                      <a:pt x="514" y="7334"/>
                    </a:moveTo>
                    <a:cubicBezTo>
                      <a:pt x="384" y="7235"/>
                      <a:pt x="1" y="6685"/>
                      <a:pt x="279" y="6129"/>
                    </a:cubicBezTo>
                    <a:cubicBezTo>
                      <a:pt x="557" y="5573"/>
                      <a:pt x="1070" y="5388"/>
                      <a:pt x="884" y="5017"/>
                    </a:cubicBezTo>
                    <a:cubicBezTo>
                      <a:pt x="699" y="4647"/>
                      <a:pt x="279" y="4511"/>
                      <a:pt x="421" y="3905"/>
                    </a:cubicBezTo>
                    <a:cubicBezTo>
                      <a:pt x="557" y="3306"/>
                      <a:pt x="1255" y="2515"/>
                      <a:pt x="1255" y="2515"/>
                    </a:cubicBezTo>
                    <a:cubicBezTo>
                      <a:pt x="1255" y="2515"/>
                      <a:pt x="792" y="3306"/>
                      <a:pt x="884" y="3627"/>
                    </a:cubicBezTo>
                    <a:cubicBezTo>
                      <a:pt x="977" y="3955"/>
                      <a:pt x="1348" y="4140"/>
                      <a:pt x="1440" y="4511"/>
                    </a:cubicBezTo>
                    <a:cubicBezTo>
                      <a:pt x="1533" y="4875"/>
                      <a:pt x="1440" y="5759"/>
                      <a:pt x="1811" y="5437"/>
                    </a:cubicBezTo>
                    <a:cubicBezTo>
                      <a:pt x="2182" y="5110"/>
                      <a:pt x="2182" y="3942"/>
                      <a:pt x="2182" y="3942"/>
                    </a:cubicBezTo>
                    <a:lnTo>
                      <a:pt x="1811" y="2972"/>
                    </a:lnTo>
                    <a:lnTo>
                      <a:pt x="2225" y="1298"/>
                    </a:lnTo>
                    <a:lnTo>
                      <a:pt x="1484" y="1"/>
                    </a:lnTo>
                    <a:cubicBezTo>
                      <a:pt x="1484" y="1"/>
                      <a:pt x="2089" y="322"/>
                      <a:pt x="2367" y="785"/>
                    </a:cubicBezTo>
                    <a:cubicBezTo>
                      <a:pt x="2645" y="1249"/>
                      <a:pt x="2552" y="2645"/>
                      <a:pt x="2552" y="2645"/>
                    </a:cubicBezTo>
                    <a:cubicBezTo>
                      <a:pt x="2552" y="2645"/>
                      <a:pt x="2966" y="3250"/>
                      <a:pt x="3108" y="3714"/>
                    </a:cubicBezTo>
                    <a:cubicBezTo>
                      <a:pt x="3244" y="4177"/>
                      <a:pt x="2596" y="4684"/>
                      <a:pt x="3016" y="4919"/>
                    </a:cubicBezTo>
                    <a:cubicBezTo>
                      <a:pt x="3430" y="5147"/>
                      <a:pt x="3893" y="4733"/>
                      <a:pt x="3893" y="4733"/>
                    </a:cubicBezTo>
                    <a:cubicBezTo>
                      <a:pt x="3893" y="4733"/>
                      <a:pt x="3850" y="3386"/>
                      <a:pt x="3800" y="3059"/>
                    </a:cubicBezTo>
                    <a:cubicBezTo>
                      <a:pt x="3757" y="2731"/>
                      <a:pt x="4313" y="1805"/>
                      <a:pt x="4313" y="1805"/>
                    </a:cubicBezTo>
                    <a:lnTo>
                      <a:pt x="4356" y="2966"/>
                    </a:lnTo>
                    <a:lnTo>
                      <a:pt x="4777" y="4591"/>
                    </a:lnTo>
                    <a:cubicBezTo>
                      <a:pt x="4777" y="4591"/>
                      <a:pt x="4406" y="5332"/>
                      <a:pt x="4591" y="5888"/>
                    </a:cubicBezTo>
                    <a:cubicBezTo>
                      <a:pt x="4777" y="6445"/>
                      <a:pt x="5098" y="6587"/>
                      <a:pt x="4542" y="7001"/>
                    </a:cubicBezTo>
                    <a:cubicBezTo>
                      <a:pt x="4004" y="7427"/>
                      <a:pt x="1774" y="8310"/>
                      <a:pt x="514" y="733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3" name="Picture 2">
            <a:extLst>
              <a:ext uri="{FF2B5EF4-FFF2-40B4-BE49-F238E27FC236}">
                <a16:creationId xmlns:a16="http://schemas.microsoft.com/office/drawing/2014/main" id="{35AD849E-FCFF-2A42-B5FD-90DCDC1545F1}"/>
              </a:ext>
            </a:extLst>
          </p:cNvPr>
          <p:cNvPicPr>
            <a:picLocks noChangeAspect="1"/>
          </p:cNvPicPr>
          <p:nvPr/>
        </p:nvPicPr>
        <p:blipFill>
          <a:blip r:embed="rId3"/>
          <a:stretch>
            <a:fillRect/>
          </a:stretch>
        </p:blipFill>
        <p:spPr>
          <a:xfrm>
            <a:off x="5182018" y="3752365"/>
            <a:ext cx="2675080" cy="140916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49"/>
        <p:cNvGrpSpPr/>
        <p:nvPr/>
      </p:nvGrpSpPr>
      <p:grpSpPr>
        <a:xfrm>
          <a:off x="0" y="0"/>
          <a:ext cx="0" cy="0"/>
          <a:chOff x="0" y="0"/>
          <a:chExt cx="0" cy="0"/>
        </a:xfrm>
      </p:grpSpPr>
      <p:sp>
        <p:nvSpPr>
          <p:cNvPr id="950" name="Google Shape;950;p45"/>
          <p:cNvSpPr txBox="1">
            <a:spLocks noGrp="1"/>
          </p:cNvSpPr>
          <p:nvPr>
            <p:ph type="title"/>
          </p:nvPr>
        </p:nvSpPr>
        <p:spPr>
          <a:xfrm>
            <a:off x="0" y="0"/>
            <a:ext cx="9083488"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02 Crowdsourced Data Collection and Processing</a:t>
            </a:r>
            <a:endParaRPr dirty="0"/>
          </a:p>
        </p:txBody>
      </p:sp>
      <p:sp>
        <p:nvSpPr>
          <p:cNvPr id="952" name="Google Shape;952;p45"/>
          <p:cNvSpPr txBox="1">
            <a:spLocks noGrp="1"/>
          </p:cNvSpPr>
          <p:nvPr>
            <p:ph type="subTitle" idx="2"/>
          </p:nvPr>
        </p:nvSpPr>
        <p:spPr>
          <a:xfrm>
            <a:off x="548103" y="740236"/>
            <a:ext cx="4659569" cy="440326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pPr>
            <a:r>
              <a:rPr lang="en-US" sz="1600" dirty="0"/>
              <a:t>Primary Data Collection Method:</a:t>
            </a:r>
          </a:p>
          <a:p>
            <a:pPr marL="0" lvl="0" indent="0" algn="l" rtl="0">
              <a:spcBef>
                <a:spcPts val="0"/>
              </a:spcBef>
              <a:spcAft>
                <a:spcPts val="0"/>
              </a:spcAft>
            </a:pPr>
            <a:endParaRPr lang="en-US" sz="1600" dirty="0"/>
          </a:p>
          <a:p>
            <a:pPr marL="285750" lvl="0" indent="-285750" algn="l" rtl="0">
              <a:spcBef>
                <a:spcPts val="0"/>
              </a:spcBef>
              <a:spcAft>
                <a:spcPts val="0"/>
              </a:spcAft>
              <a:buFont typeface="Arial" panose="020B0604020202020204" pitchFamily="34" charset="0"/>
              <a:buChar char="•"/>
            </a:pPr>
            <a:r>
              <a:rPr lang="en-US" sz="1600" dirty="0"/>
              <a:t>Image-Based Data Submission.</a:t>
            </a:r>
          </a:p>
          <a:p>
            <a:pPr marL="285750" lvl="0" indent="-285750" algn="l" rtl="0">
              <a:spcBef>
                <a:spcPts val="0"/>
              </a:spcBef>
              <a:spcAft>
                <a:spcPts val="0"/>
              </a:spcAft>
              <a:buFont typeface="Arial" panose="020B0604020202020204" pitchFamily="34" charset="0"/>
              <a:buChar char="•"/>
            </a:pPr>
            <a:endParaRPr lang="en-US" sz="1600" dirty="0"/>
          </a:p>
          <a:p>
            <a:pPr marL="285750" lvl="0" indent="-285750" algn="l" rtl="0">
              <a:spcBef>
                <a:spcPts val="0"/>
              </a:spcBef>
              <a:spcAft>
                <a:spcPts val="0"/>
              </a:spcAft>
              <a:buFont typeface="Arial" panose="020B0604020202020204" pitchFamily="34" charset="0"/>
              <a:buChar char="•"/>
            </a:pPr>
            <a:r>
              <a:rPr lang="en-US" sz="1600" dirty="0"/>
              <a:t>Combating Mis-information: App-Independent photo-Taking.</a:t>
            </a:r>
          </a:p>
          <a:p>
            <a:pPr marL="285750" lvl="0" indent="-285750" algn="l" rtl="0">
              <a:spcBef>
                <a:spcPts val="0"/>
              </a:spcBef>
              <a:spcAft>
                <a:spcPts val="0"/>
              </a:spcAft>
              <a:buFont typeface="Arial" panose="020B0604020202020204" pitchFamily="34" charset="0"/>
              <a:buChar char="•"/>
            </a:pPr>
            <a:endParaRPr lang="en-US" sz="1600" dirty="0"/>
          </a:p>
          <a:p>
            <a:pPr marL="285750" lvl="0" indent="-285750" algn="l" rtl="0">
              <a:spcBef>
                <a:spcPts val="0"/>
              </a:spcBef>
              <a:spcAft>
                <a:spcPts val="0"/>
              </a:spcAft>
              <a:buFont typeface="Arial" panose="020B0604020202020204" pitchFamily="34" charset="0"/>
              <a:buChar char="•"/>
            </a:pPr>
            <a:r>
              <a:rPr lang="en-US" sz="1600" dirty="0"/>
              <a:t>Image Metadata Extraction.</a:t>
            </a:r>
          </a:p>
          <a:p>
            <a:pPr marL="285750" lvl="0" indent="-285750" algn="l" rtl="0">
              <a:spcBef>
                <a:spcPts val="0"/>
              </a:spcBef>
              <a:spcAft>
                <a:spcPts val="0"/>
              </a:spcAft>
              <a:buFont typeface="Arial" panose="020B0604020202020204" pitchFamily="34" charset="0"/>
              <a:buChar char="•"/>
            </a:pPr>
            <a:endParaRPr lang="en-US" sz="1600" dirty="0"/>
          </a:p>
          <a:p>
            <a:pPr marL="285750" lvl="0" indent="-285750" algn="l" rtl="0">
              <a:spcBef>
                <a:spcPts val="0"/>
              </a:spcBef>
              <a:spcAft>
                <a:spcPts val="0"/>
              </a:spcAft>
              <a:buFont typeface="Arial" panose="020B0604020202020204" pitchFamily="34" charset="0"/>
              <a:buChar char="•"/>
            </a:pPr>
            <a:r>
              <a:rPr lang="en-US" sz="1600" dirty="0"/>
              <a:t>Volunteer Hazard Verification.</a:t>
            </a:r>
          </a:p>
          <a:p>
            <a:pPr marL="285750" lvl="0" indent="-285750" algn="l" rtl="0">
              <a:spcBef>
                <a:spcPts val="0"/>
              </a:spcBef>
              <a:spcAft>
                <a:spcPts val="0"/>
              </a:spcAft>
              <a:buFont typeface="Arial" panose="020B0604020202020204" pitchFamily="34" charset="0"/>
              <a:buChar char="•"/>
            </a:pPr>
            <a:endParaRPr lang="en-US" sz="1600" dirty="0"/>
          </a:p>
          <a:p>
            <a:pPr marL="285750" lvl="0" indent="-285750" algn="l" rtl="0">
              <a:spcBef>
                <a:spcPts val="0"/>
              </a:spcBef>
              <a:spcAft>
                <a:spcPts val="0"/>
              </a:spcAft>
              <a:buFont typeface="Arial" panose="020B0604020202020204" pitchFamily="34" charset="0"/>
              <a:buChar char="•"/>
            </a:pPr>
            <a:r>
              <a:rPr lang="en-US" sz="1600" dirty="0"/>
              <a:t>Volunteer Trust Score System.</a:t>
            </a:r>
          </a:p>
          <a:p>
            <a:pPr marL="285750" lvl="0" indent="-285750" algn="l" rtl="0">
              <a:spcBef>
                <a:spcPts val="0"/>
              </a:spcBef>
              <a:spcAft>
                <a:spcPts val="0"/>
              </a:spcAft>
              <a:buFont typeface="Arial" panose="020B0604020202020204" pitchFamily="34" charset="0"/>
              <a:buChar char="•"/>
            </a:pPr>
            <a:endParaRPr lang="en-US" sz="1600" dirty="0"/>
          </a:p>
          <a:p>
            <a:pPr marL="0" lvl="0" indent="0" algn="l" rtl="0">
              <a:spcBef>
                <a:spcPts val="0"/>
              </a:spcBef>
              <a:spcAft>
                <a:spcPts val="0"/>
              </a:spcAft>
            </a:pPr>
            <a:r>
              <a:rPr lang="en-US" sz="1600" dirty="0"/>
              <a:t>Secondary Data Collection Method:</a:t>
            </a:r>
          </a:p>
          <a:p>
            <a:pPr marL="0" lvl="0" indent="0" algn="l" rtl="0">
              <a:spcBef>
                <a:spcPts val="0"/>
              </a:spcBef>
              <a:spcAft>
                <a:spcPts val="0"/>
              </a:spcAft>
            </a:pPr>
            <a:endParaRPr lang="en-US" sz="1600" dirty="0"/>
          </a:p>
          <a:p>
            <a:pPr marL="285750" lvl="0" indent="-285750" algn="l" rtl="0">
              <a:spcBef>
                <a:spcPts val="0"/>
              </a:spcBef>
              <a:spcAft>
                <a:spcPts val="0"/>
              </a:spcAft>
              <a:buFont typeface="Arial" panose="020B0604020202020204" pitchFamily="34" charset="0"/>
              <a:buChar char="•"/>
            </a:pPr>
            <a:r>
              <a:rPr lang="en-US" sz="1600" dirty="0"/>
              <a:t>Swift Button-Based Reporting (Useful when disaster is confirmed).</a:t>
            </a:r>
          </a:p>
          <a:p>
            <a:pPr marL="285750" lvl="0" indent="-285750" algn="l" rtl="0">
              <a:spcBef>
                <a:spcPts val="0"/>
              </a:spcBef>
              <a:spcAft>
                <a:spcPts val="0"/>
              </a:spcAft>
              <a:buFont typeface="Arial" panose="020B0604020202020204" pitchFamily="34" charset="0"/>
              <a:buChar char="•"/>
            </a:pPr>
            <a:endParaRPr lang="en-US" sz="1600" dirty="0"/>
          </a:p>
          <a:p>
            <a:pPr marL="285750" lvl="0" indent="-285750" algn="l" rtl="0">
              <a:spcBef>
                <a:spcPts val="0"/>
              </a:spcBef>
              <a:spcAft>
                <a:spcPts val="0"/>
              </a:spcAft>
              <a:buFont typeface="Arial" panose="020B0604020202020204" pitchFamily="34" charset="0"/>
              <a:buChar char="•"/>
            </a:pPr>
            <a:endParaRPr lang="en-US" dirty="0"/>
          </a:p>
        </p:txBody>
      </p:sp>
      <p:grpSp>
        <p:nvGrpSpPr>
          <p:cNvPr id="13" name="Google Shape;1699;p61">
            <a:extLst>
              <a:ext uri="{FF2B5EF4-FFF2-40B4-BE49-F238E27FC236}">
                <a16:creationId xmlns:a16="http://schemas.microsoft.com/office/drawing/2014/main" id="{27418628-6AAA-20B5-CB27-1544671F6CB8}"/>
              </a:ext>
            </a:extLst>
          </p:cNvPr>
          <p:cNvGrpSpPr/>
          <p:nvPr/>
        </p:nvGrpSpPr>
        <p:grpSpPr>
          <a:xfrm>
            <a:off x="5771777" y="1031670"/>
            <a:ext cx="2116536" cy="3214592"/>
            <a:chOff x="1831239" y="956863"/>
            <a:chExt cx="2126531" cy="3229772"/>
          </a:xfrm>
        </p:grpSpPr>
        <p:sp>
          <p:nvSpPr>
            <p:cNvPr id="14" name="Google Shape;1700;p61">
              <a:extLst>
                <a:ext uri="{FF2B5EF4-FFF2-40B4-BE49-F238E27FC236}">
                  <a16:creationId xmlns:a16="http://schemas.microsoft.com/office/drawing/2014/main" id="{C774F037-BE4C-FF0C-4A0D-EC9DA7A1F926}"/>
                </a:ext>
              </a:extLst>
            </p:cNvPr>
            <p:cNvSpPr/>
            <p:nvPr/>
          </p:nvSpPr>
          <p:spPr>
            <a:xfrm>
              <a:off x="1832639" y="956863"/>
              <a:ext cx="2125131" cy="3229675"/>
            </a:xfrm>
            <a:custGeom>
              <a:avLst/>
              <a:gdLst/>
              <a:ahLst/>
              <a:cxnLst/>
              <a:rect l="l" t="t" r="r" b="b"/>
              <a:pathLst>
                <a:path w="137638" h="209142" extrusionOk="0">
                  <a:moveTo>
                    <a:pt x="3648" y="0"/>
                  </a:moveTo>
                  <a:cubicBezTo>
                    <a:pt x="1634" y="0"/>
                    <a:pt x="0" y="1634"/>
                    <a:pt x="0" y="3648"/>
                  </a:cubicBezTo>
                  <a:lnTo>
                    <a:pt x="0" y="205493"/>
                  </a:lnTo>
                  <a:cubicBezTo>
                    <a:pt x="0" y="207507"/>
                    <a:pt x="1634" y="209141"/>
                    <a:pt x="3648" y="209141"/>
                  </a:cubicBezTo>
                  <a:lnTo>
                    <a:pt x="133989" y="209141"/>
                  </a:lnTo>
                  <a:cubicBezTo>
                    <a:pt x="136003" y="209141"/>
                    <a:pt x="137638" y="207507"/>
                    <a:pt x="137638" y="205493"/>
                  </a:cubicBezTo>
                  <a:lnTo>
                    <a:pt x="137638" y="3648"/>
                  </a:lnTo>
                  <a:cubicBezTo>
                    <a:pt x="137638" y="1634"/>
                    <a:pt x="136003" y="0"/>
                    <a:pt x="133989" y="0"/>
                  </a:cubicBezTo>
                  <a:close/>
                </a:path>
              </a:pathLst>
            </a:custGeom>
            <a:solidFill>
              <a:srgbClr val="C4BD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 name="Google Shape;1701;p61">
              <a:extLst>
                <a:ext uri="{FF2B5EF4-FFF2-40B4-BE49-F238E27FC236}">
                  <a16:creationId xmlns:a16="http://schemas.microsoft.com/office/drawing/2014/main" id="{5EE0BA5F-B6B0-B0A9-C2DB-5E1D28AA689B}"/>
                </a:ext>
              </a:extLst>
            </p:cNvPr>
            <p:cNvGrpSpPr/>
            <p:nvPr/>
          </p:nvGrpSpPr>
          <p:grpSpPr>
            <a:xfrm>
              <a:off x="1831239" y="956863"/>
              <a:ext cx="2125082" cy="3229772"/>
              <a:chOff x="5396237" y="762001"/>
              <a:chExt cx="2283070" cy="3469143"/>
            </a:xfrm>
          </p:grpSpPr>
          <p:sp>
            <p:nvSpPr>
              <p:cNvPr id="16" name="Google Shape;1702;p61">
                <a:extLst>
                  <a:ext uri="{FF2B5EF4-FFF2-40B4-BE49-F238E27FC236}">
                    <a16:creationId xmlns:a16="http://schemas.microsoft.com/office/drawing/2014/main" id="{296ACB08-C9AD-9F3B-4CC0-280E4A57E920}"/>
                  </a:ext>
                </a:extLst>
              </p:cNvPr>
              <p:cNvSpPr/>
              <p:nvPr/>
            </p:nvSpPr>
            <p:spPr>
              <a:xfrm>
                <a:off x="5396237" y="762001"/>
                <a:ext cx="2283070" cy="3469143"/>
              </a:xfrm>
              <a:custGeom>
                <a:avLst/>
                <a:gdLst/>
                <a:ahLst/>
                <a:cxnLst/>
                <a:rect l="l" t="t" r="r" b="b"/>
                <a:pathLst>
                  <a:path w="137638" h="209142" extrusionOk="0">
                    <a:moveTo>
                      <a:pt x="3648" y="0"/>
                    </a:moveTo>
                    <a:cubicBezTo>
                      <a:pt x="1634" y="0"/>
                      <a:pt x="0" y="1634"/>
                      <a:pt x="0" y="3648"/>
                    </a:cubicBezTo>
                    <a:lnTo>
                      <a:pt x="0" y="205493"/>
                    </a:lnTo>
                    <a:cubicBezTo>
                      <a:pt x="0" y="207507"/>
                      <a:pt x="1634" y="209141"/>
                      <a:pt x="3648" y="209141"/>
                    </a:cubicBezTo>
                    <a:lnTo>
                      <a:pt x="133989" y="209141"/>
                    </a:lnTo>
                    <a:cubicBezTo>
                      <a:pt x="136003" y="209141"/>
                      <a:pt x="137638" y="207507"/>
                      <a:pt x="137638" y="205493"/>
                    </a:cubicBezTo>
                    <a:lnTo>
                      <a:pt x="137638" y="3648"/>
                    </a:lnTo>
                    <a:cubicBezTo>
                      <a:pt x="137638" y="1634"/>
                      <a:pt x="136003" y="0"/>
                      <a:pt x="13398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03;p61">
                <a:extLst>
                  <a:ext uri="{FF2B5EF4-FFF2-40B4-BE49-F238E27FC236}">
                    <a16:creationId xmlns:a16="http://schemas.microsoft.com/office/drawing/2014/main" id="{4B33276F-DF5F-8111-FC13-D815D21E6612}"/>
                  </a:ext>
                </a:extLst>
              </p:cNvPr>
              <p:cNvSpPr/>
              <p:nvPr/>
            </p:nvSpPr>
            <p:spPr>
              <a:xfrm>
                <a:off x="6303377" y="3970383"/>
                <a:ext cx="469592" cy="65371"/>
              </a:xfrm>
              <a:custGeom>
                <a:avLst/>
                <a:gdLst/>
                <a:ahLst/>
                <a:cxnLst/>
                <a:rect l="l" t="t" r="r" b="b"/>
                <a:pathLst>
                  <a:path w="28310" h="3941" extrusionOk="0">
                    <a:moveTo>
                      <a:pt x="1956" y="1"/>
                    </a:moveTo>
                    <a:cubicBezTo>
                      <a:pt x="876" y="1"/>
                      <a:pt x="0" y="905"/>
                      <a:pt x="0" y="1956"/>
                    </a:cubicBezTo>
                    <a:cubicBezTo>
                      <a:pt x="0" y="3065"/>
                      <a:pt x="876" y="3941"/>
                      <a:pt x="1956" y="3941"/>
                    </a:cubicBezTo>
                    <a:lnTo>
                      <a:pt x="26325" y="3941"/>
                    </a:lnTo>
                    <a:cubicBezTo>
                      <a:pt x="27434" y="3941"/>
                      <a:pt x="28310" y="3065"/>
                      <a:pt x="28310" y="1956"/>
                    </a:cubicBezTo>
                    <a:cubicBezTo>
                      <a:pt x="28310" y="876"/>
                      <a:pt x="27434" y="1"/>
                      <a:pt x="26325" y="1"/>
                    </a:cubicBezTo>
                    <a:close/>
                  </a:path>
                </a:pathLst>
              </a:custGeom>
              <a:solidFill>
                <a:schemeClr val="dk1"/>
              </a:solidFill>
              <a:ln w="19050" cap="flat" cmpd="sng">
                <a:solidFill>
                  <a:srgbClr val="F9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704;p61">
                <a:extLst>
                  <a:ext uri="{FF2B5EF4-FFF2-40B4-BE49-F238E27FC236}">
                    <a16:creationId xmlns:a16="http://schemas.microsoft.com/office/drawing/2014/main" id="{A58FC847-EE48-CE09-50F4-51E0B255B5CF}"/>
                  </a:ext>
                </a:extLst>
              </p:cNvPr>
              <p:cNvSpPr/>
              <p:nvPr/>
            </p:nvSpPr>
            <p:spPr>
              <a:xfrm>
                <a:off x="6455384" y="859294"/>
                <a:ext cx="165576" cy="166057"/>
              </a:xfrm>
              <a:custGeom>
                <a:avLst/>
                <a:gdLst/>
                <a:ahLst/>
                <a:cxnLst/>
                <a:rect l="l" t="t" r="r" b="b"/>
                <a:pathLst>
                  <a:path w="9982" h="10011" extrusionOk="0">
                    <a:moveTo>
                      <a:pt x="4991" y="0"/>
                    </a:moveTo>
                    <a:cubicBezTo>
                      <a:pt x="2218" y="0"/>
                      <a:pt x="0" y="2247"/>
                      <a:pt x="0" y="5020"/>
                    </a:cubicBezTo>
                    <a:cubicBezTo>
                      <a:pt x="0" y="7734"/>
                      <a:pt x="2218" y="10011"/>
                      <a:pt x="4991" y="10011"/>
                    </a:cubicBezTo>
                    <a:cubicBezTo>
                      <a:pt x="7764" y="10011"/>
                      <a:pt x="9982" y="7793"/>
                      <a:pt x="9982" y="5020"/>
                    </a:cubicBezTo>
                    <a:cubicBezTo>
                      <a:pt x="9982" y="2247"/>
                      <a:pt x="7764" y="0"/>
                      <a:pt x="4991" y="0"/>
                    </a:cubicBezTo>
                    <a:close/>
                  </a:path>
                </a:pathLst>
              </a:custGeom>
              <a:solidFill>
                <a:schemeClr val="dk1"/>
              </a:solidFill>
              <a:ln w="19050" cap="flat" cmpd="sng">
                <a:solidFill>
                  <a:srgbClr val="F9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19" name="Google Shape;1705;p61">
            <a:extLst>
              <a:ext uri="{FF2B5EF4-FFF2-40B4-BE49-F238E27FC236}">
                <a16:creationId xmlns:a16="http://schemas.microsoft.com/office/drawing/2014/main" id="{A364263C-912C-6AEA-1611-E7F915B0D251}"/>
              </a:ext>
            </a:extLst>
          </p:cNvPr>
          <p:cNvPicPr preferRelativeResize="0"/>
          <p:nvPr/>
        </p:nvPicPr>
        <p:blipFill rotWithShape="1">
          <a:blip r:embed="rId3">
            <a:alphaModFix/>
          </a:blip>
          <a:srcRect l="3850" r="53693"/>
          <a:stretch/>
        </p:blipFill>
        <p:spPr>
          <a:xfrm flipH="1">
            <a:off x="5871593" y="1370030"/>
            <a:ext cx="1915462" cy="253777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69"/>
        <p:cNvGrpSpPr/>
        <p:nvPr/>
      </p:nvGrpSpPr>
      <p:grpSpPr>
        <a:xfrm>
          <a:off x="0" y="0"/>
          <a:ext cx="0" cy="0"/>
          <a:chOff x="0" y="0"/>
          <a:chExt cx="0" cy="0"/>
        </a:xfrm>
      </p:grpSpPr>
      <p:sp>
        <p:nvSpPr>
          <p:cNvPr id="1070" name="Google Shape;1070;p47"/>
          <p:cNvSpPr txBox="1">
            <a:spLocks noGrp="1"/>
          </p:cNvSpPr>
          <p:nvPr>
            <p:ph type="title"/>
          </p:nvPr>
        </p:nvSpPr>
        <p:spPr>
          <a:xfrm>
            <a:off x="-215879" y="0"/>
            <a:ext cx="8620289"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02 Challenge: Motivating Crowd Volunteering </a:t>
            </a:r>
            <a:endParaRPr dirty="0"/>
          </a:p>
        </p:txBody>
      </p:sp>
      <p:sp>
        <p:nvSpPr>
          <p:cNvPr id="11" name="Subtitle 10">
            <a:extLst>
              <a:ext uri="{FF2B5EF4-FFF2-40B4-BE49-F238E27FC236}">
                <a16:creationId xmlns:a16="http://schemas.microsoft.com/office/drawing/2014/main" id="{C4C91289-9A90-16D6-52B6-722E85030735}"/>
              </a:ext>
            </a:extLst>
          </p:cNvPr>
          <p:cNvSpPr>
            <a:spLocks noGrp="1"/>
          </p:cNvSpPr>
          <p:nvPr>
            <p:ph type="subTitle" idx="2"/>
          </p:nvPr>
        </p:nvSpPr>
        <p:spPr>
          <a:xfrm>
            <a:off x="579097" y="1172456"/>
            <a:ext cx="2540619" cy="2798587"/>
          </a:xfrm>
        </p:spPr>
        <p:txBody>
          <a:bodyPr/>
          <a:lstStyle/>
          <a:p>
            <a:pPr algn="l">
              <a:buFont typeface="Arial" panose="020B0604020202020204" pitchFamily="34" charset="0"/>
              <a:buChar char="•"/>
            </a:pPr>
            <a:r>
              <a:rPr lang="en-US" sz="1600" dirty="0"/>
              <a:t>Gamification Element</a:t>
            </a:r>
          </a:p>
          <a:p>
            <a:pPr algn="l">
              <a:buFont typeface="Arial" panose="020B0604020202020204" pitchFamily="34" charset="0"/>
              <a:buChar char="•"/>
            </a:pPr>
            <a:endParaRPr lang="en-US" sz="1600" dirty="0"/>
          </a:p>
          <a:p>
            <a:pPr algn="l">
              <a:buFont typeface="Arial" panose="020B0604020202020204" pitchFamily="34" charset="0"/>
              <a:buChar char="•"/>
            </a:pPr>
            <a:r>
              <a:rPr lang="en-US" sz="1600" dirty="0"/>
              <a:t>Points System</a:t>
            </a:r>
          </a:p>
          <a:p>
            <a:pPr algn="l">
              <a:buFont typeface="Arial" panose="020B0604020202020204" pitchFamily="34" charset="0"/>
              <a:buChar char="•"/>
            </a:pPr>
            <a:endParaRPr lang="en-US" sz="1600" dirty="0"/>
          </a:p>
          <a:p>
            <a:pPr algn="l">
              <a:buFont typeface="Arial" panose="020B0604020202020204" pitchFamily="34" charset="0"/>
              <a:buChar char="•"/>
            </a:pPr>
            <a:r>
              <a:rPr lang="en-US" sz="1600" dirty="0"/>
              <a:t>Redeemable Points</a:t>
            </a:r>
          </a:p>
          <a:p>
            <a:pPr algn="l">
              <a:buFont typeface="Arial" panose="020B0604020202020204" pitchFamily="34" charset="0"/>
              <a:buChar char="•"/>
            </a:pPr>
            <a:endParaRPr lang="en-US" sz="1600" dirty="0"/>
          </a:p>
          <a:p>
            <a:pPr algn="l">
              <a:buFont typeface="Arial" panose="020B0604020202020204" pitchFamily="34" charset="0"/>
              <a:buChar char="•"/>
            </a:pPr>
            <a:r>
              <a:rPr lang="en-US" sz="1600" dirty="0"/>
              <a:t>Badges showcasing Contribution</a:t>
            </a:r>
          </a:p>
        </p:txBody>
      </p:sp>
      <p:pic>
        <p:nvPicPr>
          <p:cNvPr id="17" name="Picture 16">
            <a:extLst>
              <a:ext uri="{FF2B5EF4-FFF2-40B4-BE49-F238E27FC236}">
                <a16:creationId xmlns:a16="http://schemas.microsoft.com/office/drawing/2014/main" id="{724DB380-956B-10FC-3D0C-8E3DAE8AA78B}"/>
              </a:ext>
            </a:extLst>
          </p:cNvPr>
          <p:cNvPicPr>
            <a:picLocks noChangeAspect="1"/>
          </p:cNvPicPr>
          <p:nvPr/>
        </p:nvPicPr>
        <p:blipFill>
          <a:blip r:embed="rId3"/>
          <a:stretch>
            <a:fillRect/>
          </a:stretch>
        </p:blipFill>
        <p:spPr>
          <a:xfrm>
            <a:off x="4940081" y="689162"/>
            <a:ext cx="1985155" cy="403347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65"/>
        <p:cNvGrpSpPr/>
        <p:nvPr/>
      </p:nvGrpSpPr>
      <p:grpSpPr>
        <a:xfrm>
          <a:off x="0" y="0"/>
          <a:ext cx="0" cy="0"/>
          <a:chOff x="0" y="0"/>
          <a:chExt cx="0" cy="0"/>
        </a:xfrm>
      </p:grpSpPr>
      <p:sp>
        <p:nvSpPr>
          <p:cNvPr id="1166" name="Google Shape;1166;p49"/>
          <p:cNvSpPr txBox="1">
            <a:spLocks noGrp="1"/>
          </p:cNvSpPr>
          <p:nvPr>
            <p:ph type="title"/>
          </p:nvPr>
        </p:nvSpPr>
        <p:spPr>
          <a:xfrm>
            <a:off x="-283156" y="-55479"/>
            <a:ext cx="8141612"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03 Social Media Data Extraction Algorithm</a:t>
            </a:r>
            <a:endParaRPr dirty="0"/>
          </a:p>
        </p:txBody>
      </p:sp>
      <p:sp>
        <p:nvSpPr>
          <p:cNvPr id="19" name="TextBox 18">
            <a:extLst>
              <a:ext uri="{FF2B5EF4-FFF2-40B4-BE49-F238E27FC236}">
                <a16:creationId xmlns:a16="http://schemas.microsoft.com/office/drawing/2014/main" id="{1DE2173D-486F-9606-815C-AE5D41D44533}"/>
              </a:ext>
            </a:extLst>
          </p:cNvPr>
          <p:cNvSpPr txBox="1"/>
          <p:nvPr/>
        </p:nvSpPr>
        <p:spPr>
          <a:xfrm>
            <a:off x="213472" y="650611"/>
            <a:ext cx="4224057" cy="4185761"/>
          </a:xfrm>
          <a:prstGeom prst="rect">
            <a:avLst/>
          </a:prstGeom>
          <a:noFill/>
        </p:spPr>
        <p:txBody>
          <a:bodyPr wrap="square">
            <a:spAutoFit/>
          </a:bodyPr>
          <a:lstStyle/>
          <a:p>
            <a:pPr marL="0" lvl="0" indent="0" algn="l" rtl="0">
              <a:spcBef>
                <a:spcPts val="0"/>
              </a:spcBef>
              <a:spcAft>
                <a:spcPts val="0"/>
              </a:spcAft>
              <a:buClr>
                <a:schemeClr val="dk1"/>
              </a:buClr>
              <a:buSzPts val="1100"/>
              <a:buFont typeface="Arial"/>
              <a:buNone/>
            </a:pPr>
            <a:r>
              <a:rPr lang="en-US" b="1" dirty="0">
                <a:solidFill>
                  <a:schemeClr val="tx1"/>
                </a:solidFill>
                <a:latin typeface="Barlow" panose="00000500000000000000" pitchFamily="2" charset="0"/>
              </a:rPr>
              <a:t>Data Extraction Workflow:</a:t>
            </a:r>
          </a:p>
          <a:p>
            <a:pPr marL="285750" indent="-285750">
              <a:buSzPts val="1100"/>
              <a:buFont typeface="Arial" panose="020B0604020202020204" pitchFamily="34" charset="0"/>
              <a:buChar char="•"/>
            </a:pPr>
            <a:r>
              <a:rPr lang="en-US" dirty="0">
                <a:solidFill>
                  <a:schemeClr val="tx1"/>
                </a:solidFill>
                <a:latin typeface="Barlow" panose="00000500000000000000" pitchFamily="2" charset="0"/>
              </a:rPr>
              <a:t>Web Crawlers use APIs  (ex: Twitter API) .</a:t>
            </a:r>
          </a:p>
          <a:p>
            <a:pPr marL="285750" indent="-285750">
              <a:buSzPts val="1100"/>
              <a:buFont typeface="Arial" panose="020B0604020202020204" pitchFamily="34" charset="0"/>
              <a:buChar char="•"/>
            </a:pPr>
            <a:endParaRPr lang="en-US" dirty="0">
              <a:solidFill>
                <a:schemeClr val="tx1"/>
              </a:solidFill>
              <a:latin typeface="Barlow" panose="00000500000000000000" pitchFamily="2" charset="0"/>
            </a:endParaRPr>
          </a:p>
          <a:p>
            <a:pPr marL="285750" indent="-285750">
              <a:buSzPts val="1100"/>
              <a:buFont typeface="Arial" panose="020B0604020202020204" pitchFamily="34" charset="0"/>
              <a:buChar char="•"/>
            </a:pPr>
            <a:r>
              <a:rPr lang="en-US" dirty="0">
                <a:solidFill>
                  <a:schemeClr val="tx1"/>
                </a:solidFill>
                <a:latin typeface="Barlow" panose="00000500000000000000" pitchFamily="2" charset="0"/>
              </a:rPr>
              <a:t>Crawlers Search For Specific Keywords (ex: flood, earthquake) prioritizing visual content.</a:t>
            </a:r>
          </a:p>
          <a:p>
            <a:pPr marL="285750" indent="-285750">
              <a:buSzPts val="1100"/>
              <a:buFont typeface="Arial" panose="020B0604020202020204" pitchFamily="34" charset="0"/>
              <a:buChar char="•"/>
            </a:pPr>
            <a:endParaRPr lang="en-US" dirty="0">
              <a:solidFill>
                <a:schemeClr val="tx1"/>
              </a:solidFill>
              <a:latin typeface="Barlow" panose="00000500000000000000" pitchFamily="2" charset="0"/>
            </a:endParaRPr>
          </a:p>
          <a:p>
            <a:pPr marL="285750" indent="-285750">
              <a:buSzPts val="1100"/>
              <a:buFont typeface="Arial" panose="020B0604020202020204" pitchFamily="34" charset="0"/>
              <a:buChar char="•"/>
            </a:pPr>
            <a:r>
              <a:rPr lang="en-US" dirty="0">
                <a:solidFill>
                  <a:schemeClr val="tx1"/>
                </a:solidFill>
                <a:latin typeface="Barlow" panose="00000500000000000000" pitchFamily="2" charset="0"/>
              </a:rPr>
              <a:t>Extract Image Meta Data and Leverage Geo-Location tools (ex: OpenStreetMap) to Locate Incident.</a:t>
            </a:r>
          </a:p>
          <a:p>
            <a:pPr marL="285750" indent="-285750">
              <a:buSzPts val="1100"/>
            </a:pPr>
            <a:endParaRPr lang="en-US" dirty="0">
              <a:solidFill>
                <a:schemeClr val="tx1"/>
              </a:solidFill>
              <a:latin typeface="Barlow" panose="00000500000000000000" pitchFamily="2" charset="0"/>
            </a:endParaRPr>
          </a:p>
          <a:p>
            <a:pPr marL="0" indent="0">
              <a:buSzPts val="1100"/>
              <a:buNone/>
            </a:pPr>
            <a:r>
              <a:rPr lang="en-US" b="1" dirty="0">
                <a:solidFill>
                  <a:schemeClr val="tx1"/>
                </a:solidFill>
                <a:latin typeface="Barlow" panose="00000500000000000000" pitchFamily="2" charset="0"/>
              </a:rPr>
              <a:t>Anti Min-information Measures:</a:t>
            </a:r>
          </a:p>
          <a:p>
            <a:pPr marL="285750" indent="-285750">
              <a:buSzPts val="1100"/>
              <a:buFont typeface="Arial" panose="020B0604020202020204" pitchFamily="34" charset="0"/>
              <a:buChar char="•"/>
            </a:pPr>
            <a:r>
              <a:rPr lang="en-US" dirty="0">
                <a:solidFill>
                  <a:schemeClr val="tx1"/>
                </a:solidFill>
                <a:latin typeface="Barlow" panose="00000500000000000000" pitchFamily="2" charset="0"/>
              </a:rPr>
              <a:t>Leverage Computer Vision tools (ex: Google Vision API, OpenCV) to Detect AI-Generated Images and Stock Images.</a:t>
            </a:r>
          </a:p>
          <a:p>
            <a:pPr marL="285750" indent="-285750">
              <a:buSzPts val="1100"/>
              <a:buFont typeface="Arial" panose="020B0604020202020204" pitchFamily="34" charset="0"/>
              <a:buChar char="•"/>
            </a:pPr>
            <a:endParaRPr lang="en-US" dirty="0">
              <a:solidFill>
                <a:schemeClr val="tx1"/>
              </a:solidFill>
              <a:latin typeface="Barlow" panose="00000500000000000000" pitchFamily="2" charset="0"/>
            </a:endParaRPr>
          </a:p>
          <a:p>
            <a:pPr marL="285750" indent="-285750">
              <a:buSzPts val="1100"/>
              <a:buFont typeface="Arial" panose="020B0604020202020204" pitchFamily="34" charset="0"/>
              <a:buChar char="•"/>
            </a:pPr>
            <a:r>
              <a:rPr lang="en-US" dirty="0">
                <a:solidFill>
                  <a:schemeClr val="tx1"/>
                </a:solidFill>
                <a:latin typeface="Barlow" panose="00000500000000000000" pitchFamily="2" charset="0"/>
              </a:rPr>
              <a:t>In-App Volunteer Crowdsourcing Validation. Evaluate Image Trust-Worthiness, Relevance, and Location.</a:t>
            </a:r>
          </a:p>
          <a:p>
            <a:pPr>
              <a:buSzPts val="1100"/>
            </a:pPr>
            <a:endParaRPr lang="en-US" dirty="0">
              <a:solidFill>
                <a:schemeClr val="tx1"/>
              </a:solidFill>
              <a:latin typeface="Barlow" panose="00000500000000000000" pitchFamily="2" charset="0"/>
            </a:endParaRPr>
          </a:p>
        </p:txBody>
      </p:sp>
      <p:pic>
        <p:nvPicPr>
          <p:cNvPr id="21" name="Picture 20">
            <a:extLst>
              <a:ext uri="{FF2B5EF4-FFF2-40B4-BE49-F238E27FC236}">
                <a16:creationId xmlns:a16="http://schemas.microsoft.com/office/drawing/2014/main" id="{D7791065-02D7-7C05-3B5A-44C392009085}"/>
              </a:ext>
            </a:extLst>
          </p:cNvPr>
          <p:cNvPicPr>
            <a:picLocks noChangeAspect="1"/>
          </p:cNvPicPr>
          <p:nvPr/>
        </p:nvPicPr>
        <p:blipFill>
          <a:blip r:embed="rId3"/>
          <a:stretch>
            <a:fillRect/>
          </a:stretch>
        </p:blipFill>
        <p:spPr>
          <a:xfrm>
            <a:off x="4458340" y="567702"/>
            <a:ext cx="4224057" cy="2233030"/>
          </a:xfrm>
          <a:prstGeom prst="rect">
            <a:avLst/>
          </a:prstGeom>
        </p:spPr>
      </p:pic>
      <p:pic>
        <p:nvPicPr>
          <p:cNvPr id="23" name="Picture 22">
            <a:extLst>
              <a:ext uri="{FF2B5EF4-FFF2-40B4-BE49-F238E27FC236}">
                <a16:creationId xmlns:a16="http://schemas.microsoft.com/office/drawing/2014/main" id="{6BDD54F2-FF20-38AD-5433-30A3E8AF0F7C}"/>
              </a:ext>
            </a:extLst>
          </p:cNvPr>
          <p:cNvPicPr>
            <a:picLocks noChangeAspect="1"/>
          </p:cNvPicPr>
          <p:nvPr/>
        </p:nvPicPr>
        <p:blipFill>
          <a:blip r:embed="rId4"/>
          <a:stretch>
            <a:fillRect/>
          </a:stretch>
        </p:blipFill>
        <p:spPr>
          <a:xfrm>
            <a:off x="4458340" y="2851213"/>
            <a:ext cx="4551188" cy="220570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42"/>
        <p:cNvGrpSpPr/>
        <p:nvPr/>
      </p:nvGrpSpPr>
      <p:grpSpPr>
        <a:xfrm>
          <a:off x="0" y="0"/>
          <a:ext cx="0" cy="0"/>
          <a:chOff x="0" y="0"/>
          <a:chExt cx="0" cy="0"/>
        </a:xfrm>
      </p:grpSpPr>
      <p:sp>
        <p:nvSpPr>
          <p:cNvPr id="1243" name="Google Shape;1243;p50"/>
          <p:cNvSpPr txBox="1">
            <a:spLocks noGrp="1"/>
          </p:cNvSpPr>
          <p:nvPr>
            <p:ph type="title"/>
          </p:nvPr>
        </p:nvSpPr>
        <p:spPr>
          <a:xfrm>
            <a:off x="-200325" y="-29496"/>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03 UTILIZING CROWDSOURCED DATA: ALERTS</a:t>
            </a:r>
            <a:endParaRPr dirty="0"/>
          </a:p>
        </p:txBody>
      </p:sp>
      <p:sp>
        <p:nvSpPr>
          <p:cNvPr id="1244" name="Google Shape;1244;p50"/>
          <p:cNvSpPr txBox="1">
            <a:spLocks noGrp="1"/>
          </p:cNvSpPr>
          <p:nvPr>
            <p:ph type="subTitle" idx="2"/>
          </p:nvPr>
        </p:nvSpPr>
        <p:spPr>
          <a:xfrm>
            <a:off x="287182" y="731678"/>
            <a:ext cx="3436598" cy="38873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Real-Time Hazard Alerts:</a:t>
            </a:r>
          </a:p>
          <a:p>
            <a:pPr marL="285750" lvl="0" indent="-285750" algn="l" rtl="0">
              <a:spcBef>
                <a:spcPts val="0"/>
              </a:spcBef>
              <a:spcAft>
                <a:spcPts val="0"/>
              </a:spcAft>
              <a:buFont typeface="Arial" panose="020B0604020202020204" pitchFamily="34" charset="0"/>
              <a:buChar char="•"/>
            </a:pPr>
            <a:r>
              <a:rPr lang="en-US" dirty="0"/>
              <a:t>Alerting App-Users Within A specific Range of The Reports.</a:t>
            </a:r>
          </a:p>
          <a:p>
            <a:pPr marL="285750" lvl="0" indent="-285750" algn="l" rtl="0">
              <a:spcBef>
                <a:spcPts val="0"/>
              </a:spcBef>
              <a:spcAft>
                <a:spcPts val="0"/>
              </a:spcAft>
              <a:buFont typeface="Arial" panose="020B0604020202020204" pitchFamily="34" charset="0"/>
              <a:buChar char="•"/>
            </a:pPr>
            <a:r>
              <a:rPr lang="en-US" dirty="0"/>
              <a:t>Visuals Clearly Showing Reported Roads and Areas.</a:t>
            </a:r>
          </a:p>
          <a:p>
            <a:pPr marL="285750" lvl="0" indent="-285750" algn="l" rtl="0">
              <a:spcBef>
                <a:spcPts val="0"/>
              </a:spcBef>
              <a:spcAft>
                <a:spcPts val="0"/>
              </a:spcAft>
              <a:buFont typeface="Arial" panose="020B0604020202020204" pitchFamily="34" charset="0"/>
              <a:buChar char="•"/>
            </a:pPr>
            <a:endParaRPr lang="en-US" dirty="0"/>
          </a:p>
          <a:p>
            <a:pPr marL="285750" lvl="0" indent="-285750" algn="l" rtl="0">
              <a:spcBef>
                <a:spcPts val="0"/>
              </a:spcBef>
              <a:spcAft>
                <a:spcPts val="0"/>
              </a:spcAft>
              <a:buFont typeface="Arial" panose="020B0604020202020204" pitchFamily="34" charset="0"/>
              <a:buChar char="•"/>
            </a:pPr>
            <a:endParaRPr lang="en-US" dirty="0"/>
          </a:p>
          <a:p>
            <a:pPr marL="0" lvl="0" indent="0" algn="l" rtl="0">
              <a:spcBef>
                <a:spcPts val="0"/>
              </a:spcBef>
              <a:spcAft>
                <a:spcPts val="0"/>
              </a:spcAft>
            </a:pPr>
            <a:r>
              <a:rPr lang="en-US" b="1" dirty="0"/>
              <a:t>Urgency Scale:</a:t>
            </a:r>
          </a:p>
          <a:p>
            <a:pPr marL="285750" lvl="0" indent="-285750" algn="l" rtl="0">
              <a:spcBef>
                <a:spcPts val="0"/>
              </a:spcBef>
              <a:spcAft>
                <a:spcPts val="0"/>
              </a:spcAft>
              <a:buFont typeface="Arial" panose="020B0604020202020204" pitchFamily="34" charset="0"/>
              <a:buChar char="•"/>
            </a:pPr>
            <a:r>
              <a:rPr lang="en-US" b="0" i="0" dirty="0">
                <a:solidFill>
                  <a:srgbClr val="F8FAFF"/>
                </a:solidFill>
                <a:effectLst/>
                <a:latin typeface="Barlow" panose="00000500000000000000" pitchFamily="2" charset="0"/>
              </a:rPr>
              <a:t>⚠️ Caution: For a Suspected Disaster.</a:t>
            </a:r>
          </a:p>
          <a:p>
            <a:pPr marL="285750" lvl="0" indent="-285750" algn="l" rtl="0">
              <a:spcBef>
                <a:spcPts val="0"/>
              </a:spcBef>
              <a:spcAft>
                <a:spcPts val="0"/>
              </a:spcAft>
              <a:buFont typeface="Arial" panose="020B0604020202020204" pitchFamily="34" charset="0"/>
              <a:buChar char="•"/>
            </a:pPr>
            <a:r>
              <a:rPr lang="en-US" b="0" i="0" dirty="0">
                <a:solidFill>
                  <a:srgbClr val="F8FAFF"/>
                </a:solidFill>
                <a:effectLst/>
                <a:latin typeface="Barlow" panose="00000500000000000000" pitchFamily="2" charset="0"/>
              </a:rPr>
              <a:t>🚨 Critical: For a Confirmed Disaster.</a:t>
            </a:r>
          </a:p>
          <a:p>
            <a:pPr marL="285750" lvl="0" indent="-285750" algn="l" rtl="0">
              <a:spcBef>
                <a:spcPts val="0"/>
              </a:spcBef>
              <a:spcAft>
                <a:spcPts val="0"/>
              </a:spcAft>
              <a:buFont typeface="Arial" panose="020B0604020202020204" pitchFamily="34" charset="0"/>
              <a:buChar char="•"/>
            </a:pPr>
            <a:endParaRPr lang="en-US" dirty="0">
              <a:solidFill>
                <a:srgbClr val="F8FAFF"/>
              </a:solidFill>
              <a:latin typeface="Barlow" panose="00000500000000000000" pitchFamily="2" charset="0"/>
            </a:endParaRPr>
          </a:p>
          <a:p>
            <a:pPr marL="285750" lvl="0" indent="-285750" algn="l" rtl="0">
              <a:spcBef>
                <a:spcPts val="0"/>
              </a:spcBef>
              <a:spcAft>
                <a:spcPts val="0"/>
              </a:spcAft>
              <a:buFont typeface="Arial" panose="020B0604020202020204" pitchFamily="34" charset="0"/>
              <a:buChar char="•"/>
            </a:pPr>
            <a:endParaRPr lang="en-US" dirty="0">
              <a:solidFill>
                <a:srgbClr val="F8FAFF"/>
              </a:solidFill>
              <a:latin typeface="Barlow" panose="00000500000000000000" pitchFamily="2" charset="0"/>
            </a:endParaRPr>
          </a:p>
          <a:p>
            <a:pPr marL="0" lvl="0" indent="0" algn="l" rtl="0">
              <a:spcBef>
                <a:spcPts val="0"/>
              </a:spcBef>
              <a:spcAft>
                <a:spcPts val="0"/>
              </a:spcAft>
            </a:pPr>
            <a:r>
              <a:rPr lang="en-US" b="1" dirty="0">
                <a:solidFill>
                  <a:srgbClr val="F8FAFF"/>
                </a:solidFill>
                <a:latin typeface="Barlow" panose="00000500000000000000" pitchFamily="2" charset="0"/>
              </a:rPr>
              <a:t>Forwarding To Authorities:</a:t>
            </a:r>
          </a:p>
          <a:p>
            <a:pPr marL="285750" lvl="0" indent="-285750" algn="l" rtl="0">
              <a:spcBef>
                <a:spcPts val="0"/>
              </a:spcBef>
              <a:spcAft>
                <a:spcPts val="0"/>
              </a:spcAft>
              <a:buFont typeface="Arial" panose="020B0604020202020204" pitchFamily="34" charset="0"/>
              <a:buChar char="•"/>
            </a:pPr>
            <a:r>
              <a:rPr lang="en-US" dirty="0">
                <a:solidFill>
                  <a:srgbClr val="F8FAFF"/>
                </a:solidFill>
                <a:latin typeface="Barlow" panose="00000500000000000000" pitchFamily="2" charset="0"/>
              </a:rPr>
              <a:t>Validated Hazards with a High Confidence Score May be Forwarded to Authorities (Location, Type, Score).</a:t>
            </a:r>
          </a:p>
          <a:p>
            <a:pPr marL="285750" lvl="0" indent="-285750" algn="l" rtl="0">
              <a:spcBef>
                <a:spcPts val="0"/>
              </a:spcBef>
              <a:spcAft>
                <a:spcPts val="0"/>
              </a:spcAft>
              <a:buFont typeface="Arial" panose="020B0604020202020204" pitchFamily="34" charset="0"/>
              <a:buChar char="•"/>
            </a:pPr>
            <a:r>
              <a:rPr lang="en-US" dirty="0">
                <a:solidFill>
                  <a:srgbClr val="F8FAFF"/>
                </a:solidFill>
                <a:latin typeface="Barlow" panose="00000500000000000000" pitchFamily="2" charset="0"/>
              </a:rPr>
              <a:t>Leads to Swifter Response Time.</a:t>
            </a:r>
          </a:p>
          <a:p>
            <a:pPr marL="285750" lvl="0" indent="-285750" algn="l" rtl="0">
              <a:spcBef>
                <a:spcPts val="0"/>
              </a:spcBef>
              <a:spcAft>
                <a:spcPts val="0"/>
              </a:spcAft>
              <a:buFont typeface="Arial" panose="020B0604020202020204" pitchFamily="34" charset="0"/>
              <a:buChar char="•"/>
            </a:pPr>
            <a:endParaRPr lang="en-US" dirty="0">
              <a:solidFill>
                <a:srgbClr val="F8FAFF"/>
              </a:solidFill>
              <a:latin typeface="Barlow" panose="00000500000000000000" pitchFamily="2" charset="0"/>
            </a:endParaRPr>
          </a:p>
        </p:txBody>
      </p:sp>
      <p:grpSp>
        <p:nvGrpSpPr>
          <p:cNvPr id="20" name="Google Shape;1712;p62">
            <a:extLst>
              <a:ext uri="{FF2B5EF4-FFF2-40B4-BE49-F238E27FC236}">
                <a16:creationId xmlns:a16="http://schemas.microsoft.com/office/drawing/2014/main" id="{752C1232-F008-0D6E-9291-D8EB44321032}"/>
              </a:ext>
            </a:extLst>
          </p:cNvPr>
          <p:cNvGrpSpPr/>
          <p:nvPr/>
        </p:nvGrpSpPr>
        <p:grpSpPr>
          <a:xfrm>
            <a:off x="5754225" y="1122739"/>
            <a:ext cx="1544303" cy="2898028"/>
            <a:chOff x="5598975" y="1122701"/>
            <a:chExt cx="1544303" cy="2898028"/>
          </a:xfrm>
        </p:grpSpPr>
        <p:sp>
          <p:nvSpPr>
            <p:cNvPr id="21" name="Google Shape;1713;p62">
              <a:extLst>
                <a:ext uri="{FF2B5EF4-FFF2-40B4-BE49-F238E27FC236}">
                  <a16:creationId xmlns:a16="http://schemas.microsoft.com/office/drawing/2014/main" id="{5B110014-C25F-9646-5579-62FA5B6FF904}"/>
                </a:ext>
              </a:extLst>
            </p:cNvPr>
            <p:cNvSpPr/>
            <p:nvPr/>
          </p:nvSpPr>
          <p:spPr>
            <a:xfrm>
              <a:off x="5599163" y="1122701"/>
              <a:ext cx="1544115" cy="2898028"/>
            </a:xfrm>
            <a:custGeom>
              <a:avLst/>
              <a:gdLst/>
              <a:ahLst/>
              <a:cxnLst/>
              <a:rect l="l" t="t" r="r" b="b"/>
              <a:pathLst>
                <a:path w="104385" h="195912" extrusionOk="0">
                  <a:moveTo>
                    <a:pt x="2095" y="1"/>
                  </a:moveTo>
                  <a:cubicBezTo>
                    <a:pt x="904" y="1"/>
                    <a:pt x="0" y="945"/>
                    <a:pt x="0" y="2096"/>
                  </a:cubicBezTo>
                  <a:lnTo>
                    <a:pt x="0" y="193776"/>
                  </a:lnTo>
                  <a:cubicBezTo>
                    <a:pt x="0" y="194967"/>
                    <a:pt x="986" y="195912"/>
                    <a:pt x="2095" y="195912"/>
                  </a:cubicBezTo>
                  <a:lnTo>
                    <a:pt x="102290" y="195912"/>
                  </a:lnTo>
                  <a:cubicBezTo>
                    <a:pt x="103399" y="195912"/>
                    <a:pt x="104344" y="194967"/>
                    <a:pt x="104385" y="193776"/>
                  </a:cubicBezTo>
                  <a:lnTo>
                    <a:pt x="104385" y="2096"/>
                  </a:lnTo>
                  <a:cubicBezTo>
                    <a:pt x="104385" y="904"/>
                    <a:pt x="103399" y="1"/>
                    <a:pt x="102290" y="1"/>
                  </a:cubicBezTo>
                  <a:close/>
                </a:path>
              </a:pathLst>
            </a:custGeom>
            <a:solidFill>
              <a:srgbClr val="A4E1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714;p62">
              <a:extLst>
                <a:ext uri="{FF2B5EF4-FFF2-40B4-BE49-F238E27FC236}">
                  <a16:creationId xmlns:a16="http://schemas.microsoft.com/office/drawing/2014/main" id="{2AFFEFD2-C92C-0820-4FBB-089AFDEAD777}"/>
                </a:ext>
              </a:extLst>
            </p:cNvPr>
            <p:cNvSpPr/>
            <p:nvPr/>
          </p:nvSpPr>
          <p:spPr>
            <a:xfrm>
              <a:off x="5598975" y="1122701"/>
              <a:ext cx="1544115" cy="2898028"/>
            </a:xfrm>
            <a:custGeom>
              <a:avLst/>
              <a:gdLst/>
              <a:ahLst/>
              <a:cxnLst/>
              <a:rect l="l" t="t" r="r" b="b"/>
              <a:pathLst>
                <a:path w="104385" h="195912" extrusionOk="0">
                  <a:moveTo>
                    <a:pt x="2095" y="1"/>
                  </a:moveTo>
                  <a:cubicBezTo>
                    <a:pt x="904" y="1"/>
                    <a:pt x="0" y="945"/>
                    <a:pt x="0" y="2096"/>
                  </a:cubicBezTo>
                  <a:lnTo>
                    <a:pt x="0" y="193776"/>
                  </a:lnTo>
                  <a:cubicBezTo>
                    <a:pt x="0" y="194967"/>
                    <a:pt x="986" y="195912"/>
                    <a:pt x="2095" y="195912"/>
                  </a:cubicBezTo>
                  <a:lnTo>
                    <a:pt x="102290" y="195912"/>
                  </a:lnTo>
                  <a:cubicBezTo>
                    <a:pt x="103399" y="195912"/>
                    <a:pt x="104344" y="194967"/>
                    <a:pt x="104385" y="193776"/>
                  </a:cubicBezTo>
                  <a:lnTo>
                    <a:pt x="104385" y="2096"/>
                  </a:lnTo>
                  <a:cubicBezTo>
                    <a:pt x="104385" y="904"/>
                    <a:pt x="103399" y="1"/>
                    <a:pt x="10229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3" name="Google Shape;1715;p62">
            <a:extLst>
              <a:ext uri="{FF2B5EF4-FFF2-40B4-BE49-F238E27FC236}">
                <a16:creationId xmlns:a16="http://schemas.microsoft.com/office/drawing/2014/main" id="{8AD63759-2121-45C9-51DA-9EB10B803930}"/>
              </a:ext>
            </a:extLst>
          </p:cNvPr>
          <p:cNvPicPr preferRelativeResize="0"/>
          <p:nvPr/>
        </p:nvPicPr>
        <p:blipFill>
          <a:blip r:embed="rId3"/>
          <a:srcRect l="7170" r="7170"/>
          <a:stretch/>
        </p:blipFill>
        <p:spPr>
          <a:xfrm>
            <a:off x="5808127" y="1191890"/>
            <a:ext cx="1436700" cy="2760000"/>
          </a:xfrm>
          <a:prstGeom prst="roundRect">
            <a:avLst>
              <a:gd name="adj" fmla="val 2646"/>
            </a:avLst>
          </a:prstGeom>
          <a:noFill/>
          <a:ln>
            <a:noFill/>
          </a:ln>
        </p:spPr>
      </p:pic>
      <p:sp>
        <p:nvSpPr>
          <p:cNvPr id="24" name="Google Shape;1716;p62">
            <a:extLst>
              <a:ext uri="{FF2B5EF4-FFF2-40B4-BE49-F238E27FC236}">
                <a16:creationId xmlns:a16="http://schemas.microsoft.com/office/drawing/2014/main" id="{5D81442F-31E8-08FC-6A26-D4B77FD067E0}"/>
              </a:ext>
            </a:extLst>
          </p:cNvPr>
          <p:cNvSpPr/>
          <p:nvPr/>
        </p:nvSpPr>
        <p:spPr>
          <a:xfrm>
            <a:off x="6432419" y="1261962"/>
            <a:ext cx="187790" cy="13"/>
          </a:xfrm>
          <a:custGeom>
            <a:avLst/>
            <a:gdLst/>
            <a:ahLst/>
            <a:cxnLst/>
            <a:rect l="l" t="t" r="r" b="b"/>
            <a:pathLst>
              <a:path w="14379" h="1" fill="none" extrusionOk="0">
                <a:moveTo>
                  <a:pt x="1" y="0"/>
                </a:moveTo>
                <a:lnTo>
                  <a:pt x="14379" y="0"/>
                </a:lnTo>
              </a:path>
            </a:pathLst>
          </a:custGeom>
          <a:noFill/>
          <a:ln w="19050" cap="rnd" cmpd="sng">
            <a:solidFill>
              <a:schemeClr val="accent6"/>
            </a:solidFill>
            <a:prstDash val="solid"/>
            <a:miter lim="4108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717;p62">
            <a:extLst>
              <a:ext uri="{FF2B5EF4-FFF2-40B4-BE49-F238E27FC236}">
                <a16:creationId xmlns:a16="http://schemas.microsoft.com/office/drawing/2014/main" id="{48B02F1B-5EB6-F536-CA7A-50A5D6770789}"/>
              </a:ext>
            </a:extLst>
          </p:cNvPr>
          <p:cNvSpPr/>
          <p:nvPr/>
        </p:nvSpPr>
        <p:spPr>
          <a:xfrm>
            <a:off x="6334878" y="3832789"/>
            <a:ext cx="382859" cy="63815"/>
          </a:xfrm>
          <a:custGeom>
            <a:avLst/>
            <a:gdLst/>
            <a:ahLst/>
            <a:cxnLst/>
            <a:rect l="l" t="t" r="r" b="b"/>
            <a:pathLst>
              <a:path w="25882" h="4314" extrusionOk="0">
                <a:moveTo>
                  <a:pt x="2137" y="0"/>
                </a:moveTo>
                <a:cubicBezTo>
                  <a:pt x="987" y="0"/>
                  <a:pt x="1" y="945"/>
                  <a:pt x="1" y="2136"/>
                </a:cubicBezTo>
                <a:cubicBezTo>
                  <a:pt x="1" y="3328"/>
                  <a:pt x="987" y="4313"/>
                  <a:pt x="2137" y="4313"/>
                </a:cubicBezTo>
                <a:lnTo>
                  <a:pt x="23704" y="4313"/>
                </a:lnTo>
                <a:cubicBezTo>
                  <a:pt x="24895" y="4313"/>
                  <a:pt x="25881" y="3328"/>
                  <a:pt x="25881" y="2136"/>
                </a:cubicBezTo>
                <a:cubicBezTo>
                  <a:pt x="25881" y="945"/>
                  <a:pt x="24895" y="0"/>
                  <a:pt x="23704" y="0"/>
                </a:cubicBezTo>
                <a:close/>
              </a:path>
            </a:pathLst>
          </a:custGeom>
          <a:solidFill>
            <a:schemeClr val="dk1"/>
          </a:solidFill>
          <a:ln w="19050"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99"/>
        <p:cNvGrpSpPr/>
        <p:nvPr/>
      </p:nvGrpSpPr>
      <p:grpSpPr>
        <a:xfrm>
          <a:off x="0" y="0"/>
          <a:ext cx="0" cy="0"/>
          <a:chOff x="0" y="0"/>
          <a:chExt cx="0" cy="0"/>
        </a:xfrm>
      </p:grpSpPr>
      <p:sp>
        <p:nvSpPr>
          <p:cNvPr id="1100" name="Google Shape;1100;p48"/>
          <p:cNvSpPr txBox="1">
            <a:spLocks noGrp="1"/>
          </p:cNvSpPr>
          <p:nvPr>
            <p:ph type="title"/>
          </p:nvPr>
        </p:nvSpPr>
        <p:spPr>
          <a:xfrm>
            <a:off x="0" y="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03 SHORTEST PATH ESCAPE ROUTE ALGORITHM</a:t>
            </a:r>
            <a:endParaRPr dirty="0"/>
          </a:p>
        </p:txBody>
      </p:sp>
      <p:sp>
        <p:nvSpPr>
          <p:cNvPr id="1101" name="Google Shape;1101;p48"/>
          <p:cNvSpPr txBox="1">
            <a:spLocks noGrp="1"/>
          </p:cNvSpPr>
          <p:nvPr>
            <p:ph type="subTitle" idx="1"/>
          </p:nvPr>
        </p:nvSpPr>
        <p:spPr>
          <a:xfrm>
            <a:off x="681127" y="759715"/>
            <a:ext cx="2749924" cy="436663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latin typeface="Barlow" panose="00000500000000000000" pitchFamily="2" charset="0"/>
              </a:rPr>
              <a:t>Risk-Weighted Modified Dijkstra’s Algorithm:</a:t>
            </a:r>
          </a:p>
          <a:p>
            <a:pPr marL="285750" lvl="0" indent="-285750" algn="l" rtl="0">
              <a:spcBef>
                <a:spcPts val="0"/>
              </a:spcBef>
              <a:spcAft>
                <a:spcPts val="0"/>
              </a:spcAft>
              <a:buFont typeface="Arial" panose="020B0604020202020204" pitchFamily="34" charset="0"/>
              <a:buChar char="•"/>
            </a:pPr>
            <a:r>
              <a:rPr lang="en-US" dirty="0">
                <a:latin typeface="Barlow" panose="00000500000000000000" pitchFamily="2" charset="0"/>
              </a:rPr>
              <a:t>Assigning Weights to Distance and Hazard Risk Score (ex: 60% Distance, 40% Score).</a:t>
            </a:r>
          </a:p>
          <a:p>
            <a:pPr marL="0" lvl="0" indent="0" algn="l" rtl="0">
              <a:spcBef>
                <a:spcPts val="0"/>
              </a:spcBef>
              <a:spcAft>
                <a:spcPts val="0"/>
              </a:spcAft>
            </a:pPr>
            <a:endParaRPr lang="en-US" dirty="0">
              <a:latin typeface="Barlow" panose="00000500000000000000" pitchFamily="2" charset="0"/>
            </a:endParaRPr>
          </a:p>
          <a:p>
            <a:pPr algn="l">
              <a:buNone/>
            </a:pPr>
            <a:r>
              <a:rPr lang="en-US" b="1" i="0" dirty="0">
                <a:solidFill>
                  <a:srgbClr val="F8FAFF"/>
                </a:solidFill>
                <a:effectLst/>
                <a:latin typeface="Barlow" panose="00000500000000000000" pitchFamily="2" charset="0"/>
              </a:rPr>
              <a:t>Dynamic Rerouting</a:t>
            </a:r>
            <a:r>
              <a:rPr lang="en-US" b="0" i="0" dirty="0">
                <a:solidFill>
                  <a:srgbClr val="F8FAFF"/>
                </a:solidFill>
                <a:effectLst/>
                <a:latin typeface="Barlow" panose="00000500000000000000" pitchFamily="2" charset="0"/>
              </a:rPr>
              <a:t>:</a:t>
            </a:r>
          </a:p>
          <a:p>
            <a:pPr algn="l">
              <a:spcAft>
                <a:spcPts val="300"/>
              </a:spcAft>
              <a:buFont typeface="Arial" panose="020B0604020202020204" pitchFamily="34" charset="0"/>
              <a:buChar char="•"/>
            </a:pPr>
            <a:r>
              <a:rPr lang="en-US" b="0" i="0" dirty="0">
                <a:solidFill>
                  <a:srgbClr val="F8FAFF"/>
                </a:solidFill>
                <a:effectLst/>
                <a:latin typeface="Barlow" panose="00000500000000000000" pitchFamily="2" charset="0"/>
              </a:rPr>
              <a:t>Real-time updates when:</a:t>
            </a:r>
          </a:p>
          <a:p>
            <a:pPr marL="742950" lvl="1" indent="-285750" algn="l">
              <a:spcBef>
                <a:spcPts val="300"/>
              </a:spcBef>
              <a:buFont typeface="Arial" panose="020B0604020202020204" pitchFamily="34" charset="0"/>
              <a:buChar char="•"/>
            </a:pPr>
            <a:r>
              <a:rPr lang="en-US" b="0" i="0" dirty="0">
                <a:solidFill>
                  <a:srgbClr val="F8FAFF"/>
                </a:solidFill>
                <a:effectLst/>
                <a:latin typeface="Barlow" panose="00000500000000000000" pitchFamily="2" charset="0"/>
              </a:rPr>
              <a:t>New hazards are crowd-validated.</a:t>
            </a:r>
          </a:p>
          <a:p>
            <a:pPr marL="742950" lvl="1" indent="-285750" algn="l">
              <a:spcBef>
                <a:spcPts val="300"/>
              </a:spcBef>
              <a:buFont typeface="Arial" panose="020B0604020202020204" pitchFamily="34" charset="0"/>
              <a:buChar char="•"/>
            </a:pPr>
            <a:r>
              <a:rPr lang="en-US" b="0" i="0" dirty="0">
                <a:solidFill>
                  <a:srgbClr val="F8FAFF"/>
                </a:solidFill>
                <a:effectLst/>
                <a:latin typeface="Barlow" panose="00000500000000000000" pitchFamily="2" charset="0"/>
              </a:rPr>
              <a:t>User location changes (GPS drift or alternate path taken).</a:t>
            </a:r>
          </a:p>
        </p:txBody>
      </p:sp>
      <p:sp>
        <p:nvSpPr>
          <p:cNvPr id="13" name="TextBox 12">
            <a:extLst>
              <a:ext uri="{FF2B5EF4-FFF2-40B4-BE49-F238E27FC236}">
                <a16:creationId xmlns:a16="http://schemas.microsoft.com/office/drawing/2014/main" id="{2E61BD01-9327-2FC0-3BAC-34878C9B1620}"/>
              </a:ext>
            </a:extLst>
          </p:cNvPr>
          <p:cNvSpPr txBox="1"/>
          <p:nvPr/>
        </p:nvSpPr>
        <p:spPr>
          <a:xfrm>
            <a:off x="4455763" y="694370"/>
            <a:ext cx="4300780" cy="4001095"/>
          </a:xfrm>
          <a:prstGeom prst="rect">
            <a:avLst/>
          </a:prstGeom>
          <a:noFill/>
        </p:spPr>
        <p:txBody>
          <a:bodyPr wrap="square">
            <a:spAutoFit/>
          </a:bodyPr>
          <a:lstStyle/>
          <a:p>
            <a:pPr algn="l">
              <a:buNone/>
            </a:pPr>
            <a:r>
              <a:rPr lang="en-US" b="1" i="0" dirty="0">
                <a:solidFill>
                  <a:srgbClr val="F8FAFF"/>
                </a:solidFill>
                <a:effectLst/>
                <a:latin typeface="Barlow" panose="00000500000000000000" pitchFamily="2" charset="0"/>
              </a:rPr>
              <a:t>Visual Guidance System</a:t>
            </a:r>
            <a:endParaRPr lang="en-US" b="1" dirty="0">
              <a:solidFill>
                <a:srgbClr val="F8FAFF"/>
              </a:solidFill>
              <a:latin typeface="Barlow" panose="00000500000000000000" pitchFamily="2" charset="0"/>
            </a:endParaRPr>
          </a:p>
          <a:p>
            <a:pPr algn="l">
              <a:spcAft>
                <a:spcPts val="300"/>
              </a:spcAft>
              <a:buFont typeface="Arial" panose="020B0604020202020204" pitchFamily="34" charset="0"/>
              <a:buChar char="•"/>
            </a:pPr>
            <a:r>
              <a:rPr lang="en-US" b="1" i="0" dirty="0">
                <a:solidFill>
                  <a:srgbClr val="F8FAFF"/>
                </a:solidFill>
                <a:effectLst/>
                <a:latin typeface="Barlow" panose="00000500000000000000" pitchFamily="2" charset="0"/>
              </a:rPr>
              <a:t>🟢 Green (Primary Path)</a:t>
            </a:r>
            <a:r>
              <a:rPr lang="en-US" b="0" i="0" dirty="0">
                <a:solidFill>
                  <a:srgbClr val="F8FAFF"/>
                </a:solidFill>
                <a:effectLst/>
                <a:latin typeface="Barlow" panose="00000500000000000000" pitchFamily="2" charset="0"/>
              </a:rPr>
              <a:t>:</a:t>
            </a:r>
          </a:p>
          <a:p>
            <a:pPr marL="742950" lvl="1" indent="-285750" algn="l">
              <a:spcBef>
                <a:spcPts val="300"/>
              </a:spcBef>
              <a:buFont typeface="Arial" panose="020B0604020202020204" pitchFamily="34" charset="0"/>
              <a:buChar char="•"/>
            </a:pPr>
            <a:r>
              <a:rPr lang="en-US" sz="1100" b="0" i="1" dirty="0">
                <a:solidFill>
                  <a:srgbClr val="F8FAFF"/>
                </a:solidFill>
                <a:effectLst/>
                <a:latin typeface="Barlow" panose="00000500000000000000" pitchFamily="2" charset="0"/>
              </a:rPr>
              <a:t>"Direct safest route"</a:t>
            </a:r>
            <a:r>
              <a:rPr lang="en-US" sz="1100" b="0" i="0" dirty="0">
                <a:solidFill>
                  <a:srgbClr val="F8FAFF"/>
                </a:solidFill>
                <a:effectLst/>
                <a:latin typeface="Barlow" panose="00000500000000000000" pitchFamily="2" charset="0"/>
              </a:rPr>
              <a:t> – Algorithm’s top recommendation.</a:t>
            </a:r>
          </a:p>
          <a:p>
            <a:pPr marL="742950" lvl="1" indent="-285750" algn="l">
              <a:spcBef>
                <a:spcPts val="300"/>
              </a:spcBef>
              <a:buFont typeface="Arial" panose="020B0604020202020204" pitchFamily="34" charset="0"/>
              <a:buChar char="•"/>
            </a:pPr>
            <a:r>
              <a:rPr lang="en-US" sz="1100" b="1" i="0" dirty="0">
                <a:solidFill>
                  <a:srgbClr val="F8FAFF"/>
                </a:solidFill>
                <a:effectLst/>
                <a:latin typeface="Barlow" panose="00000500000000000000" pitchFamily="2" charset="0"/>
              </a:rPr>
              <a:t>Thick highlighted line</a:t>
            </a:r>
            <a:r>
              <a:rPr lang="en-US" sz="1100" b="0" i="0" dirty="0">
                <a:solidFill>
                  <a:srgbClr val="F8FAFF"/>
                </a:solidFill>
                <a:effectLst/>
                <a:latin typeface="Barlow" panose="00000500000000000000" pitchFamily="2" charset="0"/>
              </a:rPr>
              <a:t> with animated arrows pointing </a:t>
            </a:r>
          </a:p>
          <a:p>
            <a:pPr marL="742950" lvl="1" indent="-285750" algn="l">
              <a:spcBef>
                <a:spcPts val="300"/>
              </a:spcBef>
              <a:buFont typeface="Arial" panose="020B0604020202020204" pitchFamily="34" charset="0"/>
              <a:buChar char="•"/>
            </a:pPr>
            <a:r>
              <a:rPr lang="en-US" sz="1100" b="0" i="0" dirty="0">
                <a:solidFill>
                  <a:srgbClr val="F8FAFF"/>
                </a:solidFill>
                <a:effectLst/>
                <a:latin typeface="Barlow" panose="00000500000000000000" pitchFamily="2" charset="0"/>
              </a:rPr>
              <a:t>direction.</a:t>
            </a:r>
          </a:p>
          <a:p>
            <a:pPr algn="l">
              <a:buFont typeface="Arial" panose="020B0604020202020204" pitchFamily="34" charset="0"/>
              <a:buChar char="•"/>
            </a:pPr>
            <a:endParaRPr lang="en-US" b="1" dirty="0">
              <a:solidFill>
                <a:srgbClr val="F8FAFF"/>
              </a:solidFill>
              <a:latin typeface="Barlow" panose="00000500000000000000" pitchFamily="2" charset="0"/>
            </a:endParaRPr>
          </a:p>
          <a:p>
            <a:pPr algn="l">
              <a:buFont typeface="Arial" panose="020B0604020202020204" pitchFamily="34" charset="0"/>
              <a:buChar char="•"/>
            </a:pPr>
            <a:r>
              <a:rPr lang="en-US" sz="1400" b="1" i="0" dirty="0">
                <a:solidFill>
                  <a:srgbClr val="F8FAFF"/>
                </a:solidFill>
                <a:effectLst/>
                <a:latin typeface="Barlow" panose="00000500000000000000" pitchFamily="2" charset="0"/>
              </a:rPr>
              <a:t>🔴 Red (DANGER Zones)</a:t>
            </a:r>
            <a:r>
              <a:rPr lang="en-US" sz="1400" b="0" i="0" dirty="0">
                <a:solidFill>
                  <a:srgbClr val="F8FAFF"/>
                </a:solidFill>
                <a:effectLst/>
                <a:latin typeface="Barlow" panose="00000500000000000000" pitchFamily="2" charset="0"/>
              </a:rPr>
              <a:t>:</a:t>
            </a:r>
          </a:p>
          <a:p>
            <a:pPr marL="742950" lvl="1" indent="-285750" algn="l">
              <a:spcBef>
                <a:spcPts val="300"/>
              </a:spcBef>
              <a:buFont typeface="Arial" panose="020B0604020202020204" pitchFamily="34" charset="0"/>
              <a:buChar char="•"/>
            </a:pPr>
            <a:r>
              <a:rPr lang="en-US" sz="1400" b="0" i="1" dirty="0">
                <a:solidFill>
                  <a:srgbClr val="F8FAFF"/>
                </a:solidFill>
                <a:effectLst/>
                <a:latin typeface="Barlow" panose="00000500000000000000" pitchFamily="2" charset="0"/>
              </a:rPr>
              <a:t>"Confirmed danger – avoid at all costs"</a:t>
            </a:r>
            <a:r>
              <a:rPr lang="en-US" sz="1400" b="0" i="0" dirty="0">
                <a:solidFill>
                  <a:srgbClr val="F8FAFF"/>
                </a:solidFill>
                <a:effectLst/>
                <a:latin typeface="Barlow" panose="00000500000000000000" pitchFamily="2" charset="0"/>
              </a:rPr>
              <a:t> – Blockades, fires, floods.</a:t>
            </a:r>
          </a:p>
          <a:p>
            <a:pPr algn="l">
              <a:buFont typeface="Arial" panose="020B0604020202020204" pitchFamily="34" charset="0"/>
              <a:buChar char="•"/>
            </a:pPr>
            <a:endParaRPr lang="en-US" b="1" dirty="0">
              <a:solidFill>
                <a:srgbClr val="F8FAFF"/>
              </a:solidFill>
              <a:latin typeface="Barlow" panose="00000500000000000000" pitchFamily="2" charset="0"/>
            </a:endParaRPr>
          </a:p>
          <a:p>
            <a:pPr algn="l">
              <a:buFont typeface="Arial" panose="020B0604020202020204" pitchFamily="34" charset="0"/>
              <a:buChar char="•"/>
            </a:pPr>
            <a:r>
              <a:rPr lang="en-US" sz="1400" b="1" i="0" dirty="0">
                <a:solidFill>
                  <a:srgbClr val="F8FAFF"/>
                </a:solidFill>
                <a:effectLst/>
                <a:latin typeface="Barlow" panose="00000500000000000000" pitchFamily="2" charset="0"/>
              </a:rPr>
              <a:t>🔵 Blue (Safe Alternatives)</a:t>
            </a:r>
            <a:r>
              <a:rPr lang="en-US" sz="1400" b="0" i="0" dirty="0">
                <a:solidFill>
                  <a:srgbClr val="F8FAFF"/>
                </a:solidFill>
                <a:effectLst/>
                <a:latin typeface="Barlow" panose="00000500000000000000" pitchFamily="2" charset="0"/>
              </a:rPr>
              <a:t>:</a:t>
            </a:r>
          </a:p>
          <a:p>
            <a:pPr marL="742950" lvl="1" indent="-285750" algn="l">
              <a:spcBef>
                <a:spcPts val="300"/>
              </a:spcBef>
              <a:buFont typeface="Arial" panose="020B0604020202020204" pitchFamily="34" charset="0"/>
              <a:buChar char="•"/>
            </a:pPr>
            <a:r>
              <a:rPr lang="en-US" sz="1400" b="0" i="1" dirty="0">
                <a:solidFill>
                  <a:srgbClr val="F8FAFF"/>
                </a:solidFill>
                <a:effectLst/>
                <a:latin typeface="Barlow" panose="00000500000000000000" pitchFamily="2" charset="0"/>
              </a:rPr>
              <a:t>"Verified safe roads"</a:t>
            </a:r>
            <a:r>
              <a:rPr lang="en-US" sz="1400" b="0" i="0" dirty="0">
                <a:solidFill>
                  <a:srgbClr val="F8FAFF"/>
                </a:solidFill>
                <a:effectLst/>
                <a:latin typeface="Barlow" panose="00000500000000000000" pitchFamily="2" charset="0"/>
              </a:rPr>
              <a:t> – Not shortest but hazard-free.</a:t>
            </a:r>
          </a:p>
          <a:p>
            <a:pPr marL="457200" lvl="1" algn="l">
              <a:spcBef>
                <a:spcPts val="300"/>
              </a:spcBef>
            </a:pPr>
            <a:endParaRPr lang="en-US" sz="1400" b="0" i="0" dirty="0">
              <a:solidFill>
                <a:srgbClr val="F8FAFF"/>
              </a:solidFill>
              <a:effectLst/>
              <a:latin typeface="Barlow" panose="00000500000000000000" pitchFamily="2" charset="0"/>
            </a:endParaRPr>
          </a:p>
          <a:p>
            <a:pPr algn="l">
              <a:spcBef>
                <a:spcPts val="300"/>
              </a:spcBef>
              <a:spcAft>
                <a:spcPts val="300"/>
              </a:spcAft>
              <a:buFont typeface="Arial" panose="020B0604020202020204" pitchFamily="34" charset="0"/>
              <a:buChar char="•"/>
            </a:pPr>
            <a:r>
              <a:rPr lang="en-US" b="1" i="0" dirty="0">
                <a:solidFill>
                  <a:srgbClr val="F8FAFF"/>
                </a:solidFill>
                <a:effectLst/>
                <a:latin typeface="Barlow" panose="00000500000000000000" pitchFamily="2" charset="0"/>
              </a:rPr>
              <a:t>🟠 Orange (Unverified/High-Risk)</a:t>
            </a:r>
            <a:r>
              <a:rPr lang="en-US" b="0" i="0" dirty="0">
                <a:solidFill>
                  <a:srgbClr val="F8FAFF"/>
                </a:solidFill>
                <a:effectLst/>
                <a:latin typeface="Barlow" panose="00000500000000000000" pitchFamily="2" charset="0"/>
              </a:rPr>
              <a:t>:</a:t>
            </a:r>
          </a:p>
          <a:p>
            <a:pPr marL="742950" lvl="1" indent="-285750" algn="l">
              <a:spcBef>
                <a:spcPts val="300"/>
              </a:spcBef>
              <a:buFont typeface="Arial" panose="020B0604020202020204" pitchFamily="34" charset="0"/>
              <a:buChar char="•"/>
            </a:pPr>
            <a:r>
              <a:rPr lang="en-US" b="0" i="1" dirty="0">
                <a:solidFill>
                  <a:srgbClr val="F8FAFF"/>
                </a:solidFill>
                <a:effectLst/>
                <a:latin typeface="Barlow" panose="00000500000000000000" pitchFamily="2" charset="0"/>
              </a:rPr>
              <a:t>"Potential hazard – proceed with caution"</a:t>
            </a:r>
            <a:r>
              <a:rPr lang="en-US" b="0" i="0" dirty="0">
                <a:solidFill>
                  <a:srgbClr val="F8FAFF"/>
                </a:solidFill>
                <a:effectLst/>
                <a:latin typeface="Barlow" panose="00000500000000000000" pitchFamily="2" charset="0"/>
              </a:rPr>
              <a:t> </a:t>
            </a:r>
          </a:p>
          <a:p>
            <a:pPr algn="l">
              <a:buFont typeface="Arial" panose="020B0604020202020204" pitchFamily="34" charset="0"/>
              <a:buChar char="•"/>
            </a:pPr>
            <a:endParaRPr lang="en-US" b="0" i="0" dirty="0">
              <a:solidFill>
                <a:srgbClr val="F8FAFF"/>
              </a:solidFill>
              <a:effectLst/>
              <a:latin typeface="Barlow" panose="00000500000000000000" pitchFamily="2"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62"/>
        <p:cNvGrpSpPr/>
        <p:nvPr/>
      </p:nvGrpSpPr>
      <p:grpSpPr>
        <a:xfrm>
          <a:off x="0" y="0"/>
          <a:ext cx="0" cy="0"/>
          <a:chOff x="0" y="0"/>
          <a:chExt cx="0" cy="0"/>
        </a:xfrm>
      </p:grpSpPr>
      <p:sp>
        <p:nvSpPr>
          <p:cNvPr id="1265" name="Google Shape;1265;p51"/>
          <p:cNvSpPr txBox="1">
            <a:spLocks noGrp="1"/>
          </p:cNvSpPr>
          <p:nvPr>
            <p:ph type="title"/>
          </p:nvPr>
        </p:nvSpPr>
        <p:spPr>
          <a:xfrm>
            <a:off x="-483512" y="59649"/>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03 OFFLINE/WIFI-LESS APP UTILIZATION:</a:t>
            </a:r>
            <a:endParaRPr dirty="0"/>
          </a:p>
        </p:txBody>
      </p:sp>
      <p:sp>
        <p:nvSpPr>
          <p:cNvPr id="1266" name="Google Shape;1266;p51"/>
          <p:cNvSpPr txBox="1">
            <a:spLocks noGrp="1"/>
          </p:cNvSpPr>
          <p:nvPr>
            <p:ph type="subTitle" idx="1"/>
          </p:nvPr>
        </p:nvSpPr>
        <p:spPr>
          <a:xfrm>
            <a:off x="83899" y="785741"/>
            <a:ext cx="2538277" cy="4298110"/>
          </a:xfrm>
          <a:prstGeom prst="rect">
            <a:avLst/>
          </a:prstGeom>
        </p:spPr>
        <p:txBody>
          <a:bodyPr spcFirstLastPara="1" wrap="square" lIns="91425" tIns="91425" rIns="91425" bIns="91425" anchor="t" anchorCtr="0">
            <a:noAutofit/>
          </a:bodyPr>
          <a:lstStyle/>
          <a:p>
            <a:pPr algn="l">
              <a:buNone/>
            </a:pPr>
            <a:r>
              <a:rPr lang="en-US" b="1" i="0" dirty="0">
                <a:solidFill>
                  <a:srgbClr val="F8FAFF"/>
                </a:solidFill>
                <a:effectLst/>
                <a:latin typeface="Barlow" panose="00000500000000000000" pitchFamily="2" charset="0"/>
              </a:rPr>
              <a:t>Pre-Downloaded Cached Evacuation Maps:</a:t>
            </a:r>
            <a:endParaRPr lang="en-US" b="0" i="0" dirty="0">
              <a:solidFill>
                <a:srgbClr val="F8FAFF"/>
              </a:solidFill>
              <a:effectLst/>
              <a:latin typeface="Barlow" panose="00000500000000000000" pitchFamily="2" charset="0"/>
            </a:endParaRPr>
          </a:p>
          <a:p>
            <a:pPr algn="l">
              <a:buFont typeface="Arial" panose="020B0604020202020204" pitchFamily="34" charset="0"/>
              <a:buChar char="•"/>
            </a:pPr>
            <a:r>
              <a:rPr lang="en-US" sz="1200" b="0" i="0" dirty="0">
                <a:solidFill>
                  <a:srgbClr val="F8FAFF"/>
                </a:solidFill>
                <a:effectLst/>
                <a:latin typeface="Barlow" panose="00000500000000000000" pitchFamily="2" charset="0"/>
              </a:rPr>
              <a:t>Users cache </a:t>
            </a:r>
            <a:r>
              <a:rPr lang="en-US" sz="1200" i="0" dirty="0">
                <a:solidFill>
                  <a:srgbClr val="F8FAFF"/>
                </a:solidFill>
                <a:effectLst/>
                <a:latin typeface="Barlow" panose="00000500000000000000" pitchFamily="2" charset="0"/>
              </a:rPr>
              <a:t>evacuation maps </a:t>
            </a:r>
            <a:r>
              <a:rPr lang="en-US" sz="1200" b="0" i="0" dirty="0">
                <a:solidFill>
                  <a:srgbClr val="F8FAFF"/>
                </a:solidFill>
                <a:effectLst/>
                <a:latin typeface="Barlow" panose="00000500000000000000" pitchFamily="2" charset="0"/>
              </a:rPr>
              <a:t>(roads, shelters) when online. These Maps are Continuously Updated While Online.</a:t>
            </a:r>
          </a:p>
          <a:p>
            <a:pPr algn="l">
              <a:buFont typeface="Arial" panose="020B0604020202020204" pitchFamily="34" charset="0"/>
              <a:buChar char="•"/>
            </a:pPr>
            <a:r>
              <a:rPr lang="en-US" sz="1200" dirty="0">
                <a:solidFill>
                  <a:srgbClr val="F8FAFF"/>
                </a:solidFill>
                <a:latin typeface="Barlow" panose="00000500000000000000" pitchFamily="2" charset="0"/>
              </a:rPr>
              <a:t>These Cached Maps can then be accessed offline with a note showing last update time. Example: </a:t>
            </a:r>
            <a:r>
              <a:rPr lang="en-US" sz="1200" b="0" i="1" dirty="0">
                <a:solidFill>
                  <a:srgbClr val="F8FAFF"/>
                </a:solidFill>
                <a:effectLst/>
                <a:latin typeface="Barlow" panose="00000500000000000000" pitchFamily="2" charset="0"/>
              </a:rPr>
              <a:t>(last update</a:t>
            </a:r>
            <a:r>
              <a:rPr lang="en-US" sz="1200" i="1" dirty="0">
                <a:solidFill>
                  <a:srgbClr val="F8FAFF"/>
                </a:solidFill>
                <a:latin typeface="Barlow" panose="00000500000000000000" pitchFamily="2" charset="0"/>
              </a:rPr>
              <a:t>d 3</a:t>
            </a:r>
            <a:r>
              <a:rPr lang="en-US" sz="1200" b="0" i="1" dirty="0">
                <a:solidFill>
                  <a:srgbClr val="F8FAFF"/>
                </a:solidFill>
                <a:effectLst/>
                <a:latin typeface="Barlow" panose="00000500000000000000" pitchFamily="2" charset="0"/>
              </a:rPr>
              <a:t> mins ago).</a:t>
            </a:r>
          </a:p>
          <a:p>
            <a:pPr marL="139700" indent="0" algn="l"/>
            <a:endParaRPr lang="en-US" b="0" i="1" dirty="0">
              <a:solidFill>
                <a:srgbClr val="F8FAFF"/>
              </a:solidFill>
              <a:effectLst/>
              <a:latin typeface="Barlow" panose="00000500000000000000" pitchFamily="2" charset="0"/>
            </a:endParaRPr>
          </a:p>
          <a:p>
            <a:pPr algn="l">
              <a:buNone/>
            </a:pPr>
            <a:r>
              <a:rPr lang="en-US" b="1" i="0" dirty="0">
                <a:solidFill>
                  <a:srgbClr val="F8FAFF"/>
                </a:solidFill>
                <a:effectLst/>
                <a:latin typeface="Barlow" panose="00000500000000000000" pitchFamily="2" charset="0"/>
              </a:rPr>
              <a:t>Auto-Sync When Online</a:t>
            </a:r>
            <a:endParaRPr lang="en-US" b="0" i="0" dirty="0">
              <a:solidFill>
                <a:srgbClr val="F8FAFF"/>
              </a:solidFill>
              <a:effectLst/>
              <a:latin typeface="Barlow" panose="00000500000000000000" pitchFamily="2" charset="0"/>
            </a:endParaRPr>
          </a:p>
          <a:p>
            <a:pPr algn="l">
              <a:buFont typeface="Arial" panose="020B0604020202020204" pitchFamily="34" charset="0"/>
              <a:buChar char="•"/>
            </a:pPr>
            <a:r>
              <a:rPr lang="en-US" sz="1200" b="0" i="0" dirty="0">
                <a:solidFill>
                  <a:srgbClr val="F8FAFF"/>
                </a:solidFill>
                <a:effectLst/>
                <a:latin typeface="Barlow" panose="00000500000000000000" pitchFamily="2" charset="0"/>
              </a:rPr>
              <a:t>Uploads offline reports when connection resumes.</a:t>
            </a:r>
          </a:p>
          <a:p>
            <a:pPr algn="l">
              <a:buFont typeface="Arial" panose="020B0604020202020204" pitchFamily="34" charset="0"/>
              <a:buChar char="•"/>
            </a:pPr>
            <a:r>
              <a:rPr lang="en-US" sz="1200" dirty="0">
                <a:solidFill>
                  <a:srgbClr val="F8FAFF"/>
                </a:solidFill>
                <a:latin typeface="Barlow" panose="00000500000000000000" pitchFamily="2" charset="0"/>
              </a:rPr>
              <a:t>Cached Maps are Updated when connection resumes.</a:t>
            </a:r>
            <a:endParaRPr lang="en-US" sz="1200" b="0" i="0" dirty="0">
              <a:solidFill>
                <a:srgbClr val="F8FAFF"/>
              </a:solidFill>
              <a:effectLst/>
              <a:latin typeface="Barlow" panose="00000500000000000000" pitchFamily="2" charset="0"/>
            </a:endParaRPr>
          </a:p>
          <a:p>
            <a:pPr algn="l">
              <a:spcBef>
                <a:spcPts val="300"/>
              </a:spcBef>
              <a:buFont typeface="Arial" panose="020B0604020202020204" pitchFamily="34" charset="0"/>
              <a:buChar char="•"/>
            </a:pPr>
            <a:r>
              <a:rPr lang="en-US" sz="1200" i="0" dirty="0">
                <a:solidFill>
                  <a:srgbClr val="F8FAFF"/>
                </a:solidFill>
                <a:effectLst/>
                <a:latin typeface="Barlow" panose="00000500000000000000" pitchFamily="2" charset="0"/>
              </a:rPr>
              <a:t>Prioritizes high-confidence hazards for sync.</a:t>
            </a:r>
          </a:p>
          <a:p>
            <a:pPr marL="139700" indent="0" algn="l">
              <a:spcBef>
                <a:spcPts val="300"/>
              </a:spcBef>
            </a:pPr>
            <a:endParaRPr lang="en-US" b="0" i="0" dirty="0">
              <a:solidFill>
                <a:srgbClr val="F8FAFF"/>
              </a:solidFill>
              <a:effectLst/>
              <a:latin typeface="Barlow" panose="00000500000000000000" pitchFamily="2" charset="0"/>
            </a:endParaRPr>
          </a:p>
          <a:p>
            <a:pPr marL="139700" indent="0" algn="l"/>
            <a:endParaRPr lang="en-US" b="0" i="0" dirty="0">
              <a:solidFill>
                <a:srgbClr val="F8FAFF"/>
              </a:solidFill>
              <a:effectLst/>
              <a:latin typeface="DeepSeek-CJK-patch"/>
            </a:endParaRPr>
          </a:p>
          <a:p>
            <a:pPr marL="0" lvl="0" indent="0" algn="l" rtl="0">
              <a:spcBef>
                <a:spcPts val="0"/>
              </a:spcBef>
              <a:spcAft>
                <a:spcPts val="0"/>
              </a:spcAft>
              <a:buNone/>
            </a:pPr>
            <a:endParaRPr dirty="0"/>
          </a:p>
        </p:txBody>
      </p:sp>
      <p:sp>
        <p:nvSpPr>
          <p:cNvPr id="28" name="TextBox 27">
            <a:extLst>
              <a:ext uri="{FF2B5EF4-FFF2-40B4-BE49-F238E27FC236}">
                <a16:creationId xmlns:a16="http://schemas.microsoft.com/office/drawing/2014/main" id="{F5253988-8896-FE7E-40DE-0ED9E45F59E1}"/>
              </a:ext>
            </a:extLst>
          </p:cNvPr>
          <p:cNvSpPr txBox="1"/>
          <p:nvPr/>
        </p:nvSpPr>
        <p:spPr>
          <a:xfrm>
            <a:off x="2709582" y="870858"/>
            <a:ext cx="3005418" cy="4016484"/>
          </a:xfrm>
          <a:prstGeom prst="rect">
            <a:avLst/>
          </a:prstGeom>
          <a:noFill/>
        </p:spPr>
        <p:txBody>
          <a:bodyPr wrap="square" rtlCol="0">
            <a:spAutoFit/>
          </a:bodyPr>
          <a:lstStyle/>
          <a:p>
            <a:pPr algn="l">
              <a:buNone/>
            </a:pPr>
            <a:r>
              <a:rPr lang="en-US" b="1" i="0" dirty="0">
                <a:solidFill>
                  <a:srgbClr val="F8FAFF"/>
                </a:solidFill>
                <a:effectLst/>
                <a:latin typeface="Barlow" panose="00000500000000000000" pitchFamily="2" charset="0"/>
              </a:rPr>
              <a:t>Bluetooth/Wi-Fi Direct Mesh Networking</a:t>
            </a:r>
          </a:p>
          <a:p>
            <a:pPr algn="l">
              <a:buNone/>
            </a:pPr>
            <a:endParaRPr lang="en-US" b="0" i="0" dirty="0">
              <a:solidFill>
                <a:srgbClr val="F8FAFF"/>
              </a:solidFill>
              <a:effectLst/>
              <a:latin typeface="Barlow" panose="00000500000000000000" pitchFamily="2" charset="0"/>
            </a:endParaRPr>
          </a:p>
          <a:p>
            <a:pPr algn="l">
              <a:spcAft>
                <a:spcPts val="300"/>
              </a:spcAft>
              <a:buFont typeface="Arial" panose="020B0604020202020204" pitchFamily="34" charset="0"/>
              <a:buChar char="•"/>
            </a:pPr>
            <a:r>
              <a:rPr lang="en-US" b="1" i="0" dirty="0">
                <a:solidFill>
                  <a:srgbClr val="F8FAFF"/>
                </a:solidFill>
                <a:effectLst/>
                <a:latin typeface="Barlow" panose="00000500000000000000" pitchFamily="2" charset="0"/>
              </a:rPr>
              <a:t>Peer-to-Peer Hazard Alerts</a:t>
            </a:r>
            <a:r>
              <a:rPr lang="en-US" b="0" i="0" dirty="0">
                <a:solidFill>
                  <a:srgbClr val="F8FAFF"/>
                </a:solidFill>
                <a:effectLst/>
                <a:latin typeface="Barlow" panose="00000500000000000000" pitchFamily="2" charset="0"/>
              </a:rPr>
              <a:t>:</a:t>
            </a:r>
          </a:p>
          <a:p>
            <a:pPr marL="742950" lvl="1" indent="-285750" algn="l">
              <a:spcBef>
                <a:spcPts val="300"/>
              </a:spcBef>
              <a:buFont typeface="Arial" panose="020B0604020202020204" pitchFamily="34" charset="0"/>
              <a:buChar char="•"/>
            </a:pPr>
            <a:r>
              <a:rPr lang="en-US" sz="1200" b="0" i="0" dirty="0">
                <a:solidFill>
                  <a:srgbClr val="F8FAFF"/>
                </a:solidFill>
                <a:effectLst/>
                <a:latin typeface="Barlow" panose="00000500000000000000" pitchFamily="2" charset="0"/>
              </a:rPr>
              <a:t>Phones share encrypted hazard reports (e.g., </a:t>
            </a:r>
            <a:r>
              <a:rPr lang="en-US" sz="1200" b="0" i="1" dirty="0">
                <a:solidFill>
                  <a:srgbClr val="F8FAFF"/>
                </a:solidFill>
                <a:effectLst/>
                <a:latin typeface="Barlow" panose="00000500000000000000" pitchFamily="2" charset="0"/>
              </a:rPr>
              <a:t>"Main St blocked"</a:t>
            </a:r>
            <a:r>
              <a:rPr lang="en-US" sz="1200" b="0" i="0" dirty="0">
                <a:solidFill>
                  <a:srgbClr val="F8FAFF"/>
                </a:solidFill>
                <a:effectLst/>
                <a:latin typeface="Barlow" panose="00000500000000000000" pitchFamily="2" charset="0"/>
              </a:rPr>
              <a:t>).</a:t>
            </a:r>
          </a:p>
          <a:p>
            <a:pPr marL="742950" lvl="1" indent="-285750" algn="l">
              <a:spcBef>
                <a:spcPts val="300"/>
              </a:spcBef>
              <a:buFont typeface="Arial" panose="020B0604020202020204" pitchFamily="34" charset="0"/>
              <a:buChar char="•"/>
            </a:pPr>
            <a:r>
              <a:rPr lang="en-US" sz="1200" b="0" i="0" dirty="0">
                <a:solidFill>
                  <a:srgbClr val="F8FAFF"/>
                </a:solidFill>
                <a:effectLst/>
                <a:latin typeface="Barlow" panose="00000500000000000000" pitchFamily="2" charset="0"/>
              </a:rPr>
              <a:t>Data hops device-to-device until reaching an internet node.</a:t>
            </a:r>
          </a:p>
          <a:p>
            <a:pPr marL="457200" lvl="1" algn="l">
              <a:spcBef>
                <a:spcPts val="300"/>
              </a:spcBef>
            </a:pPr>
            <a:endParaRPr lang="en-US" sz="1200" b="0" i="0" dirty="0">
              <a:solidFill>
                <a:srgbClr val="F8FAFF"/>
              </a:solidFill>
              <a:effectLst/>
              <a:latin typeface="Barlow" panose="00000500000000000000" pitchFamily="2" charset="0"/>
            </a:endParaRPr>
          </a:p>
          <a:p>
            <a:pPr algn="l">
              <a:buNone/>
            </a:pPr>
            <a:r>
              <a:rPr lang="en-US" sz="1200" b="1" i="0" dirty="0">
                <a:solidFill>
                  <a:srgbClr val="F8FAFF"/>
                </a:solidFill>
                <a:effectLst/>
                <a:latin typeface="Barlow" panose="00000500000000000000" pitchFamily="2" charset="0"/>
              </a:rPr>
              <a:t> Effective Range &amp; Crowd Density</a:t>
            </a:r>
          </a:p>
          <a:p>
            <a:pPr marL="171450" lvl="1" indent="-171450">
              <a:buFont typeface="Arial" panose="020B0604020202020204" pitchFamily="34" charset="0"/>
              <a:buChar char="•"/>
            </a:pPr>
            <a:r>
              <a:rPr lang="en-US" sz="1200" b="1" i="0" dirty="0">
                <a:solidFill>
                  <a:srgbClr val="F8FAFF"/>
                </a:solidFill>
                <a:effectLst/>
                <a:latin typeface="Barlow" panose="00000500000000000000" pitchFamily="2" charset="0"/>
              </a:rPr>
              <a:t>Bluetooth Classic</a:t>
            </a:r>
            <a:r>
              <a:rPr lang="en-US" sz="1200" b="0" i="0" dirty="0">
                <a:solidFill>
                  <a:srgbClr val="F8FAFF"/>
                </a:solidFill>
                <a:effectLst/>
                <a:latin typeface="Barlow" panose="00000500000000000000" pitchFamily="2" charset="0"/>
              </a:rPr>
              <a:t>: ~10-30m (but drains battery).</a:t>
            </a:r>
          </a:p>
          <a:p>
            <a:pPr marL="171450" indent="-171450" algn="l">
              <a:spcBef>
                <a:spcPts val="300"/>
              </a:spcBef>
              <a:buFont typeface="Arial" panose="020B0604020202020204" pitchFamily="34" charset="0"/>
              <a:buChar char="•"/>
            </a:pPr>
            <a:r>
              <a:rPr lang="en-US" sz="1200" b="1" i="0" dirty="0">
                <a:solidFill>
                  <a:srgbClr val="F8FAFF"/>
                </a:solidFill>
                <a:effectLst/>
                <a:latin typeface="Barlow" panose="00000500000000000000" pitchFamily="2" charset="0"/>
              </a:rPr>
              <a:t>BLE (Bluetooth Low Energy)</a:t>
            </a:r>
            <a:r>
              <a:rPr lang="en-US" sz="1200" b="0" i="0" dirty="0">
                <a:solidFill>
                  <a:srgbClr val="F8FAFF"/>
                </a:solidFill>
                <a:effectLst/>
                <a:latin typeface="Barlow" panose="00000500000000000000" pitchFamily="2" charset="0"/>
              </a:rPr>
              <a:t>: ~10-20m (</a:t>
            </a:r>
            <a:r>
              <a:rPr lang="en-US" sz="1200" b="0" i="1" dirty="0">
                <a:solidFill>
                  <a:srgbClr val="F8FAFF"/>
                </a:solidFill>
                <a:effectLst/>
                <a:latin typeface="Barlow" panose="00000500000000000000" pitchFamily="2" charset="0"/>
              </a:rPr>
              <a:t>optimized for battery</a:t>
            </a:r>
            <a:r>
              <a:rPr lang="en-US" sz="1200" b="0" i="0" dirty="0">
                <a:solidFill>
                  <a:srgbClr val="F8FAFF"/>
                </a:solidFill>
                <a:effectLst/>
                <a:latin typeface="Barlow" panose="00000500000000000000" pitchFamily="2" charset="0"/>
              </a:rPr>
              <a:t>).</a:t>
            </a:r>
          </a:p>
          <a:p>
            <a:pPr marL="171450" indent="-171450" algn="l">
              <a:spcBef>
                <a:spcPts val="300"/>
              </a:spcBef>
              <a:buFont typeface="Arial" panose="020B0604020202020204" pitchFamily="34" charset="0"/>
              <a:buChar char="•"/>
            </a:pPr>
            <a:r>
              <a:rPr lang="en-US" sz="1200" b="1" i="0" dirty="0">
                <a:solidFill>
                  <a:srgbClr val="F8FAFF"/>
                </a:solidFill>
                <a:effectLst/>
                <a:latin typeface="Barlow" panose="00000500000000000000" pitchFamily="2" charset="0"/>
              </a:rPr>
              <a:t>Wi-Fi Direct</a:t>
            </a:r>
            <a:r>
              <a:rPr lang="en-US" sz="1200" b="0" i="0" dirty="0">
                <a:solidFill>
                  <a:srgbClr val="F8FAFF"/>
                </a:solidFill>
                <a:effectLst/>
                <a:latin typeface="Barlow" panose="00000500000000000000" pitchFamily="2" charset="0"/>
              </a:rPr>
              <a:t>: ~200m (faster, but less common in crowds</a:t>
            </a:r>
            <a:r>
              <a:rPr lang="en-US" sz="1200" dirty="0">
                <a:solidFill>
                  <a:srgbClr val="F8FAFF"/>
                </a:solidFill>
                <a:latin typeface="Barlow" panose="00000500000000000000" pitchFamily="2" charset="0"/>
              </a:rPr>
              <a:t>. Uses slightly more battery than BLE</a:t>
            </a:r>
            <a:r>
              <a:rPr lang="en-US" sz="1200" b="0" i="0" dirty="0">
                <a:solidFill>
                  <a:srgbClr val="F8FAFF"/>
                </a:solidFill>
                <a:effectLst/>
                <a:latin typeface="Barlow" panose="00000500000000000000" pitchFamily="2" charset="0"/>
              </a:rPr>
              <a:t>).</a:t>
            </a:r>
          </a:p>
          <a:p>
            <a:endParaRPr lang="en-US" dirty="0"/>
          </a:p>
          <a:p>
            <a:endParaRPr lang="en-US" dirty="0"/>
          </a:p>
        </p:txBody>
      </p:sp>
      <p:pic>
        <p:nvPicPr>
          <p:cNvPr id="3" name="Picture 2">
            <a:extLst>
              <a:ext uri="{FF2B5EF4-FFF2-40B4-BE49-F238E27FC236}">
                <a16:creationId xmlns:a16="http://schemas.microsoft.com/office/drawing/2014/main" id="{306D608D-CDCD-88E0-FD00-78DCF11C16A3}"/>
              </a:ext>
            </a:extLst>
          </p:cNvPr>
          <p:cNvPicPr>
            <a:picLocks noChangeAspect="1"/>
          </p:cNvPicPr>
          <p:nvPr/>
        </p:nvPicPr>
        <p:blipFill>
          <a:blip r:embed="rId3"/>
          <a:stretch>
            <a:fillRect/>
          </a:stretch>
        </p:blipFill>
        <p:spPr>
          <a:xfrm>
            <a:off x="5700990" y="2879100"/>
            <a:ext cx="3373120" cy="1698191"/>
          </a:xfrm>
          <a:prstGeom prst="rect">
            <a:avLst/>
          </a:prstGeom>
        </p:spPr>
      </p:pic>
      <p:pic>
        <p:nvPicPr>
          <p:cNvPr id="5" name="Picture 4">
            <a:extLst>
              <a:ext uri="{FF2B5EF4-FFF2-40B4-BE49-F238E27FC236}">
                <a16:creationId xmlns:a16="http://schemas.microsoft.com/office/drawing/2014/main" id="{CCF9327C-139A-21A3-4E0E-40C5DE87B488}"/>
              </a:ext>
            </a:extLst>
          </p:cNvPr>
          <p:cNvPicPr>
            <a:picLocks noChangeAspect="1"/>
          </p:cNvPicPr>
          <p:nvPr/>
        </p:nvPicPr>
        <p:blipFill>
          <a:blip r:embed="rId4"/>
          <a:stretch>
            <a:fillRect/>
          </a:stretch>
        </p:blipFill>
        <p:spPr>
          <a:xfrm>
            <a:off x="5715000" y="887297"/>
            <a:ext cx="3345101" cy="175329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38">
          <a:extLst>
            <a:ext uri="{FF2B5EF4-FFF2-40B4-BE49-F238E27FC236}">
              <a16:creationId xmlns:a16="http://schemas.microsoft.com/office/drawing/2014/main" id="{F90332FF-8FD5-3973-01FF-2B093930850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E75714D-79DC-22F0-E513-856068F5D84A}"/>
              </a:ext>
            </a:extLst>
          </p:cNvPr>
          <p:cNvSpPr txBox="1"/>
          <p:nvPr/>
        </p:nvSpPr>
        <p:spPr>
          <a:xfrm>
            <a:off x="50427" y="104968"/>
            <a:ext cx="4861110" cy="523220"/>
          </a:xfrm>
          <a:prstGeom prst="rect">
            <a:avLst/>
          </a:prstGeom>
          <a:noFill/>
        </p:spPr>
        <p:txBody>
          <a:bodyPr wrap="square">
            <a:spAutoFit/>
          </a:bodyPr>
          <a:lstStyle/>
          <a:p>
            <a:r>
              <a:rPr lang="en-US" sz="2800" b="1" dirty="0">
                <a:solidFill>
                  <a:schemeClr val="tx1"/>
                </a:solidFill>
                <a:latin typeface="Anton" pitchFamily="2" charset="0"/>
              </a:rPr>
              <a:t>04 </a:t>
            </a:r>
            <a:r>
              <a:rPr lang="en-US" sz="2800" dirty="0">
                <a:solidFill>
                  <a:schemeClr val="tx1"/>
                </a:solidFill>
                <a:latin typeface="Anton" pitchFamily="2" charset="0"/>
              </a:rPr>
              <a:t>REFERENCES</a:t>
            </a:r>
          </a:p>
        </p:txBody>
      </p:sp>
      <p:sp>
        <p:nvSpPr>
          <p:cNvPr id="4" name="TextBox 3">
            <a:extLst>
              <a:ext uri="{FF2B5EF4-FFF2-40B4-BE49-F238E27FC236}">
                <a16:creationId xmlns:a16="http://schemas.microsoft.com/office/drawing/2014/main" id="{86FD56F0-C21F-C4D6-D932-4A290A40F67A}"/>
              </a:ext>
            </a:extLst>
          </p:cNvPr>
          <p:cNvSpPr txBox="1"/>
          <p:nvPr/>
        </p:nvSpPr>
        <p:spPr>
          <a:xfrm>
            <a:off x="363071" y="759758"/>
            <a:ext cx="7399617" cy="4278094"/>
          </a:xfrm>
          <a:prstGeom prst="rect">
            <a:avLst/>
          </a:prstGeom>
          <a:noFill/>
        </p:spPr>
        <p:txBody>
          <a:bodyPr wrap="square" rtlCol="0">
            <a:spAutoFit/>
          </a:bodyPr>
          <a:lstStyle/>
          <a:p>
            <a:r>
              <a:rPr lang="en-US" sz="1200" dirty="0">
                <a:solidFill>
                  <a:schemeClr val="tx1"/>
                </a:solidFill>
                <a:latin typeface="Barlow" panose="00000500000000000000" pitchFamily="2" charset="0"/>
              </a:rPr>
              <a:t>• Chaves, R., Schneider, D., Correia, A., Borges, M. R. S., &amp; Motta, C. L. R. (2019). Crowdsourcing as a Tool for Urban Emergency Management: Lessons from the Literature and Typology. Sensors, 19(23), 5235. </a:t>
            </a:r>
            <a:r>
              <a:rPr lang="en-US" sz="1200" dirty="0">
                <a:solidFill>
                  <a:schemeClr val="tx1"/>
                </a:solidFill>
                <a:latin typeface="Barlow" panose="00000500000000000000" pitchFamily="2" charset="0"/>
                <a:hlinkClick r:id="rId3">
                  <a:extLst>
                    <a:ext uri="{A12FA001-AC4F-418D-AE19-62706E023703}">
                      <ahyp:hlinkClr xmlns:ahyp="http://schemas.microsoft.com/office/drawing/2018/hyperlinkcolor" val="tx"/>
                    </a:ext>
                  </a:extLst>
                </a:hlinkClick>
              </a:rPr>
              <a:t>https://doi.org/10.3390/s19235235</a:t>
            </a:r>
            <a:endParaRPr lang="en-US" sz="1200" dirty="0">
              <a:solidFill>
                <a:schemeClr val="tx1"/>
              </a:solidFill>
              <a:latin typeface="Barlow" panose="00000500000000000000" pitchFamily="2" charset="0"/>
            </a:endParaRPr>
          </a:p>
          <a:p>
            <a:endParaRPr lang="en-US" sz="1200" dirty="0">
              <a:solidFill>
                <a:schemeClr val="tx1"/>
              </a:solidFill>
              <a:latin typeface="Barlow" panose="00000500000000000000" pitchFamily="2" charset="0"/>
            </a:endParaRPr>
          </a:p>
          <a:p>
            <a:r>
              <a:rPr lang="en-US" sz="1200" dirty="0">
                <a:solidFill>
                  <a:schemeClr val="tx1"/>
                </a:solidFill>
                <a:latin typeface="Barlow" panose="00000500000000000000" pitchFamily="2" charset="0"/>
              </a:rPr>
              <a:t>• </a:t>
            </a:r>
            <a:r>
              <a:rPr lang="en-US" sz="1200" dirty="0" err="1">
                <a:solidFill>
                  <a:schemeClr val="tx1"/>
                </a:solidFill>
                <a:latin typeface="Barlow" panose="00000500000000000000" pitchFamily="2" charset="0"/>
              </a:rPr>
              <a:t>Poblet</a:t>
            </a:r>
            <a:r>
              <a:rPr lang="en-US" sz="1200" dirty="0">
                <a:solidFill>
                  <a:schemeClr val="tx1"/>
                </a:solidFill>
                <a:latin typeface="Barlow" panose="00000500000000000000" pitchFamily="2" charset="0"/>
              </a:rPr>
              <a:t>, M., García-Cuesta, E., &amp; Casanovas, P. (2019). Crowdsourcing Tools for Disaster Management: A Review of Platforms and Methods. International Journal of Disaster Risk Reduction, 34, 1-12. </a:t>
            </a:r>
          </a:p>
          <a:p>
            <a:endParaRPr lang="en-US" sz="1200" dirty="0">
              <a:solidFill>
                <a:schemeClr val="tx1"/>
              </a:solidFill>
              <a:latin typeface="Barlow" panose="00000500000000000000" pitchFamily="2" charset="0"/>
            </a:endParaRPr>
          </a:p>
          <a:p>
            <a:r>
              <a:rPr lang="en-US" sz="1200" dirty="0">
                <a:solidFill>
                  <a:schemeClr val="tx1"/>
                </a:solidFill>
                <a:latin typeface="Barlow" panose="00000500000000000000" pitchFamily="2" charset="0"/>
              </a:rPr>
              <a:t>• </a:t>
            </a:r>
            <a:r>
              <a:rPr lang="en-US" sz="1200" dirty="0" err="1">
                <a:solidFill>
                  <a:schemeClr val="tx1"/>
                </a:solidFill>
                <a:latin typeface="Barlow" panose="00000500000000000000" pitchFamily="2" charset="0"/>
              </a:rPr>
              <a:t>Schimak</a:t>
            </a:r>
            <a:r>
              <a:rPr lang="en-US" sz="1200" dirty="0">
                <a:solidFill>
                  <a:schemeClr val="tx1"/>
                </a:solidFill>
                <a:latin typeface="Barlow" panose="00000500000000000000" pitchFamily="2" charset="0"/>
              </a:rPr>
              <a:t>, G., Havlik, D., &amp; </a:t>
            </a:r>
            <a:r>
              <a:rPr lang="en-US" sz="1200" dirty="0" err="1">
                <a:solidFill>
                  <a:schemeClr val="tx1"/>
                </a:solidFill>
                <a:latin typeface="Barlow" panose="00000500000000000000" pitchFamily="2" charset="0"/>
              </a:rPr>
              <a:t>Pielorz</a:t>
            </a:r>
            <a:r>
              <a:rPr lang="en-US" sz="1200" dirty="0">
                <a:solidFill>
                  <a:schemeClr val="tx1"/>
                </a:solidFill>
                <a:latin typeface="Barlow" panose="00000500000000000000" pitchFamily="2" charset="0"/>
              </a:rPr>
              <a:t>, J. (2015). Crowdsourcing in Crisis and Disaster Management – Challenges and Considerations. 11th International Symposium on Environmental Software Systems (ISESS), 56-70. • Shankar, A. R., Fernandez-Marquez, J. L., </a:t>
            </a:r>
            <a:r>
              <a:rPr lang="en-US" sz="1200" dirty="0" err="1">
                <a:solidFill>
                  <a:schemeClr val="tx1"/>
                </a:solidFill>
                <a:latin typeface="Barlow" panose="00000500000000000000" pitchFamily="2" charset="0"/>
              </a:rPr>
              <a:t>Pernici</a:t>
            </a:r>
            <a:r>
              <a:rPr lang="en-US" sz="1200" dirty="0">
                <a:solidFill>
                  <a:schemeClr val="tx1"/>
                </a:solidFill>
                <a:latin typeface="Barlow" panose="00000500000000000000" pitchFamily="2" charset="0"/>
              </a:rPr>
              <a:t>, B., Scalia, G., </a:t>
            </a:r>
            <a:r>
              <a:rPr lang="en-US" sz="1200" dirty="0" err="1">
                <a:solidFill>
                  <a:schemeClr val="tx1"/>
                </a:solidFill>
                <a:latin typeface="Barlow" panose="00000500000000000000" pitchFamily="2" charset="0"/>
              </a:rPr>
              <a:t>Mondardini</a:t>
            </a:r>
            <a:r>
              <a:rPr lang="en-US" sz="1200" dirty="0">
                <a:solidFill>
                  <a:schemeClr val="tx1"/>
                </a:solidFill>
                <a:latin typeface="Barlow" panose="00000500000000000000" pitchFamily="2" charset="0"/>
              </a:rPr>
              <a:t>, M. R., &amp; </a:t>
            </a:r>
            <a:r>
              <a:rPr lang="en-US" sz="1200" dirty="0" err="1">
                <a:solidFill>
                  <a:schemeClr val="tx1"/>
                </a:solidFill>
                <a:latin typeface="Barlow" panose="00000500000000000000" pitchFamily="2" charset="0"/>
              </a:rPr>
              <a:t>Serugendo</a:t>
            </a:r>
            <a:r>
              <a:rPr lang="en-US" sz="1200" dirty="0">
                <a:solidFill>
                  <a:schemeClr val="tx1"/>
                </a:solidFill>
                <a:latin typeface="Barlow" panose="00000500000000000000" pitchFamily="2" charset="0"/>
              </a:rPr>
              <a:t>, G. (2019). </a:t>
            </a:r>
          </a:p>
          <a:p>
            <a:endParaRPr lang="en-US" sz="1200" dirty="0">
              <a:solidFill>
                <a:schemeClr val="tx1"/>
              </a:solidFill>
              <a:latin typeface="Barlow" panose="00000500000000000000" pitchFamily="2" charset="0"/>
            </a:endParaRPr>
          </a:p>
          <a:p>
            <a:r>
              <a:rPr lang="en-US" sz="1200" dirty="0">
                <a:solidFill>
                  <a:schemeClr val="tx1"/>
                </a:solidFill>
                <a:latin typeface="Barlow" panose="00000500000000000000" pitchFamily="2" charset="0"/>
              </a:rPr>
              <a:t>CROWD4EMS: A Crowdsourcing Platform for Gathering and Geolocating Social Media Content in Disaster Response. The International Archives of the Photogrammetry, Remote Sensing and Spatial Information Sciences, XLI-3/W8, 331 340. </a:t>
            </a:r>
          </a:p>
          <a:p>
            <a:endParaRPr lang="en-US" sz="1200" dirty="0">
              <a:solidFill>
                <a:schemeClr val="tx1"/>
              </a:solidFill>
              <a:latin typeface="Barlow" panose="00000500000000000000" pitchFamily="2" charset="0"/>
            </a:endParaRPr>
          </a:p>
          <a:p>
            <a:r>
              <a:rPr lang="en-US" sz="1200" dirty="0">
                <a:solidFill>
                  <a:schemeClr val="tx1"/>
                </a:solidFill>
                <a:latin typeface="Barlow" panose="00000500000000000000" pitchFamily="2" charset="0"/>
              </a:rPr>
              <a:t>• </a:t>
            </a:r>
            <a:r>
              <a:rPr lang="en-US" sz="1200" dirty="0" err="1">
                <a:solidFill>
                  <a:schemeClr val="tx1"/>
                </a:solidFill>
                <a:latin typeface="Barlow" panose="00000500000000000000" pitchFamily="2" charset="0"/>
              </a:rPr>
              <a:t>Poblet</a:t>
            </a:r>
            <a:r>
              <a:rPr lang="en-US" sz="1200" dirty="0">
                <a:solidFill>
                  <a:schemeClr val="tx1"/>
                </a:solidFill>
                <a:latin typeface="Barlow" panose="00000500000000000000" pitchFamily="2" charset="0"/>
              </a:rPr>
              <a:t>, M., García-Cuesta, E., &amp; Casanovas, P. (2017). Crowdsourcing roles, methods and tools for data-intensive disaster management. Information Systems Frontiers, 20(6), 1363–1379. https://doi.org/10.1007/s10796-017-9734-6 </a:t>
            </a:r>
          </a:p>
          <a:p>
            <a:endParaRPr lang="en-US" sz="1200" dirty="0">
              <a:solidFill>
                <a:schemeClr val="tx1"/>
              </a:solidFill>
              <a:latin typeface="Barlow" panose="00000500000000000000" pitchFamily="2" charset="0"/>
            </a:endParaRPr>
          </a:p>
          <a:p>
            <a:r>
              <a:rPr lang="en-US" sz="1200" dirty="0">
                <a:solidFill>
                  <a:schemeClr val="tx1"/>
                </a:solidFill>
                <a:latin typeface="Barlow" panose="00000500000000000000" pitchFamily="2" charset="0"/>
              </a:rPr>
              <a:t>• Liu, S. B. (2014) Crisis Crowdsourcing Framework: Designing Strategic Configurations of Crowdsourcing for the Emergency Management Domain. Computer Supported Cooperative Work (CSCW), 23(4-6), 389–443. https://doi.org/10.1007/s10606-014-9204 3 </a:t>
            </a:r>
          </a:p>
        </p:txBody>
      </p:sp>
    </p:spTree>
    <p:extLst>
      <p:ext uri="{BB962C8B-B14F-4D97-AF65-F5344CB8AC3E}">
        <p14:creationId xmlns:p14="http://schemas.microsoft.com/office/powerpoint/2010/main" val="40822771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38">
          <a:extLst>
            <a:ext uri="{FF2B5EF4-FFF2-40B4-BE49-F238E27FC236}">
              <a16:creationId xmlns:a16="http://schemas.microsoft.com/office/drawing/2014/main" id="{1F84C798-C40F-5084-AA8F-60C0308F02E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9A0A199-3CF8-D1CD-4402-E590A2A7B6F2}"/>
              </a:ext>
            </a:extLst>
          </p:cNvPr>
          <p:cNvSpPr txBox="1"/>
          <p:nvPr/>
        </p:nvSpPr>
        <p:spPr>
          <a:xfrm flipH="1">
            <a:off x="1376976" y="1828801"/>
            <a:ext cx="6186994" cy="707886"/>
          </a:xfrm>
          <a:prstGeom prst="rect">
            <a:avLst/>
          </a:prstGeom>
          <a:noFill/>
        </p:spPr>
        <p:txBody>
          <a:bodyPr wrap="square" rtlCol="0">
            <a:spAutoFit/>
          </a:bodyPr>
          <a:lstStyle/>
          <a:p>
            <a:pPr algn="ctr"/>
            <a:r>
              <a:rPr lang="en-US" sz="4000" dirty="0">
                <a:solidFill>
                  <a:schemeClr val="tx1"/>
                </a:solidFill>
                <a:latin typeface="Anton" pitchFamily="2" charset="0"/>
              </a:rPr>
              <a:t>THANK YOU FOR LISTENING</a:t>
            </a:r>
          </a:p>
        </p:txBody>
      </p:sp>
    </p:spTree>
    <p:extLst>
      <p:ext uri="{BB962C8B-B14F-4D97-AF65-F5344CB8AC3E}">
        <p14:creationId xmlns:p14="http://schemas.microsoft.com/office/powerpoint/2010/main" val="1324495021"/>
      </p:ext>
    </p:extLst>
  </p:cSld>
  <p:clrMapOvr>
    <a:masterClrMapping/>
  </p:clrMapOvr>
</p:sld>
</file>

<file path=ppt/theme/theme1.xml><?xml version="1.0" encoding="utf-8"?>
<a:theme xmlns:a="http://schemas.openxmlformats.org/drawingml/2006/main" name="Apocalypse Survival Guide by Slidesgo">
  <a:themeElements>
    <a:clrScheme name="Simple Light">
      <a:dk1>
        <a:srgbClr val="F7F9F7"/>
      </a:dk1>
      <a:lt1>
        <a:srgbClr val="394541"/>
      </a:lt1>
      <a:dk2>
        <a:srgbClr val="9EAD9A"/>
      </a:dk2>
      <a:lt2>
        <a:srgbClr val="717C81"/>
      </a:lt2>
      <a:accent1>
        <a:srgbClr val="86887A"/>
      </a:accent1>
      <a:accent2>
        <a:srgbClr val="83956B"/>
      </a:accent2>
      <a:accent3>
        <a:srgbClr val="071902"/>
      </a:accent3>
      <a:accent4>
        <a:srgbClr val="74606E"/>
      </a:accent4>
      <a:accent5>
        <a:srgbClr val="60454C"/>
      </a:accent5>
      <a:accent6>
        <a:srgbClr val="A36848"/>
      </a:accent6>
      <a:hlink>
        <a:srgbClr val="F7F9F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5698</TotalTime>
  <Words>3444</Words>
  <Application>Microsoft Office PowerPoint</Application>
  <PresentationFormat>On-screen Show (16:9)</PresentationFormat>
  <Paragraphs>219</Paragraphs>
  <Slides>12</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Barlow</vt:lpstr>
      <vt:lpstr>Arial</vt:lpstr>
      <vt:lpstr>Anton</vt:lpstr>
      <vt:lpstr>Anaheim</vt:lpstr>
      <vt:lpstr>DeepSeek-CJK-patch</vt:lpstr>
      <vt:lpstr>Apocalypse Survival Guide by Slidesgo</vt:lpstr>
      <vt:lpstr>Crowdsourcing: Light-weight Application For Disaster Management</vt:lpstr>
      <vt:lpstr>TABLE OF CONTENTS</vt:lpstr>
      <vt:lpstr>INTRODUCTION</vt:lpstr>
      <vt:lpstr>02 CROWDSOURCING AND PAST LITERATURE</vt:lpstr>
      <vt:lpstr>02 Crowdsourced Data Collection and Processing</vt:lpstr>
      <vt:lpstr>02 Challenge: Motivating Crowd Volunteering </vt:lpstr>
      <vt:lpstr>03 Social Media Data Extraction Algorithm</vt:lpstr>
      <vt:lpstr>03 UTILIZING CROWDSOURCED DATA: ALERTS</vt:lpstr>
      <vt:lpstr>03 SHORTEST PATH ESCAPE ROUTE ALGORITHM</vt:lpstr>
      <vt:lpstr>03 OFFLINE/WIFI-LESS APP UTILIZATION: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Lenovo</dc:creator>
  <cp:lastModifiedBy>awab  alaa hamadtto</cp:lastModifiedBy>
  <cp:revision>11</cp:revision>
  <dcterms:modified xsi:type="dcterms:W3CDTF">2025-04-05T17:24:22Z</dcterms:modified>
</cp:coreProperties>
</file>